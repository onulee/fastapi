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5"/>
  </p:notesMasterIdLst>
  <p:sldIdLst>
    <p:sldId id="299" r:id="rId2"/>
    <p:sldId id="499" r:id="rId3"/>
    <p:sldId id="471" r:id="rId4"/>
    <p:sldId id="521" r:id="rId5"/>
    <p:sldId id="912" r:id="rId6"/>
    <p:sldId id="337" r:id="rId7"/>
    <p:sldId id="339" r:id="rId8"/>
    <p:sldId id="344" r:id="rId9"/>
    <p:sldId id="478" r:id="rId10"/>
    <p:sldId id="343" r:id="rId11"/>
    <p:sldId id="384" r:id="rId12"/>
    <p:sldId id="479" r:id="rId13"/>
    <p:sldId id="914" r:id="rId14"/>
    <p:sldId id="922" r:id="rId15"/>
    <p:sldId id="350" r:id="rId16"/>
    <p:sldId id="923" r:id="rId17"/>
    <p:sldId id="924" r:id="rId18"/>
    <p:sldId id="926" r:id="rId19"/>
    <p:sldId id="927" r:id="rId20"/>
    <p:sldId id="936" r:id="rId21"/>
    <p:sldId id="928" r:id="rId22"/>
    <p:sldId id="934" r:id="rId23"/>
    <p:sldId id="929" r:id="rId24"/>
    <p:sldId id="930" r:id="rId25"/>
    <p:sldId id="931" r:id="rId26"/>
    <p:sldId id="933" r:id="rId27"/>
    <p:sldId id="937" r:id="rId28"/>
    <p:sldId id="938" r:id="rId29"/>
    <p:sldId id="939" r:id="rId30"/>
    <p:sldId id="940" r:id="rId31"/>
    <p:sldId id="941" r:id="rId32"/>
    <p:sldId id="942" r:id="rId33"/>
    <p:sldId id="943" r:id="rId34"/>
    <p:sldId id="944" r:id="rId35"/>
    <p:sldId id="658" r:id="rId36"/>
    <p:sldId id="916" r:id="rId37"/>
    <p:sldId id="659" r:id="rId38"/>
    <p:sldId id="660" r:id="rId39"/>
    <p:sldId id="661" r:id="rId40"/>
    <p:sldId id="935" r:id="rId41"/>
    <p:sldId id="907" r:id="rId42"/>
    <p:sldId id="496" r:id="rId43"/>
    <p:sldId id="442" r:id="rId44"/>
    <p:sldId id="884" r:id="rId45"/>
    <p:sldId id="443" r:id="rId46"/>
    <p:sldId id="498" r:id="rId47"/>
    <p:sldId id="463" r:id="rId48"/>
    <p:sldId id="461" r:id="rId49"/>
    <p:sldId id="466" r:id="rId50"/>
    <p:sldId id="469" r:id="rId51"/>
    <p:sldId id="467" r:id="rId52"/>
    <p:sldId id="553" r:id="rId53"/>
    <p:sldId id="554" r:id="rId54"/>
    <p:sldId id="470" r:id="rId55"/>
    <p:sldId id="501" r:id="rId56"/>
    <p:sldId id="611" r:id="rId57"/>
    <p:sldId id="502" r:id="rId58"/>
    <p:sldId id="503" r:id="rId59"/>
    <p:sldId id="509" r:id="rId60"/>
    <p:sldId id="510" r:id="rId61"/>
    <p:sldId id="505" r:id="rId62"/>
    <p:sldId id="506" r:id="rId63"/>
    <p:sldId id="508" r:id="rId64"/>
    <p:sldId id="507" r:id="rId65"/>
    <p:sldId id="902" r:id="rId66"/>
    <p:sldId id="900" r:id="rId67"/>
    <p:sldId id="375" r:id="rId68"/>
    <p:sldId id="394" r:id="rId69"/>
    <p:sldId id="892" r:id="rId70"/>
    <p:sldId id="891" r:id="rId71"/>
    <p:sldId id="393" r:id="rId72"/>
    <p:sldId id="893" r:id="rId73"/>
    <p:sldId id="491" r:id="rId74"/>
    <p:sldId id="449" r:id="rId75"/>
    <p:sldId id="522" r:id="rId76"/>
    <p:sldId id="894" r:id="rId77"/>
    <p:sldId id="895" r:id="rId78"/>
    <p:sldId id="896" r:id="rId79"/>
    <p:sldId id="897" r:id="rId80"/>
    <p:sldId id="898" r:id="rId81"/>
    <p:sldId id="899" r:id="rId82"/>
    <p:sldId id="418" r:id="rId83"/>
    <p:sldId id="437" r:id="rId84"/>
    <p:sldId id="669" r:id="rId85"/>
    <p:sldId id="484" r:id="rId86"/>
    <p:sldId id="532" r:id="rId87"/>
    <p:sldId id="445" r:id="rId88"/>
    <p:sldId id="544" r:id="rId89"/>
    <p:sldId id="417" r:id="rId90"/>
    <p:sldId id="426" r:id="rId91"/>
    <p:sldId id="545" r:id="rId92"/>
    <p:sldId id="425" r:id="rId93"/>
    <p:sldId id="424" r:id="rId94"/>
    <p:sldId id="586" r:id="rId95"/>
    <p:sldId id="576" r:id="rId96"/>
    <p:sldId id="552" r:id="rId97"/>
    <p:sldId id="546" r:id="rId98"/>
    <p:sldId id="653" r:id="rId99"/>
    <p:sldId id="652" r:id="rId100"/>
    <p:sldId id="401" r:id="rId101"/>
    <p:sldId id="548" r:id="rId102"/>
    <p:sldId id="549" r:id="rId103"/>
    <p:sldId id="400" r:id="rId104"/>
    <p:sldId id="402" r:id="rId105"/>
    <p:sldId id="550" r:id="rId106"/>
    <p:sldId id="551" r:id="rId107"/>
    <p:sldId id="572" r:id="rId108"/>
    <p:sldId id="300" r:id="rId109"/>
    <p:sldId id="621" r:id="rId110"/>
    <p:sldId id="615" r:id="rId111"/>
    <p:sldId id="637" r:id="rId112"/>
    <p:sldId id="644" r:id="rId113"/>
    <p:sldId id="261" r:id="rId1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AC39020A-01FE-4C68-B440-9D225BC11258}">
          <p14:sldIdLst>
            <p14:sldId id="299"/>
            <p14:sldId id="499"/>
            <p14:sldId id="471"/>
            <p14:sldId id="521"/>
            <p14:sldId id="912"/>
            <p14:sldId id="337"/>
            <p14:sldId id="339"/>
            <p14:sldId id="344"/>
            <p14:sldId id="478"/>
            <p14:sldId id="343"/>
            <p14:sldId id="384"/>
            <p14:sldId id="479"/>
            <p14:sldId id="914"/>
            <p14:sldId id="922"/>
            <p14:sldId id="350"/>
            <p14:sldId id="923"/>
            <p14:sldId id="924"/>
            <p14:sldId id="926"/>
            <p14:sldId id="927"/>
            <p14:sldId id="936"/>
            <p14:sldId id="928"/>
            <p14:sldId id="934"/>
            <p14:sldId id="929"/>
            <p14:sldId id="930"/>
            <p14:sldId id="931"/>
            <p14:sldId id="933"/>
            <p14:sldId id="937"/>
            <p14:sldId id="938"/>
            <p14:sldId id="939"/>
            <p14:sldId id="940"/>
            <p14:sldId id="941"/>
            <p14:sldId id="942"/>
            <p14:sldId id="943"/>
            <p14:sldId id="944"/>
            <p14:sldId id="658"/>
            <p14:sldId id="916"/>
            <p14:sldId id="659"/>
            <p14:sldId id="660"/>
            <p14:sldId id="661"/>
            <p14:sldId id="935"/>
            <p14:sldId id="907"/>
            <p14:sldId id="496"/>
            <p14:sldId id="442"/>
            <p14:sldId id="884"/>
            <p14:sldId id="443"/>
            <p14:sldId id="498"/>
            <p14:sldId id="463"/>
            <p14:sldId id="461"/>
            <p14:sldId id="466"/>
            <p14:sldId id="469"/>
            <p14:sldId id="467"/>
            <p14:sldId id="553"/>
            <p14:sldId id="554"/>
            <p14:sldId id="470"/>
            <p14:sldId id="501"/>
            <p14:sldId id="611"/>
            <p14:sldId id="502"/>
            <p14:sldId id="503"/>
            <p14:sldId id="509"/>
            <p14:sldId id="510"/>
            <p14:sldId id="505"/>
            <p14:sldId id="506"/>
            <p14:sldId id="508"/>
            <p14:sldId id="507"/>
            <p14:sldId id="902"/>
            <p14:sldId id="900"/>
            <p14:sldId id="375"/>
            <p14:sldId id="394"/>
            <p14:sldId id="892"/>
            <p14:sldId id="891"/>
            <p14:sldId id="393"/>
            <p14:sldId id="893"/>
            <p14:sldId id="491"/>
            <p14:sldId id="449"/>
            <p14:sldId id="522"/>
            <p14:sldId id="894"/>
            <p14:sldId id="895"/>
            <p14:sldId id="896"/>
            <p14:sldId id="897"/>
            <p14:sldId id="898"/>
            <p14:sldId id="899"/>
            <p14:sldId id="418"/>
            <p14:sldId id="437"/>
            <p14:sldId id="669"/>
            <p14:sldId id="484"/>
            <p14:sldId id="532"/>
            <p14:sldId id="445"/>
            <p14:sldId id="544"/>
            <p14:sldId id="417"/>
            <p14:sldId id="426"/>
            <p14:sldId id="545"/>
            <p14:sldId id="425"/>
            <p14:sldId id="424"/>
            <p14:sldId id="586"/>
            <p14:sldId id="576"/>
            <p14:sldId id="552"/>
            <p14:sldId id="546"/>
            <p14:sldId id="653"/>
            <p14:sldId id="652"/>
            <p14:sldId id="401"/>
            <p14:sldId id="548"/>
            <p14:sldId id="549"/>
            <p14:sldId id="400"/>
            <p14:sldId id="402"/>
            <p14:sldId id="550"/>
            <p14:sldId id="551"/>
            <p14:sldId id="572"/>
            <p14:sldId id="300"/>
            <p14:sldId id="621"/>
            <p14:sldId id="615"/>
            <p14:sldId id="637"/>
            <p14:sldId id="644"/>
            <p14:sldId id="26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BC0FF"/>
    <a:srgbClr val="FFDA1A"/>
    <a:srgbClr val="86EAEF"/>
    <a:srgbClr val="EFD5B2"/>
    <a:srgbClr val="4785B8"/>
    <a:srgbClr val="396E9A"/>
    <a:srgbClr val="174366"/>
    <a:srgbClr val="000000"/>
    <a:srgbClr val="4B5C75"/>
    <a:srgbClr val="0F518E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2740" autoAdjust="0"/>
  </p:normalViewPr>
  <p:slideViewPr>
    <p:cSldViewPr snapToGrid="0" showGuides="1">
      <p:cViewPr varScale="1">
        <p:scale>
          <a:sx n="103" d="100"/>
          <a:sy n="103" d="100"/>
        </p:scale>
        <p:origin x="912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viewProps" Target="viewProps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theme" Target="theme/theme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0A07CD-7CF1-42E6-88F0-1E16322EAFE4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571B74-8A38-4139-8F3A-2A7FCD344B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0546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B428E5-4487-4DFD-8F28-9D964CD37D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84DD16E-187C-4E7E-ABBE-F6BAC9F37A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88A4909-5F9B-4C27-B710-67153ABAF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ADB4A-3A8B-4072-ACF2-B9A64CC5A17A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FC0D00-E907-440E-A201-CB22D51C4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4CD4DB-7CDF-4DC5-A588-36FF3B79E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D92F1-F94B-4A11-B68E-69D397619E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9937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C0765E-FEE5-4F3E-B758-957F9D1DD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B8203BB-146D-4B44-AA2A-D336C0BFBE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EA8557-8690-42D1-8E15-36046512D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ADB4A-3A8B-4072-ACF2-B9A64CC5A17A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D162651-A169-457B-99EA-EA1182CF1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44B403-3C1C-4CE4-AA5F-DF4C2A7CB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D92F1-F94B-4A11-B68E-69D397619E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1689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0486F1-7E70-4862-B180-2F6D6C675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6908656-EF8F-48E0-9146-072072465B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6B4667-8BEE-4EC9-BA83-01E5A6FD4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ADB4A-3A8B-4072-ACF2-B9A64CC5A17A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9D9826-20A3-4308-8A7E-4443ADE46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094DF9-3D1A-4060-B052-7334DBE8C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D92F1-F94B-4A11-B68E-69D397619E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90826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522D55-7DBF-4DF1-AA0F-67C643A6A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12F76A-C30B-4227-9FF3-E27F34C3E1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7C20396-A042-42DD-9F0A-41B357119C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C3142A1-0A63-479E-9A20-AF9E0235C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ADB4A-3A8B-4072-ACF2-B9A64CC5A17A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A1015A-5E4C-48EF-B12F-BAC88CCB5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6BA470E-15C8-4466-BB2E-CE85324BD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D92F1-F94B-4A11-B68E-69D397619E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27232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AA09FD-4F6B-48E5-BE06-783FEA30E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AB8419-E738-4085-9DEA-BCA42D09E1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F587FC7-027E-491E-BED2-077EECD8E7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F5D329-9162-4215-8C89-91A50AF8A2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0CA0DCA-1843-474C-A22A-E55A19E91A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80573AA-E75C-4AEF-B12E-B708309CD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ADB4A-3A8B-4072-ACF2-B9A64CC5A17A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403317B-845F-46B5-AEAD-5D1A351ED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00B0CCC-652B-4FAD-9905-871FB0B130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D92F1-F94B-4A11-B68E-69D397619E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5134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211D18-6A50-431A-910D-D067F0BD7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FD8662F-716A-4A1D-B2EA-998F00F97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ADB4A-3A8B-4072-ACF2-B9A64CC5A17A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E16FA2-A4DB-4FA7-9701-60D7AF426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B5A49D-3517-4E67-A938-EB73ECC0C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D92F1-F94B-4A11-B68E-69D397619E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1021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77F62E5-67D8-42BE-9DF1-88D6EFCA1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ADB4A-3A8B-4072-ACF2-B9A64CC5A17A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D1683B0-EB4C-4A8A-96E4-0FF5D6FD7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859FCB-EB4F-4D28-900A-B3B9CC0A0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D92F1-F94B-4A11-B68E-69D397619E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03855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77F62E5-67D8-42BE-9DF1-88D6EFCA1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ADB4A-3A8B-4072-ACF2-B9A64CC5A17A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D1683B0-EB4C-4A8A-96E4-0FF5D6FD7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859FCB-EB4F-4D28-900A-B3B9CC0A0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D92F1-F94B-4A11-B68E-69D397619E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54669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BD9945-F253-480F-B350-42D887245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AA3872-D885-4E5E-93E0-787173DD7A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1EA71B0-39FE-4979-8EEE-D65F5EED9F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1FD771C-80C4-4A89-9DDE-75DEF39A4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ADB4A-3A8B-4072-ACF2-B9A64CC5A17A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1BA1B2-C8F1-4247-A6DE-B7406BF012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95EDE68-03B7-446B-9B78-5F31A3A37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D92F1-F94B-4A11-B68E-69D397619E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94959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966B7B-1EDC-4343-9BA3-A7E1981C8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95A37DD-A068-47F0-B5E9-276C85D0A7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0B77AA3-0D93-4AAE-923B-6CB8DC9105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4F825F-B1F5-43F1-867C-C0771F648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ADB4A-3A8B-4072-ACF2-B9A64CC5A17A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DF479B-B03B-4053-AC71-D2F3CCE3E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E3258AE-092A-4CB5-839C-AEFEF5417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D92F1-F94B-4A11-B68E-69D397619E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752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2D5B9B-7087-4278-8D9F-742BE7B1F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3D46886-A0A8-4BC6-BC27-C23665A860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FFBE18-7E7B-464D-AD6B-7728D2936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ADB4A-3A8B-4072-ACF2-B9A64CC5A17A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FB71CC-82EF-4AF7-B753-454DFD33D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61512D-1F1E-4E61-8590-1679657EA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D92F1-F94B-4A11-B68E-69D397619E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43167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3D78E37-5232-46D5-834E-28C0916B63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0468B19-65B1-488C-AE29-F57BCDB927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F0112E3-2C15-484C-AA1B-F968958EA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ADB4A-3A8B-4072-ACF2-B9A64CC5A17A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8E4BE-748D-4FB8-BC6B-A661EC4E8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E3EE48-1179-4BE7-B1F5-AAA66B518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D92F1-F94B-4A11-B68E-69D397619E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91306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4E0DACC-CEE6-4418-B167-457C89CF0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29CE159-3C04-447D-A17B-131FA83178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73AF69-C0A0-4CD9-9332-EB467E43C9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1ADB4A-3A8B-4072-ACF2-B9A64CC5A17A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477B31-56FC-4575-A118-0FB21F2D81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87745DC-A89F-4B55-AEDC-D856DADB58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DD92F1-F94B-4A11-B68E-69D397619E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5376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jsonplaceholder.typicode.com/users" TargetMode="External"/><Relationship Id="rId2" Type="http://schemas.openxmlformats.org/officeDocument/2006/relationships/hyperlink" Target="https://jsonplaceholder.typicode.com/" TargetMode="External"/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heannim-world.tistory.com/37" TargetMode="External"/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8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8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hyperlink" Target="https://valuefactory.tistory.com/605" TargetMode="External"/><Relationship Id="rId1" Type="http://schemas.openxmlformats.org/officeDocument/2006/relationships/slideLayout" Target="../slideLayouts/slideLayout8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hyperlink" Target="https://eveningdev.tistory.com/22?category=1182329" TargetMode="External"/><Relationship Id="rId1" Type="http://schemas.openxmlformats.org/officeDocument/2006/relationships/slideLayout" Target="../slideLayouts/slideLayout8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hyperlink" Target="https://velog.io/@ansalstmd/Django-Ajax-%EC%97%B0%EB%8F%99" TargetMode="External"/><Relationship Id="rId1" Type="http://schemas.openxmlformats.org/officeDocument/2006/relationships/slideLayout" Target="../slideLayouts/slideLayout8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8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8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3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6.png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8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8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8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hyperlink" Target="https://developers.kakao.com/" TargetMode="Externa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8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8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2700"/>
            <a:ext cx="12192000" cy="6858000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420101" y="448871"/>
            <a:ext cx="11351799" cy="5960258"/>
          </a:xfrm>
          <a:prstGeom prst="rect">
            <a:avLst/>
          </a:prstGeom>
          <a:solidFill>
            <a:srgbClr val="0058A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4277532" y="2001520"/>
            <a:ext cx="71118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4800" kern="1800" spc="300" dirty="0" err="1">
                <a:solidFill>
                  <a:schemeClr val="bg1"/>
                </a:solidFill>
                <a:latin typeface="+mj-ea"/>
                <a:ea typeface="+mj-ea"/>
              </a:rPr>
              <a:t>FastApi</a:t>
            </a:r>
            <a:r>
              <a:rPr lang="en-US" altLang="ko-KR" sz="4800" kern="1800" spc="300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endParaRPr lang="ko-KR" altLang="en-US" sz="4800" kern="1800" spc="3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571344" y="3210595"/>
            <a:ext cx="2549237" cy="92333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 algn="r">
              <a:buFontTx/>
              <a:buChar char="-"/>
            </a:pPr>
            <a:r>
              <a:rPr lang="en-US" altLang="ko-KR" dirty="0" err="1">
                <a:solidFill>
                  <a:schemeClr val="bg1"/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fastApi</a:t>
            </a:r>
            <a:r>
              <a:rPr lang="en-US" altLang="ko-KR" dirty="0">
                <a:solidFill>
                  <a:schemeClr val="bg1"/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 </a:t>
            </a:r>
            <a:r>
              <a:rPr lang="ko-KR" altLang="en-US" dirty="0">
                <a:solidFill>
                  <a:schemeClr val="bg1"/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이란</a:t>
            </a:r>
            <a:endParaRPr lang="en-US" altLang="ko-KR" dirty="0">
              <a:solidFill>
                <a:schemeClr val="bg1"/>
              </a:solidFill>
              <a:latin typeface="나눔스퀘어" panose="020B0600000101010101" pitchFamily="50" charset="-127"/>
              <a:ea typeface="나눔스퀘어" panose="020B0600000101010101" pitchFamily="50" charset="-127"/>
            </a:endParaRPr>
          </a:p>
          <a:p>
            <a:pPr marL="285750" indent="-285750" algn="r">
              <a:buFontTx/>
              <a:buChar char="-"/>
            </a:pPr>
            <a:r>
              <a:rPr lang="ko-KR" altLang="en-US" dirty="0">
                <a:solidFill>
                  <a:schemeClr val="bg1"/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설치</a:t>
            </a:r>
            <a:r>
              <a:rPr lang="en-US" altLang="ko-KR" dirty="0">
                <a:solidFill>
                  <a:schemeClr val="bg1"/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,</a:t>
            </a:r>
            <a:r>
              <a:rPr lang="ko-KR" altLang="en-US" dirty="0">
                <a:solidFill>
                  <a:schemeClr val="bg1"/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실행</a:t>
            </a:r>
            <a:endParaRPr lang="en-US" altLang="ko-KR" dirty="0">
              <a:solidFill>
                <a:schemeClr val="bg1"/>
              </a:solidFill>
              <a:latin typeface="나눔스퀘어" panose="020B0600000101010101" pitchFamily="50" charset="-127"/>
              <a:ea typeface="나눔스퀘어" panose="020B0600000101010101" pitchFamily="50" charset="-127"/>
            </a:endParaRPr>
          </a:p>
          <a:p>
            <a:pPr marL="285750" indent="-285750" algn="r">
              <a:buFontTx/>
              <a:buChar char="-"/>
            </a:pPr>
            <a:r>
              <a:rPr lang="ko-KR" altLang="en-US" dirty="0">
                <a:solidFill>
                  <a:schemeClr val="bg1"/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데이터베이스 연결</a:t>
            </a:r>
            <a:endParaRPr lang="ko-KR" altLang="en-US" dirty="0">
              <a:solidFill>
                <a:srgbClr val="FFDB00"/>
              </a:solidFill>
              <a:latin typeface="나눔스퀘어" panose="020B0600000101010101" pitchFamily="50" charset="-127"/>
              <a:ea typeface="나눔스퀘어" panose="020B0600000101010101" pitchFamily="50" charset="-127"/>
            </a:endParaRP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3446" y="2096249"/>
            <a:ext cx="697791" cy="697791"/>
          </a:xfrm>
          <a:prstGeom prst="rect">
            <a:avLst/>
          </a:prstGeom>
          <a:ln>
            <a:noFill/>
          </a:ln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195410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389"/>
    </mc:Choice>
    <mc:Fallback xmlns="">
      <p:transition spd="slow" advTm="338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repeatCount="2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B5C5F-9A9E-90AD-6C84-8603A65E1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E2744743-007A-1DA6-36C2-F2CBF37CADBF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44AF6D42-7DE4-0611-5394-682B8C893185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6B5534-4280-3C2F-584A-867E1C0C2D0C}"/>
              </a:ext>
            </a:extLst>
          </p:cNvPr>
          <p:cNvSpPr txBox="1"/>
          <p:nvPr/>
        </p:nvSpPr>
        <p:spPr>
          <a:xfrm>
            <a:off x="3451687" y="2652263"/>
            <a:ext cx="5288627" cy="16619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5400" b="1" dirty="0" err="1"/>
              <a:t>vscode</a:t>
            </a:r>
            <a:r>
              <a:rPr lang="en-US" altLang="ko-KR" sz="5400" b="1" dirty="0"/>
              <a:t> </a:t>
            </a:r>
            <a:r>
              <a:rPr lang="ko-KR" altLang="en-US" sz="5400" b="1" dirty="0"/>
              <a:t>환경설정</a:t>
            </a:r>
            <a:endParaRPr lang="en-US" altLang="ko-KR" sz="5400" b="1" dirty="0"/>
          </a:p>
          <a:p>
            <a:pPr algn="ctr"/>
            <a:r>
              <a:rPr lang="en-US" altLang="ko-KR" sz="2400" b="1" dirty="0"/>
              <a:t>Django html, html </a:t>
            </a:r>
          </a:p>
          <a:p>
            <a:pPr algn="ctr"/>
            <a:r>
              <a:rPr lang="ko-KR" altLang="en-US" sz="2400" b="1" dirty="0"/>
              <a:t>통합단축키 설정</a:t>
            </a:r>
            <a:endParaRPr lang="ko-KR" altLang="en-US" sz="5400" b="1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7CB4A9-9858-320E-4048-6D02FF74A657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7805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80EB46-A41F-42D1-925C-1E1D34396238}"/>
              </a:ext>
            </a:extLst>
          </p:cNvPr>
          <p:cNvSpPr txBox="1"/>
          <p:nvPr/>
        </p:nvSpPr>
        <p:spPr>
          <a:xfrm>
            <a:off x="639469" y="227654"/>
            <a:ext cx="873527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Vscode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endParaRPr lang="ko-KR" altLang="en-US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/>
        </p:nvSpPr>
        <p:spPr>
          <a:xfrm>
            <a:off x="538480" y="1035654"/>
            <a:ext cx="35130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b="1" dirty="0"/>
              <a:t>1. "Auto Close Tag" </a:t>
            </a:r>
            <a:r>
              <a:rPr lang="ko-KR" altLang="en-US" b="1" dirty="0" err="1"/>
              <a:t>확장팩</a:t>
            </a:r>
            <a:r>
              <a:rPr lang="ko-KR" altLang="en-US" b="1" dirty="0"/>
              <a:t> 설치</a:t>
            </a:r>
            <a:endParaRPr lang="ko-KR" altLang="en-US" b="0" i="0" dirty="0">
              <a:effectLst/>
              <a:latin typeface="Noto Sans KR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5692638" y="1016634"/>
            <a:ext cx="2832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b="1" dirty="0"/>
              <a:t>2. </a:t>
            </a:r>
            <a:r>
              <a:rPr lang="en-US" altLang="ko-KR" b="1" dirty="0" err="1"/>
              <a:t>settings.json</a:t>
            </a:r>
            <a:r>
              <a:rPr lang="en-US" altLang="ko-KR" b="1" dirty="0"/>
              <a:t> </a:t>
            </a:r>
            <a:r>
              <a:rPr lang="ko-KR" altLang="en-US" b="1" dirty="0"/>
              <a:t>파일 수정</a:t>
            </a:r>
            <a:endParaRPr lang="ko-KR" altLang="en-US" dirty="0"/>
          </a:p>
        </p:txBody>
      </p:sp>
      <p:pic>
        <p:nvPicPr>
          <p:cNvPr id="17" name="Picture 4">
            <a:extLst>
              <a:ext uri="{FF2B5EF4-FFF2-40B4-BE49-F238E27FC236}">
                <a16:creationId xmlns:a16="http://schemas.microsoft.com/office/drawing/2014/main" id="{A889B085-BE7A-E7C2-13C6-BF9C66C4E8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517" y="1531918"/>
            <a:ext cx="4784925" cy="35886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BCB291EA-6DB5-09ED-0057-E932D7171E5A}"/>
              </a:ext>
            </a:extLst>
          </p:cNvPr>
          <p:cNvSpPr txBox="1"/>
          <p:nvPr/>
        </p:nvSpPr>
        <p:spPr>
          <a:xfrm>
            <a:off x="5944303" y="1549495"/>
            <a:ext cx="3430436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/>
              <a:t>macOS : ⌘ + ,</a:t>
            </a:r>
          </a:p>
          <a:p>
            <a:r>
              <a:rPr lang="en-US" altLang="ko-KR" dirty="0"/>
              <a:t>Windows : Ctrl + , ( </a:t>
            </a:r>
            <a:r>
              <a:rPr lang="ko-KR" altLang="en-US" dirty="0"/>
              <a:t>쉼표</a:t>
            </a:r>
            <a:r>
              <a:rPr lang="en-US" altLang="ko-KR" dirty="0"/>
              <a:t>: </a:t>
            </a:r>
            <a:r>
              <a:rPr lang="ko-KR" altLang="en-US" dirty="0"/>
              <a:t>누름 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8287F729-4811-A29D-BF1E-384F79556D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4303" y="3102970"/>
            <a:ext cx="4367822" cy="1190791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8ABAF47E-9C3B-63F6-0DA1-991E9FD4E9D3}"/>
              </a:ext>
            </a:extLst>
          </p:cNvPr>
          <p:cNvSpPr/>
          <p:nvPr/>
        </p:nvSpPr>
        <p:spPr>
          <a:xfrm>
            <a:off x="5692638" y="2689972"/>
            <a:ext cx="16818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b="1" dirty="0"/>
              <a:t>3. setting </a:t>
            </a:r>
            <a:r>
              <a:rPr lang="ko-KR" altLang="en-US" b="1" dirty="0"/>
              <a:t>입력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C249B9-B600-82BF-8D30-47EEE2CDF5CB}"/>
              </a:ext>
            </a:extLst>
          </p:cNvPr>
          <p:cNvSpPr txBox="1"/>
          <p:nvPr/>
        </p:nvSpPr>
        <p:spPr>
          <a:xfrm>
            <a:off x="2294986" y="1883637"/>
            <a:ext cx="3063456" cy="68339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ko-KR" altLang="en-US" b="1" dirty="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746D27A3-0C1B-9E7C-CF94-2F9B768DA4B6}"/>
              </a:ext>
            </a:extLst>
          </p:cNvPr>
          <p:cNvCxnSpPr>
            <a:stCxn id="3" idx="0"/>
            <a:endCxn id="2" idx="2"/>
          </p:cNvCxnSpPr>
          <p:nvPr/>
        </p:nvCxnSpPr>
        <p:spPr>
          <a:xfrm flipH="1" flipV="1">
            <a:off x="2294987" y="1404986"/>
            <a:ext cx="1531727" cy="47865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4985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D1D88-A2CC-755F-B799-8A822B4AC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AB16D317-07D0-2525-0AF3-BA86B2EB5B75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40C7D8CD-1488-4C0C-5D08-753D0433D448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C5B3BBB-CE9D-5015-89F9-9EDE83687FB6}"/>
              </a:ext>
            </a:extLst>
          </p:cNvPr>
          <p:cNvSpPr txBox="1"/>
          <p:nvPr/>
        </p:nvSpPr>
        <p:spPr>
          <a:xfrm>
            <a:off x="660400" y="203587"/>
            <a:ext cx="111260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네트워크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1828580-12D0-8715-9CFB-4A6FB9EB6998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F6BA55F5-AC95-2535-98AE-B0220086932D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823579C9-016E-8F96-E1D7-D4263A3C44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091" y="1199125"/>
            <a:ext cx="2645438" cy="1204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5A80A592-EC4C-7D2F-A8A0-FCF882CABD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9770" y="1077646"/>
            <a:ext cx="2843621" cy="1590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7F294A55-0568-F4E4-4656-C134F1377CE6}"/>
              </a:ext>
            </a:extLst>
          </p:cNvPr>
          <p:cNvCxnSpPr/>
          <p:nvPr/>
        </p:nvCxnSpPr>
        <p:spPr>
          <a:xfrm>
            <a:off x="5686697" y="1375954"/>
            <a:ext cx="0" cy="46113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63111E4-C72F-D9DB-4F01-45D4FB8D0F09}"/>
              </a:ext>
            </a:extLst>
          </p:cNvPr>
          <p:cNvSpPr txBox="1"/>
          <p:nvPr/>
        </p:nvSpPr>
        <p:spPr>
          <a:xfrm>
            <a:off x="186508" y="2663331"/>
            <a:ext cx="5343434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highlight>
                  <a:srgbClr val="FFFF00"/>
                </a:highlight>
              </a:rPr>
              <a:t>완전한 웹 프레임워크</a:t>
            </a:r>
            <a:r>
              <a:rPr lang="en-US" altLang="ko-KR" sz="1400" dirty="0">
                <a:highlight>
                  <a:srgbClr val="FFFF00"/>
                </a:highlight>
              </a:rPr>
              <a:t>: </a:t>
            </a:r>
            <a:br>
              <a:rPr lang="en-US" altLang="ko-KR" sz="1400" dirty="0">
                <a:highlight>
                  <a:srgbClr val="FFFF00"/>
                </a:highlight>
              </a:rPr>
            </a:br>
            <a:r>
              <a:rPr lang="en-US" altLang="ko-KR" sz="1400" dirty="0">
                <a:highlight>
                  <a:srgbClr val="FFFF00"/>
                </a:highlight>
              </a:rPr>
              <a:t>Django</a:t>
            </a:r>
            <a:r>
              <a:rPr lang="ko-KR" altLang="en-US" sz="1400" dirty="0">
                <a:highlight>
                  <a:srgbClr val="FFFF00"/>
                </a:highlight>
              </a:rPr>
              <a:t>는 강력한 기능을 가진 완전한 웹 프레임워크</a:t>
            </a:r>
            <a:r>
              <a:rPr lang="en-US" altLang="ko-KR" sz="1400" dirty="0">
                <a:highlight>
                  <a:srgbClr val="FFFF00"/>
                </a:highlight>
              </a:rPr>
              <a:t> </a:t>
            </a:r>
            <a:br>
              <a:rPr lang="en-US" altLang="ko-KR" sz="1400" dirty="0"/>
            </a:br>
            <a:endParaRPr lang="en-US" altLang="ko-KR" sz="1400" dirty="0"/>
          </a:p>
          <a:p>
            <a:r>
              <a:rPr lang="ko-KR" altLang="en-US" sz="1400" dirty="0"/>
              <a:t>높은 수준의 추상화</a:t>
            </a:r>
            <a:r>
              <a:rPr lang="en-US" altLang="ko-KR" sz="1400" dirty="0"/>
              <a:t>: Django</a:t>
            </a:r>
            <a:r>
              <a:rPr lang="ko-KR" altLang="en-US" sz="1400" dirty="0"/>
              <a:t>는 많은 작업을 </a:t>
            </a:r>
            <a:r>
              <a:rPr lang="ko-KR" altLang="en-US" sz="1400" dirty="0" err="1"/>
              <a:t>추상화하여</a:t>
            </a:r>
            <a:r>
              <a:rPr lang="ko-KR" altLang="en-US" sz="1400" dirty="0"/>
              <a:t> 개발자가 더 쉽게 애플리케이션을 만들 수 있도록 도와줍니다</a:t>
            </a:r>
            <a:r>
              <a:rPr lang="en-US" altLang="ko-KR" sz="1400" dirty="0"/>
              <a:t>. </a:t>
            </a:r>
            <a:r>
              <a:rPr lang="ko-KR" altLang="en-US" sz="1400" dirty="0"/>
              <a:t>이로 인해 빠른 개발이 가능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Admin </a:t>
            </a:r>
            <a:r>
              <a:rPr lang="ko-KR" altLang="en-US" sz="1400" dirty="0"/>
              <a:t>기능 제공</a:t>
            </a:r>
            <a:r>
              <a:rPr lang="en-US" altLang="ko-KR" sz="1400" dirty="0"/>
              <a:t>: Django</a:t>
            </a:r>
            <a:r>
              <a:rPr lang="ko-KR" altLang="en-US" sz="1400" dirty="0"/>
              <a:t>는 관리자 페이지를 생성하기 위한 기능을 내장하고 있어 데이터베이스 관리 및 </a:t>
            </a:r>
            <a:r>
              <a:rPr lang="en-US" altLang="ko-KR" sz="1400" dirty="0"/>
              <a:t>CRUD </a:t>
            </a:r>
            <a:r>
              <a:rPr lang="ko-KR" altLang="en-US" sz="1400" dirty="0"/>
              <a:t>작업을 쉽게 수행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ORM (Object-Relational Mapping): Django</a:t>
            </a:r>
            <a:r>
              <a:rPr lang="ko-KR" altLang="en-US" sz="1400" dirty="0"/>
              <a:t>의 </a:t>
            </a:r>
            <a:r>
              <a:rPr lang="en-US" altLang="ko-KR" sz="1400" dirty="0"/>
              <a:t>ORM</a:t>
            </a:r>
            <a:r>
              <a:rPr lang="ko-KR" altLang="en-US" sz="1400" dirty="0"/>
              <a:t>은 데이터베이스와의 상호 작용을 </a:t>
            </a:r>
            <a:r>
              <a:rPr lang="ko-KR" altLang="en-US" sz="1400" dirty="0" err="1"/>
              <a:t>추상화하여</a:t>
            </a:r>
            <a:r>
              <a:rPr lang="ko-KR" altLang="en-US" sz="1400" dirty="0"/>
              <a:t> 개발자가 </a:t>
            </a:r>
            <a:r>
              <a:rPr lang="en-US" altLang="ko-KR" sz="1400" dirty="0"/>
              <a:t>SQL </a:t>
            </a:r>
            <a:r>
              <a:rPr lang="ko-KR" altLang="en-US" sz="1400" dirty="0"/>
              <a:t>쿼리 대신 파이썬 코드를 사용하여 데이터베이스 조작을 수행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ko-KR" altLang="en-US" sz="1400" dirty="0"/>
              <a:t>보다 큰 프로젝트에 적합</a:t>
            </a:r>
            <a:r>
              <a:rPr lang="en-US" altLang="ko-KR" sz="1400" dirty="0"/>
              <a:t>: Django</a:t>
            </a:r>
            <a:r>
              <a:rPr lang="ko-KR" altLang="en-US" sz="1400" dirty="0"/>
              <a:t>는 대규모 및 복잡한 웹 애플리케이션에 적합한 구조를 가지고 있음</a:t>
            </a:r>
            <a:r>
              <a:rPr lang="en-US" altLang="ko-KR" sz="1400" dirty="0"/>
              <a:t>. </a:t>
            </a:r>
            <a:r>
              <a:rPr lang="ko-KR" altLang="en-US" sz="1400" dirty="0"/>
              <a:t>자체적으로 많은 기능과 패키지를 제공하여 개발자의 작업을 줄여줍니다</a:t>
            </a:r>
            <a:r>
              <a:rPr lang="en-US" altLang="ko-KR" sz="1400" dirty="0"/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57BB1B-DA3D-E755-2412-AD24624E2315}"/>
              </a:ext>
            </a:extLst>
          </p:cNvPr>
          <p:cNvSpPr txBox="1"/>
          <p:nvPr/>
        </p:nvSpPr>
        <p:spPr>
          <a:xfrm>
            <a:off x="5843453" y="2663331"/>
            <a:ext cx="6187440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sz="1400" b="0" i="0" dirty="0">
                <a:solidFill>
                  <a:srgbClr val="000000"/>
                </a:solidFill>
                <a:effectLst/>
                <a:latin typeface="-apple-system"/>
              </a:rPr>
              <a:t>마이크로 웹 프레임워크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-apple-system"/>
              </a:rPr>
              <a:t>: </a:t>
            </a:r>
          </a:p>
          <a:p>
            <a:pPr algn="l" fontAlgn="base"/>
            <a:r>
              <a:rPr lang="en-US" altLang="ko-KR" sz="1400" b="0" i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-apple-system"/>
              </a:rPr>
              <a:t>Flask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-apple-system"/>
              </a:rPr>
              <a:t>는 더 작고 가볍게 설계된 웹 </a:t>
            </a:r>
            <a:r>
              <a:rPr lang="ko-KR" altLang="en-US" sz="1400" b="0" i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-apple-system"/>
              </a:rPr>
              <a:t>프레임워크입니다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-apple-system"/>
              </a:rPr>
              <a:t>. 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-apple-system"/>
              </a:rPr>
              <a:t>필요한 기능만 선택적으로 추가하여 사용할 수 있으며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-apple-system"/>
              </a:rPr>
              <a:t>, 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-apple-system"/>
              </a:rPr>
              <a:t>더 많은 제어를 원하는 개발자에게 적합합니다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-apple-system"/>
              </a:rPr>
              <a:t>.</a:t>
            </a:r>
            <a:endParaRPr lang="ko-KR" altLang="en-US" sz="1400" b="0" i="0" dirty="0">
              <a:solidFill>
                <a:srgbClr val="333333"/>
              </a:solidFill>
              <a:effectLst/>
              <a:latin typeface="inherit"/>
            </a:endParaRPr>
          </a:p>
          <a:p>
            <a:pPr algn="l" fontAlgn="base"/>
            <a:r>
              <a:rPr lang="ko-KR" altLang="en-US" sz="1400" b="0" i="0" dirty="0">
                <a:solidFill>
                  <a:srgbClr val="000000"/>
                </a:solidFill>
                <a:effectLst/>
                <a:latin typeface="-apple-system"/>
              </a:rPr>
              <a:t>최소한의 추상화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-apple-system"/>
              </a:rPr>
              <a:t>: Flask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-apple-system"/>
              </a:rPr>
              <a:t>는 개발자에게 높은 수준의 제어를 제공합니다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-apple-system"/>
              </a:rPr>
              <a:t>. 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-apple-system"/>
              </a:rPr>
              <a:t>이는 프로젝트가 </a:t>
            </a:r>
            <a:r>
              <a:rPr lang="ko-KR" altLang="en-US" sz="1400" b="0" i="0" dirty="0" err="1">
                <a:solidFill>
                  <a:srgbClr val="000000"/>
                </a:solidFill>
                <a:effectLst/>
                <a:latin typeface="-apple-system"/>
              </a:rPr>
              <a:t>복잡해질수록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-apple-system"/>
              </a:rPr>
              <a:t> 더 유용할 수 있습니다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-apple-system"/>
              </a:rPr>
              <a:t>.</a:t>
            </a:r>
            <a:endParaRPr lang="ko-KR" altLang="en-US" sz="1400" b="0" i="0" dirty="0">
              <a:solidFill>
                <a:srgbClr val="333333"/>
              </a:solidFill>
              <a:effectLst/>
              <a:latin typeface="inherit"/>
            </a:endParaRPr>
          </a:p>
          <a:p>
            <a:pPr algn="l" fontAlgn="base"/>
            <a:endParaRPr lang="en-US" altLang="ko-KR" sz="1400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 fontAlgn="base"/>
            <a:r>
              <a:rPr lang="ko-KR" altLang="en-US" sz="1400" b="0" i="0" dirty="0">
                <a:solidFill>
                  <a:srgbClr val="000000"/>
                </a:solidFill>
                <a:effectLst/>
                <a:latin typeface="-apple-system"/>
              </a:rPr>
              <a:t>확장성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-apple-system"/>
              </a:rPr>
              <a:t>: Flask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-apple-system"/>
              </a:rPr>
              <a:t>는 필요한 기능을 원하는 대로 추가하여 사용할 수 있기 때문에 작은 프로젝트부터 대규모 프로젝트까지 다양한 규모의 애플리케이션을 개발할 수 있습니다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-apple-system"/>
              </a:rPr>
              <a:t>.</a:t>
            </a:r>
            <a:endParaRPr lang="ko-KR" altLang="en-US" sz="1400" b="0" i="0" dirty="0">
              <a:solidFill>
                <a:srgbClr val="333333"/>
              </a:solidFill>
              <a:effectLst/>
              <a:latin typeface="inherit"/>
            </a:endParaRPr>
          </a:p>
          <a:p>
            <a:pPr algn="l" fontAlgn="base"/>
            <a:endParaRPr lang="en-US" altLang="ko-KR" sz="1400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 fontAlgn="base"/>
            <a:r>
              <a:rPr lang="en-US" altLang="ko-KR" sz="1400" b="0" i="0" dirty="0">
                <a:solidFill>
                  <a:srgbClr val="000000"/>
                </a:solidFill>
                <a:effectLst/>
                <a:latin typeface="-apple-system"/>
              </a:rPr>
              <a:t>ORM 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-apple-system"/>
              </a:rPr>
              <a:t>미포함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-apple-system"/>
              </a:rPr>
              <a:t>: Flask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-apple-system"/>
              </a:rPr>
              <a:t>는 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-apple-system"/>
              </a:rPr>
              <a:t>ORM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-apple-system"/>
              </a:rPr>
              <a:t>을 기본으로 제공하지 않습니다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-apple-system"/>
              </a:rPr>
              <a:t>. 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-apple-system"/>
              </a:rPr>
              <a:t>따라서 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-apple-system"/>
              </a:rPr>
              <a:t>ORM 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-apple-system"/>
              </a:rPr>
              <a:t>라이브러리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-apple-system"/>
              </a:rPr>
              <a:t>(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-apple-system"/>
              </a:rPr>
              <a:t>예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-apple-system"/>
              </a:rPr>
              <a:t>: </a:t>
            </a:r>
            <a:r>
              <a:rPr lang="en-US" altLang="ko-KR" sz="1400" b="0" i="0" dirty="0" err="1">
                <a:solidFill>
                  <a:srgbClr val="000000"/>
                </a:solidFill>
                <a:effectLst/>
                <a:latin typeface="-apple-system"/>
              </a:rPr>
              <a:t>SQLAlchemy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-apple-system"/>
              </a:rPr>
              <a:t>)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-apple-system"/>
              </a:rPr>
              <a:t>를 별도로 선택하여 사용해야 </a:t>
            </a:r>
            <a:r>
              <a:rPr lang="ko-KR" altLang="en-US" sz="1400" dirty="0">
                <a:solidFill>
                  <a:srgbClr val="000000"/>
                </a:solidFill>
                <a:latin typeface="-apple-system"/>
              </a:rPr>
              <a:t>함</a:t>
            </a:r>
            <a:r>
              <a:rPr lang="en-US" altLang="ko-KR" sz="1400" dirty="0">
                <a:solidFill>
                  <a:srgbClr val="000000"/>
                </a:solidFill>
                <a:latin typeface="-apple-system"/>
              </a:rPr>
              <a:t>.</a:t>
            </a:r>
          </a:p>
          <a:p>
            <a:pPr algn="l" fontAlgn="base"/>
            <a:endParaRPr lang="ko-KR" altLang="en-US" sz="1400" b="0" i="0" dirty="0">
              <a:solidFill>
                <a:srgbClr val="333333"/>
              </a:solidFill>
              <a:effectLst/>
              <a:latin typeface="inherit"/>
            </a:endParaRPr>
          </a:p>
          <a:p>
            <a:pPr algn="l" fontAlgn="base"/>
            <a:r>
              <a:rPr lang="ko-KR" altLang="en-US" sz="1400" b="0" i="0" dirty="0">
                <a:solidFill>
                  <a:srgbClr val="000000"/>
                </a:solidFill>
                <a:effectLst/>
                <a:latin typeface="-apple-system"/>
              </a:rPr>
              <a:t>유연한 구조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-apple-system"/>
              </a:rPr>
              <a:t>: Flask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-apple-system"/>
              </a:rPr>
              <a:t>는 개발자가 애플리케이션의 구조와 기능을 더 유연하게 설계할 수 있도록 합니다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-apple-system"/>
              </a:rPr>
              <a:t>. 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-apple-system"/>
              </a:rPr>
              <a:t>이는 몇 가지 기본 구성 요소만 제공하고 필요한 기능은 확장 가능한 방식으로 추가할 수 있음을 의미합니다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-apple-system"/>
              </a:rPr>
              <a:t>.</a:t>
            </a:r>
            <a:endParaRPr lang="ko-KR" altLang="en-US" sz="1400" b="0" i="0" dirty="0">
              <a:solidFill>
                <a:srgbClr val="333333"/>
              </a:solidFill>
              <a:effectLst/>
              <a:latin typeface="inheri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190A90-0F8B-F92B-7D98-0A452FC41A01}"/>
              </a:ext>
            </a:extLst>
          </p:cNvPr>
          <p:cNvSpPr txBox="1"/>
          <p:nvPr/>
        </p:nvSpPr>
        <p:spPr>
          <a:xfrm>
            <a:off x="7593874" y="6610868"/>
            <a:ext cx="459812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https://blog.naver.com/it-edu/223193268573?trackingCode=rss</a:t>
            </a:r>
          </a:p>
        </p:txBody>
      </p:sp>
    </p:spTree>
    <p:extLst>
      <p:ext uri="{BB962C8B-B14F-4D97-AF65-F5344CB8AC3E}">
        <p14:creationId xmlns:p14="http://schemas.microsoft.com/office/powerpoint/2010/main" val="3055594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02268-1DAE-3863-BECF-D75A3F237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D1A5D826-FCE1-3F32-F728-CAA764A66AF3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8BEB0AB3-7F4C-FE60-D29E-503FDC5E2F8F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3567C21-3547-397A-E99D-6F19F0DE3AA6}"/>
              </a:ext>
            </a:extLst>
          </p:cNvPr>
          <p:cNvSpPr txBox="1"/>
          <p:nvPr/>
        </p:nvSpPr>
        <p:spPr>
          <a:xfrm>
            <a:off x="660400" y="203587"/>
            <a:ext cx="111260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네트워크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6FD28C1-8131-411F-4356-274C85699D84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DB9945CC-5A20-F2B0-7F23-79B7F7B366D7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그림 1">
            <a:extLst>
              <a:ext uri="{FF2B5EF4-FFF2-40B4-BE49-F238E27FC236}">
                <a16:creationId xmlns:a16="http://schemas.microsoft.com/office/drawing/2014/main" id="{B38116E1-5A6D-661D-0EF9-EFC2AE595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730" y="922225"/>
            <a:ext cx="5134170" cy="1851915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16E5141-552A-2B2E-8DD0-EE3A418ECB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6378221"/>
              </p:ext>
            </p:extLst>
          </p:nvPr>
        </p:nvGraphicFramePr>
        <p:xfrm>
          <a:off x="838200" y="2721134"/>
          <a:ext cx="10515600" cy="3577032"/>
        </p:xfrm>
        <a:graphic>
          <a:graphicData uri="http://schemas.openxmlformats.org/drawingml/2006/table">
            <a:tbl>
              <a:tblPr>
                <a:tableStyleId>{D7AC3CCA-C797-4891-BE02-D94E43425B78}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45276407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10360060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753331895"/>
                    </a:ext>
                  </a:extLst>
                </a:gridCol>
              </a:tblGrid>
              <a:tr h="6915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2400" b="1" dirty="0">
                          <a:solidFill>
                            <a:srgbClr val="333333"/>
                          </a:solidFill>
                          <a:effectLst/>
                        </a:rPr>
                        <a:t>구분</a:t>
                      </a:r>
                      <a:endParaRPr lang="ko-KR" sz="24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2400" b="1" dirty="0" err="1">
                          <a:solidFill>
                            <a:srgbClr val="333333"/>
                          </a:solidFill>
                          <a:effectLst/>
                        </a:rPr>
                        <a:t>FastAPI</a:t>
                      </a:r>
                      <a:endParaRPr lang="ko-KR" sz="24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2400" b="1" dirty="0" err="1">
                          <a:solidFill>
                            <a:srgbClr val="333333"/>
                          </a:solidFill>
                          <a:effectLst/>
                        </a:rPr>
                        <a:t>Django</a:t>
                      </a:r>
                      <a:endParaRPr lang="ko-KR" sz="24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2358313"/>
                  </a:ext>
                </a:extLst>
              </a:tr>
              <a:tr h="48092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b="1" dirty="0">
                          <a:solidFill>
                            <a:srgbClr val="333333"/>
                          </a:solidFill>
                          <a:effectLst/>
                        </a:rPr>
                        <a:t>개발 목적</a:t>
                      </a:r>
                      <a:endParaRPr lang="ko-KR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dirty="0">
                          <a:solidFill>
                            <a:srgbClr val="333333"/>
                          </a:solidFill>
                          <a:effectLst/>
                          <a:highlight>
                            <a:srgbClr val="FFFF00"/>
                          </a:highlight>
                        </a:rPr>
                        <a:t>경량 API</a:t>
                      </a:r>
                      <a:r>
                        <a:rPr lang="ko-KR" dirty="0">
                          <a:solidFill>
                            <a:srgbClr val="333333"/>
                          </a:solidFill>
                          <a:effectLst/>
                        </a:rPr>
                        <a:t>, </a:t>
                      </a:r>
                      <a:r>
                        <a:rPr lang="ko-KR" dirty="0" err="1">
                          <a:solidFill>
                            <a:srgbClr val="333333"/>
                          </a:solidFill>
                          <a:effectLst/>
                        </a:rPr>
                        <a:t>마이크로서비스</a:t>
                      </a:r>
                      <a:r>
                        <a:rPr lang="en-US" altLang="ko-KR" dirty="0">
                          <a:solidFill>
                            <a:srgbClr val="333333"/>
                          </a:solidFill>
                          <a:effectLst/>
                        </a:rPr>
                        <a:t>,</a:t>
                      </a:r>
                      <a:r>
                        <a:rPr lang="ko-KR" altLang="en-US" dirty="0">
                          <a:solidFill>
                            <a:srgbClr val="333333"/>
                          </a:solidFill>
                          <a:effectLst/>
                        </a:rPr>
                        <a:t>속도</a:t>
                      </a:r>
                      <a:r>
                        <a:rPr lang="en-US" altLang="ko-KR" dirty="0">
                          <a:solidFill>
                            <a:srgbClr val="333333"/>
                          </a:solidFill>
                          <a:effectLst/>
                        </a:rPr>
                        <a:t>2</a:t>
                      </a:r>
                      <a:r>
                        <a:rPr lang="ko-KR" altLang="en-US" dirty="0">
                          <a:solidFill>
                            <a:srgbClr val="333333"/>
                          </a:solidFill>
                          <a:effectLst/>
                        </a:rPr>
                        <a:t>배</a:t>
                      </a:r>
                      <a:endParaRPr lang="ko-KR" dirty="0">
                        <a:effectLst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>
                          <a:solidFill>
                            <a:srgbClr val="333333"/>
                          </a:solidFill>
                          <a:effectLst/>
                        </a:rPr>
                        <a:t>대규모 웹사이트, 웹서비스</a:t>
                      </a:r>
                      <a:endParaRPr lang="ko-KR">
                        <a:effectLst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5739049"/>
                  </a:ext>
                </a:extLst>
              </a:tr>
              <a:tr h="48092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b="1">
                          <a:solidFill>
                            <a:srgbClr val="333333"/>
                          </a:solidFill>
                          <a:effectLst/>
                        </a:rPr>
                        <a:t>비동기 지원</a:t>
                      </a:r>
                      <a:endParaRPr lang="ko-KR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dirty="0">
                          <a:solidFill>
                            <a:srgbClr val="333333"/>
                          </a:solidFill>
                          <a:effectLst/>
                        </a:rPr>
                        <a:t>기본 지원</a:t>
                      </a:r>
                      <a:endParaRPr lang="ko-KR" dirty="0">
                        <a:effectLst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>
                          <a:solidFill>
                            <a:srgbClr val="333333"/>
                          </a:solidFill>
                          <a:effectLst/>
                        </a:rPr>
                        <a:t>Channels로 지원(옵션)</a:t>
                      </a:r>
                      <a:endParaRPr lang="ko-KR">
                        <a:effectLst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4649325"/>
                  </a:ext>
                </a:extLst>
              </a:tr>
              <a:tr h="48092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b="1">
                          <a:solidFill>
                            <a:srgbClr val="333333"/>
                          </a:solidFill>
                          <a:effectLst/>
                        </a:rPr>
                        <a:t>문서화</a:t>
                      </a:r>
                      <a:endParaRPr lang="ko-KR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dirty="0">
                          <a:solidFill>
                            <a:srgbClr val="333333"/>
                          </a:solidFill>
                          <a:effectLst/>
                        </a:rPr>
                        <a:t>자동 생성(</a:t>
                      </a:r>
                      <a:r>
                        <a:rPr lang="ko-KR" dirty="0" err="1">
                          <a:solidFill>
                            <a:srgbClr val="333333"/>
                          </a:solidFill>
                          <a:effectLst/>
                        </a:rPr>
                        <a:t>OpenAPI</a:t>
                      </a:r>
                      <a:r>
                        <a:rPr lang="ko-KR" dirty="0">
                          <a:solidFill>
                            <a:srgbClr val="333333"/>
                          </a:solidFill>
                          <a:effectLst/>
                        </a:rPr>
                        <a:t>, </a:t>
                      </a:r>
                      <a:r>
                        <a:rPr lang="ko-KR" dirty="0" err="1">
                          <a:solidFill>
                            <a:srgbClr val="333333"/>
                          </a:solidFill>
                          <a:effectLst/>
                        </a:rPr>
                        <a:t>Swagger</a:t>
                      </a:r>
                      <a:r>
                        <a:rPr lang="ko-KR" dirty="0">
                          <a:solidFill>
                            <a:srgbClr val="333333"/>
                          </a:solidFill>
                          <a:effectLst/>
                        </a:rPr>
                        <a:t>)</a:t>
                      </a:r>
                      <a:endParaRPr lang="ko-KR" dirty="0">
                        <a:effectLst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>
                          <a:solidFill>
                            <a:srgbClr val="333333"/>
                          </a:solidFill>
                          <a:effectLst/>
                        </a:rPr>
                        <a:t>별도 플러그인 필요</a:t>
                      </a:r>
                      <a:endParaRPr lang="ko-KR">
                        <a:effectLst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3974880"/>
                  </a:ext>
                </a:extLst>
              </a:tr>
              <a:tr h="48092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b="1">
                          <a:solidFill>
                            <a:srgbClr val="333333"/>
                          </a:solidFill>
                          <a:effectLst/>
                        </a:rPr>
                        <a:t>내장 기능</a:t>
                      </a:r>
                      <a:endParaRPr lang="ko-KR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dirty="0">
                          <a:solidFill>
                            <a:srgbClr val="333333"/>
                          </a:solidFill>
                          <a:effectLst/>
                        </a:rPr>
                        <a:t>최소화(필요시 선택적 추가)</a:t>
                      </a:r>
                      <a:endParaRPr lang="ko-KR" dirty="0">
                        <a:effectLst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>
                          <a:solidFill>
                            <a:srgbClr val="333333"/>
                          </a:solidFill>
                          <a:effectLst/>
                        </a:rPr>
                        <a:t>ORM, Admin 등 풀스택 지원</a:t>
                      </a:r>
                      <a:endParaRPr lang="ko-KR">
                        <a:effectLst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026831"/>
                  </a:ext>
                </a:extLst>
              </a:tr>
              <a:tr h="48092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b="1">
                          <a:solidFill>
                            <a:srgbClr val="333333"/>
                          </a:solidFill>
                          <a:effectLst/>
                        </a:rPr>
                        <a:t>커뮤니티</a:t>
                      </a:r>
                      <a:endParaRPr lang="ko-KR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>
                          <a:solidFill>
                            <a:srgbClr val="333333"/>
                          </a:solidFill>
                          <a:effectLst/>
                        </a:rPr>
                        <a:t>최근 급성장</a:t>
                      </a:r>
                      <a:endParaRPr lang="ko-KR">
                        <a:effectLst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>
                          <a:solidFill>
                            <a:srgbClr val="333333"/>
                          </a:solidFill>
                          <a:effectLst/>
                        </a:rPr>
                        <a:t>15년 이상, 방대한 자료</a:t>
                      </a:r>
                      <a:endParaRPr lang="ko-KR">
                        <a:effectLst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2433598"/>
                  </a:ext>
                </a:extLst>
              </a:tr>
              <a:tr h="48092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b="1">
                          <a:solidFill>
                            <a:srgbClr val="333333"/>
                          </a:solidFill>
                          <a:effectLst/>
                        </a:rPr>
                        <a:t>학습 곡선</a:t>
                      </a:r>
                      <a:endParaRPr lang="ko-KR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dirty="0">
                          <a:solidFill>
                            <a:srgbClr val="333333"/>
                          </a:solidFill>
                          <a:effectLst/>
                        </a:rPr>
                        <a:t>비교적 단순</a:t>
                      </a:r>
                      <a:endParaRPr lang="ko-KR" dirty="0">
                        <a:effectLst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dirty="0">
                          <a:solidFill>
                            <a:srgbClr val="333333"/>
                          </a:solidFill>
                          <a:effectLst/>
                        </a:rPr>
                        <a:t>조금 더 복잡</a:t>
                      </a:r>
                      <a:endParaRPr lang="ko-KR" dirty="0">
                        <a:effectLst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11378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54483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80EB46-A41F-42D1-925C-1E1D34396238}"/>
              </a:ext>
            </a:extLst>
          </p:cNvPr>
          <p:cNvSpPr txBox="1"/>
          <p:nvPr/>
        </p:nvSpPr>
        <p:spPr>
          <a:xfrm>
            <a:off x="660400" y="203587"/>
            <a:ext cx="111260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client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와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server</a:t>
            </a:r>
            <a:endParaRPr lang="ko-KR" altLang="en-US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75297CD-9753-4A7F-A617-C272413A0538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그림 2">
            <a:extLst>
              <a:ext uri="{FF2B5EF4-FFF2-40B4-BE49-F238E27FC236}">
                <a16:creationId xmlns:a16="http://schemas.microsoft.com/office/drawing/2014/main" id="{DE67A8A4-01D2-44F8-9AA7-19102A8375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28" y="1260594"/>
            <a:ext cx="10206505" cy="502276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2B072B21-6C09-4021-B2D2-6CC1D8F9C1F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4057" r="69867" b="9434"/>
          <a:stretch>
            <a:fillRect/>
          </a:stretch>
        </p:blipFill>
        <p:spPr>
          <a:xfrm>
            <a:off x="6137945" y="5689205"/>
            <a:ext cx="2340530" cy="596225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901094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80EB46-A41F-42D1-925C-1E1D34396238}"/>
              </a:ext>
            </a:extLst>
          </p:cNvPr>
          <p:cNvSpPr txBox="1"/>
          <p:nvPr/>
        </p:nvSpPr>
        <p:spPr>
          <a:xfrm>
            <a:off x="660400" y="203587"/>
            <a:ext cx="111260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HTTP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처리 방식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75297CD-9753-4A7F-A617-C272413A0538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그림 2">
            <a:extLst>
              <a:ext uri="{FF2B5EF4-FFF2-40B4-BE49-F238E27FC236}">
                <a16:creationId xmlns:a16="http://schemas.microsoft.com/office/drawing/2014/main" id="{E3EB1180-02F1-4558-B28C-A9CE446085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4458" y="1447835"/>
            <a:ext cx="10052807" cy="4539483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6AB0BE8F-41A6-4858-A978-DF410D22B5B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452" t="27422" r="25897" b="2588"/>
          <a:stretch>
            <a:fillRect/>
          </a:stretch>
        </p:blipFill>
        <p:spPr>
          <a:xfrm>
            <a:off x="4986859" y="4481664"/>
            <a:ext cx="2890404" cy="2172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5788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80EB46-A41F-42D1-925C-1E1D34396238}"/>
              </a:ext>
            </a:extLst>
          </p:cNvPr>
          <p:cNvSpPr txBox="1"/>
          <p:nvPr/>
        </p:nvSpPr>
        <p:spPr>
          <a:xfrm>
            <a:off x="660400" y="203587"/>
            <a:ext cx="111260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서버 구성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75297CD-9753-4A7F-A617-C272413A0538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그림 2">
            <a:extLst>
              <a:ext uri="{FF2B5EF4-FFF2-40B4-BE49-F238E27FC236}">
                <a16:creationId xmlns:a16="http://schemas.microsoft.com/office/drawing/2014/main" id="{0D16D498-53A7-45E1-9D8C-257B4DA1DE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570" y="1624824"/>
            <a:ext cx="9935361" cy="4473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2256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75297CD-9753-4A7F-A617-C272413A0538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2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0D7B34-EF87-7B6A-6B26-86639CD68222}"/>
              </a:ext>
            </a:extLst>
          </p:cNvPr>
          <p:cNvSpPr txBox="1"/>
          <p:nvPr/>
        </p:nvSpPr>
        <p:spPr>
          <a:xfrm>
            <a:off x="2726421" y="2967335"/>
            <a:ext cx="6375634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5400" b="1" dirty="0" err="1"/>
              <a:t>fastApi</a:t>
            </a:r>
            <a:r>
              <a:rPr lang="ko-KR" altLang="en-US" sz="5400" b="1" dirty="0"/>
              <a:t> 설치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7B2A0E9F-BC04-FF41-2773-685839C12E3F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74155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80EB46-A41F-42D1-925C-1E1D34396238}"/>
              </a:ext>
            </a:extLst>
          </p:cNvPr>
          <p:cNvSpPr txBox="1"/>
          <p:nvPr/>
        </p:nvSpPr>
        <p:spPr>
          <a:xfrm>
            <a:off x="660400" y="203587"/>
            <a:ext cx="111260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python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패키지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pip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업그레이드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75297CD-9753-4A7F-A617-C272413A0538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2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C08E856A-B482-5300-82A4-40591081BEBD}"/>
              </a:ext>
            </a:extLst>
          </p:cNvPr>
          <p:cNvSpPr/>
          <p:nvPr/>
        </p:nvSpPr>
        <p:spPr>
          <a:xfrm>
            <a:off x="416358" y="1560536"/>
            <a:ext cx="10937442" cy="13278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pip : Python Install Package </a:t>
            </a:r>
            <a:r>
              <a:rPr lang="ko-KR" altLang="en-US" sz="16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의 약자로 </a:t>
            </a:r>
            <a:r>
              <a:rPr lang="en-US" altLang="ko-KR" sz="16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SW</a:t>
            </a:r>
            <a:r>
              <a:rPr lang="ko-KR" altLang="en-US" sz="16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패키지를 사용하기 위한 명령어</a:t>
            </a:r>
            <a:endParaRPr lang="en-US" altLang="ko-KR" sz="1600" spc="-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ctr"/>
            <a:r>
              <a:rPr lang="en-US" altLang="ko-KR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python –m pip install --upgrade pip  (</a:t>
            </a:r>
            <a:r>
              <a:rPr lang="ko-KR" altLang="en-US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윈도우</a:t>
            </a:r>
            <a:r>
              <a:rPr lang="en-US" altLang="ko-KR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)</a:t>
            </a:r>
            <a:endParaRPr lang="ko-KR" altLang="en-US" sz="2400" spc="-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A7DBF5D-5DE0-F4A5-D353-A05AB94FAFDE}"/>
              </a:ext>
            </a:extLst>
          </p:cNvPr>
          <p:cNvSpPr/>
          <p:nvPr/>
        </p:nvSpPr>
        <p:spPr>
          <a:xfrm>
            <a:off x="416358" y="3734495"/>
            <a:ext cx="5545903" cy="19798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pip install </a:t>
            </a:r>
            <a:r>
              <a:rPr lang="en-US" altLang="ko-KR" sz="2400" spc="-15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fastapi</a:t>
            </a:r>
            <a:endParaRPr lang="en-US" altLang="ko-KR" sz="2400" spc="-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ctr"/>
            <a:r>
              <a:rPr lang="en-US" altLang="ko-KR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pip install </a:t>
            </a:r>
            <a:r>
              <a:rPr lang="en-US" altLang="ko-KR" sz="2400" spc="-15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uvicorn</a:t>
            </a:r>
            <a:endParaRPr lang="en-US" altLang="ko-KR" sz="2400" spc="-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ctr"/>
            <a:br>
              <a:rPr lang="en-US" altLang="ko-KR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altLang="ko-KR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&lt;</a:t>
            </a:r>
            <a:r>
              <a:rPr lang="ko-KR" altLang="en-US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확인</a:t>
            </a:r>
            <a:r>
              <a:rPr lang="en-US" altLang="ko-KR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&gt;</a:t>
            </a:r>
            <a:br>
              <a:rPr lang="en-US" altLang="ko-KR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altLang="ko-KR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pip list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9C0A123-D5A5-9240-7D98-9DD2DAC49BC2}"/>
              </a:ext>
            </a:extLst>
          </p:cNvPr>
          <p:cNvCxnSpPr/>
          <p:nvPr/>
        </p:nvCxnSpPr>
        <p:spPr>
          <a:xfrm>
            <a:off x="416358" y="2983679"/>
            <a:ext cx="1087522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0B08D7D5-7EAA-3515-79E3-7A703CDBC65F}"/>
              </a:ext>
            </a:extLst>
          </p:cNvPr>
          <p:cNvSpPr/>
          <p:nvPr/>
        </p:nvSpPr>
        <p:spPr>
          <a:xfrm>
            <a:off x="538480" y="3126341"/>
            <a:ext cx="17956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2400" dirty="0" err="1">
                <a:latin typeface="Noto Sans KR"/>
              </a:rPr>
              <a:t>fastApi</a:t>
            </a:r>
            <a:r>
              <a:rPr lang="en-US" altLang="ko-KR" sz="2400" b="0" i="0" dirty="0">
                <a:effectLst/>
                <a:latin typeface="Noto Sans KR"/>
              </a:rPr>
              <a:t> </a:t>
            </a:r>
            <a:r>
              <a:rPr lang="ko-KR" altLang="en-US" sz="2400" b="0" i="0" dirty="0">
                <a:effectLst/>
                <a:latin typeface="Noto Sans KR"/>
              </a:rPr>
              <a:t>설치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A463664-85A4-1AEE-3A26-5D27B893253D}"/>
              </a:ext>
            </a:extLst>
          </p:cNvPr>
          <p:cNvSpPr/>
          <p:nvPr/>
        </p:nvSpPr>
        <p:spPr>
          <a:xfrm>
            <a:off x="538480" y="1003562"/>
            <a:ext cx="21275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2400" dirty="0">
                <a:latin typeface="Noto Sans KR"/>
              </a:rPr>
              <a:t>Pip </a:t>
            </a:r>
            <a:r>
              <a:rPr lang="ko-KR" altLang="en-US" sz="2400" dirty="0">
                <a:latin typeface="Noto Sans KR"/>
              </a:rPr>
              <a:t>업그레이드</a:t>
            </a:r>
            <a:endParaRPr lang="ko-KR" altLang="en-US" sz="2400" b="0" i="0" dirty="0">
              <a:effectLst/>
              <a:latin typeface="Noto Sans KR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CADB9C50-C6A2-DEDC-5E28-16288ABA9E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2434789"/>
              </p:ext>
            </p:extLst>
          </p:nvPr>
        </p:nvGraphicFramePr>
        <p:xfrm>
          <a:off x="6223430" y="3734495"/>
          <a:ext cx="5257800" cy="1724266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621236">
                  <a:extLst>
                    <a:ext uri="{9D8B030D-6E8A-4147-A177-3AD203B41FA5}">
                      <a16:colId xmlns:a16="http://schemas.microsoft.com/office/drawing/2014/main" val="1186072405"/>
                    </a:ext>
                  </a:extLst>
                </a:gridCol>
                <a:gridCol w="3636564">
                  <a:extLst>
                    <a:ext uri="{9D8B030D-6E8A-4147-A177-3AD203B41FA5}">
                      <a16:colId xmlns:a16="http://schemas.microsoft.com/office/drawing/2014/main" val="1957459269"/>
                    </a:ext>
                  </a:extLst>
                </a:gridCol>
              </a:tblGrid>
              <a:tr h="6269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/>
                        <a:t>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/>
                        <a:t>역할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80756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/>
                        <a:t>uvicorn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/>
                        <a:t>FastAPI 앱 실행 서버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52744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/>
                        <a:t>uv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dirty="0" err="1"/>
                        <a:t>Python</a:t>
                      </a:r>
                      <a:r>
                        <a:rPr lang="ko-KR" dirty="0"/>
                        <a:t> 패키지/환경 관리 도구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1757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/>
                        <a:t>fastapi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dirty="0"/>
                        <a:t>API 프레임워크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500643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0CCE45CA-3DF5-D26C-6ED7-C098A732B360}"/>
              </a:ext>
            </a:extLst>
          </p:cNvPr>
          <p:cNvSpPr/>
          <p:nvPr/>
        </p:nvSpPr>
        <p:spPr>
          <a:xfrm>
            <a:off x="416358" y="5860875"/>
            <a:ext cx="5545903" cy="7935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spc="-150" dirty="0" err="1">
                <a:solidFill>
                  <a:srgbClr val="EE0000"/>
                </a:solidFill>
              </a:rPr>
              <a:t>uvicorn</a:t>
            </a:r>
            <a:r>
              <a:rPr lang="en-US" altLang="ko-KR" sz="2400" spc="-150" dirty="0">
                <a:solidFill>
                  <a:srgbClr val="EE0000"/>
                </a:solidFill>
              </a:rPr>
              <a:t> </a:t>
            </a:r>
            <a:r>
              <a:rPr lang="en-US" altLang="ko-KR" sz="2400" spc="-150" dirty="0" err="1">
                <a:solidFill>
                  <a:srgbClr val="EE0000"/>
                </a:solidFill>
              </a:rPr>
              <a:t>main:app</a:t>
            </a:r>
            <a:r>
              <a:rPr lang="en-US" altLang="ko-KR" sz="2400" spc="-150" dirty="0">
                <a:solidFill>
                  <a:srgbClr val="EE0000"/>
                </a:solidFill>
              </a:rPr>
              <a:t> –reload   </a:t>
            </a:r>
            <a:r>
              <a:rPr lang="en-US" altLang="ko-KR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 </a:t>
            </a:r>
            <a:r>
              <a:rPr lang="ko-KR" altLang="en-US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실행</a:t>
            </a:r>
            <a:br>
              <a:rPr lang="en-US" altLang="ko-KR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altLang="ko-KR" sz="2400" spc="-15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uvicorn</a:t>
            </a:r>
            <a:r>
              <a:rPr lang="en-US" altLang="ko-KR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ko-KR" sz="2400" spc="-15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main:app</a:t>
            </a:r>
            <a:r>
              <a:rPr lang="en-US" altLang="ko-KR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--reload --port 8001</a:t>
            </a:r>
          </a:p>
        </p:txBody>
      </p:sp>
    </p:spTree>
    <p:extLst>
      <p:ext uri="{BB962C8B-B14F-4D97-AF65-F5344CB8AC3E}">
        <p14:creationId xmlns:p14="http://schemas.microsoft.com/office/powerpoint/2010/main" val="17556704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80EB46-A41F-42D1-925C-1E1D34396238}"/>
              </a:ext>
            </a:extLst>
          </p:cNvPr>
          <p:cNvSpPr txBox="1"/>
          <p:nvPr/>
        </p:nvSpPr>
        <p:spPr>
          <a:xfrm>
            <a:off x="660400" y="203587"/>
            <a:ext cx="111260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[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참조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] 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가상환경 세팅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- </a:t>
            </a:r>
            <a:r>
              <a:rPr lang="en-US" altLang="ko-KR" sz="3600" b="1" i="0" dirty="0">
                <a:solidFill>
                  <a:srgbClr val="333333"/>
                </a:solidFill>
                <a:effectLst/>
                <a:latin typeface="Helvetica Neue"/>
              </a:rPr>
              <a:t>Virtual environment</a:t>
            </a:r>
            <a:r>
              <a:rPr lang="ko-KR" altLang="en-US" sz="3300" b="1" i="0" spc="-3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Helvetica Neue"/>
              </a:rPr>
              <a:t> </a:t>
            </a:r>
            <a:endParaRPr lang="en-US" altLang="ko-KR" sz="3600" b="1" i="0" dirty="0">
              <a:solidFill>
                <a:srgbClr val="333333"/>
              </a:solidFill>
              <a:effectLst/>
              <a:latin typeface="Helvetica Neue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75297CD-9753-4A7F-A617-C272413A0538}"/>
              </a:ext>
            </a:extLst>
          </p:cNvPr>
          <p:cNvSpPr txBox="1"/>
          <p:nvPr/>
        </p:nvSpPr>
        <p:spPr>
          <a:xfrm>
            <a:off x="111760" y="81617"/>
            <a:ext cx="4235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*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5CA7527-5E2B-47BB-9383-4F8ADF9018AB}"/>
              </a:ext>
            </a:extLst>
          </p:cNvPr>
          <p:cNvSpPr/>
          <p:nvPr/>
        </p:nvSpPr>
        <p:spPr>
          <a:xfrm>
            <a:off x="416358" y="1064241"/>
            <a:ext cx="10937442" cy="16433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8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가상환경 </a:t>
            </a:r>
            <a:r>
              <a:rPr lang="en-US" altLang="ko-KR" sz="28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– </a:t>
            </a:r>
            <a:r>
              <a:rPr lang="en-US" altLang="ko-KR" sz="2800" spc="-15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Virtualenv</a:t>
            </a:r>
            <a:endParaRPr lang="en-US" altLang="ko-KR" sz="2800" spc="-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ctr"/>
            <a:r>
              <a:rPr lang="ko-KR" altLang="en-US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한 서버에서 </a:t>
            </a:r>
            <a:r>
              <a:rPr lang="ko-KR" altLang="en-US" spc="-15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여러개의</a:t>
            </a:r>
            <a:r>
              <a:rPr lang="ko-KR" altLang="en-US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프로젝트 진행 시</a:t>
            </a:r>
            <a:r>
              <a:rPr lang="en-US" altLang="ko-KR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</a:p>
          <a:p>
            <a:pPr algn="ctr"/>
            <a:r>
              <a:rPr lang="ko-KR" altLang="en-US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여러 프로젝트의 파이썬 라이브러리 버전간 충돌을 방지하기 위해 </a:t>
            </a:r>
            <a:endParaRPr lang="en-US" altLang="ko-KR" spc="-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ctr"/>
            <a:r>
              <a:rPr lang="ko-KR" altLang="en-US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프로젝트마다 독립적인 환경을 제공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66A46C2-EE30-4665-B00C-39AC83354162}"/>
              </a:ext>
            </a:extLst>
          </p:cNvPr>
          <p:cNvSpPr/>
          <p:nvPr/>
        </p:nvSpPr>
        <p:spPr>
          <a:xfrm>
            <a:off x="405538" y="2921904"/>
            <a:ext cx="7530447" cy="126188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2000" b="1" spc="-150" dirty="0">
                <a:solidFill>
                  <a:schemeClr val="accent3">
                    <a:lumMod val="50000"/>
                  </a:schemeClr>
                </a:solidFill>
              </a:rPr>
              <a:t># </a:t>
            </a:r>
            <a:r>
              <a:rPr lang="ko-KR" altLang="en-US" sz="2000" b="1" spc="-150" dirty="0">
                <a:solidFill>
                  <a:schemeClr val="accent3">
                    <a:lumMod val="50000"/>
                  </a:schemeClr>
                </a:solidFill>
              </a:rPr>
              <a:t>해당 폴더 생성 후 </a:t>
            </a:r>
            <a:r>
              <a:rPr lang="en-US" altLang="ko-KR" sz="2000" b="1" spc="-150" dirty="0">
                <a:solidFill>
                  <a:schemeClr val="accent3">
                    <a:lumMod val="50000"/>
                  </a:schemeClr>
                </a:solidFill>
              </a:rPr>
              <a:t>&gt; </a:t>
            </a:r>
            <a:r>
              <a:rPr lang="ko-KR" altLang="en-US" sz="2000" b="1" spc="-150" dirty="0">
                <a:solidFill>
                  <a:schemeClr val="accent3">
                    <a:lumMod val="50000"/>
                  </a:schemeClr>
                </a:solidFill>
              </a:rPr>
              <a:t>폴더 위치 이동 </a:t>
            </a:r>
            <a:br>
              <a:rPr lang="en-US" altLang="ko-KR" sz="2000" b="1" spc="-150" dirty="0">
                <a:solidFill>
                  <a:schemeClr val="accent3">
                    <a:lumMod val="50000"/>
                  </a:schemeClr>
                </a:solidFill>
              </a:rPr>
            </a:br>
            <a:endParaRPr lang="ko-KR" altLang="en-US" sz="2000" b="1" spc="-15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en-US" altLang="ko-KR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pip install </a:t>
            </a:r>
            <a:r>
              <a:rPr lang="en-US" altLang="ko-KR" spc="-15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virtualenv</a:t>
            </a:r>
            <a:r>
              <a:rPr lang="en-US" altLang="ko-KR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# </a:t>
            </a:r>
            <a:r>
              <a:rPr lang="ko-KR" altLang="en-US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가상환경 설치</a:t>
            </a:r>
            <a:endParaRPr lang="en-US" altLang="ko-KR" spc="-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altLang="ko-KR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python -m </a:t>
            </a:r>
            <a:r>
              <a:rPr lang="en-US" altLang="ko-KR" spc="-15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venv</a:t>
            </a:r>
            <a:r>
              <a:rPr lang="en-US" altLang="ko-KR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.</a:t>
            </a:r>
            <a:r>
              <a:rPr lang="en-US" altLang="ko-KR" spc="-15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venv</a:t>
            </a:r>
            <a:r>
              <a:rPr lang="en-US" altLang="ko-KR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#</a:t>
            </a:r>
            <a:r>
              <a:rPr lang="ko-KR" altLang="en-US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가상환경 생성 </a:t>
            </a:r>
            <a:r>
              <a:rPr lang="en-US" altLang="ko-KR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– </a:t>
            </a:r>
            <a:r>
              <a:rPr lang="ko-KR" altLang="en-US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현재 폴더에 </a:t>
            </a:r>
            <a:r>
              <a:rPr lang="en-US" altLang="ko-KR" spc="-15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my_env</a:t>
            </a:r>
            <a:r>
              <a:rPr lang="ko-KR" altLang="en-US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폴더 생성됨</a:t>
            </a:r>
            <a:r>
              <a:rPr lang="en-US" altLang="ko-KR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  <a:endParaRPr lang="ko-KR" altLang="en-US" spc="-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399C21AB-3D8C-440B-9B15-984332D6F976}"/>
              </a:ext>
            </a:extLst>
          </p:cNvPr>
          <p:cNvSpPr/>
          <p:nvPr/>
        </p:nvSpPr>
        <p:spPr>
          <a:xfrm>
            <a:off x="405538" y="4398111"/>
            <a:ext cx="7530447" cy="1538883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2000" b="1" spc="-150" dirty="0">
                <a:solidFill>
                  <a:schemeClr val="accent3">
                    <a:lumMod val="50000"/>
                  </a:schemeClr>
                </a:solidFill>
              </a:rPr>
              <a:t># </a:t>
            </a:r>
            <a:r>
              <a:rPr lang="ko-KR" altLang="en-US" sz="2000" b="1" spc="-150" dirty="0">
                <a:solidFill>
                  <a:schemeClr val="accent3">
                    <a:lumMod val="50000"/>
                  </a:schemeClr>
                </a:solidFill>
              </a:rPr>
              <a:t>가상환경 활성화 </a:t>
            </a:r>
            <a:r>
              <a:rPr lang="en-US" altLang="ko-KR" sz="2000" b="1" spc="-150" dirty="0">
                <a:solidFill>
                  <a:schemeClr val="accent3">
                    <a:lumMod val="50000"/>
                  </a:schemeClr>
                </a:solidFill>
              </a:rPr>
              <a:t>/ </a:t>
            </a:r>
            <a:r>
              <a:rPr lang="ko-KR" altLang="en-US" sz="2000" b="1" spc="-150" dirty="0">
                <a:solidFill>
                  <a:schemeClr val="accent3">
                    <a:lumMod val="50000"/>
                  </a:schemeClr>
                </a:solidFill>
              </a:rPr>
              <a:t>가상환경 해제 </a:t>
            </a:r>
            <a:br>
              <a:rPr lang="en-US" altLang="ko-KR" sz="2000" b="1" spc="-150" dirty="0">
                <a:solidFill>
                  <a:schemeClr val="accent3">
                    <a:lumMod val="50000"/>
                  </a:schemeClr>
                </a:solidFill>
              </a:rPr>
            </a:br>
            <a:endParaRPr lang="ko-KR" altLang="en-US" sz="2000" b="1" spc="-15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SF Mono"/>
              </a:rPr>
              <a:t>.</a:t>
            </a:r>
            <a:r>
              <a:rPr lang="en-US" altLang="ko-KR" b="0" i="0" dirty="0" err="1">
                <a:solidFill>
                  <a:srgbClr val="000000"/>
                </a:solidFill>
                <a:effectLst/>
                <a:latin typeface="SF Mono"/>
              </a:rPr>
              <a:t>venv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SF Mono"/>
              </a:rPr>
              <a:t>\Scripts\activate.bat    </a:t>
            </a:r>
            <a:r>
              <a:rPr lang="en-US" altLang="ko-KR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# </a:t>
            </a:r>
            <a:r>
              <a:rPr lang="en-US" altLang="ko-KR" spc="-15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my_env</a:t>
            </a:r>
            <a:r>
              <a:rPr lang="en-US" altLang="ko-KR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\Scripts\ </a:t>
            </a:r>
            <a:r>
              <a:rPr lang="ko-KR" altLang="en-US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폴더에서 </a:t>
            </a:r>
            <a:r>
              <a:rPr lang="en-US" altLang="ko-KR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activate.bat </a:t>
            </a:r>
            <a:r>
              <a:rPr lang="ko-KR" altLang="en-US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실행</a:t>
            </a:r>
            <a:br>
              <a:rPr lang="en-US" altLang="ko-KR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altLang="ko-KR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                             # (</a:t>
            </a:r>
            <a:r>
              <a:rPr lang="en-US" altLang="ko-KR" spc="-15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my_env</a:t>
            </a:r>
            <a:r>
              <a:rPr lang="en-US" altLang="ko-KR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) </a:t>
            </a:r>
            <a:r>
              <a:rPr lang="ko-KR" altLang="en-US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표시가 나타남</a:t>
            </a:r>
            <a:r>
              <a:rPr lang="en-US" altLang="ko-KR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SF Mono"/>
              </a:rPr>
              <a:t>(</a:t>
            </a:r>
            <a:r>
              <a:rPr lang="en-US" altLang="ko-KR" dirty="0" err="1">
                <a:solidFill>
                  <a:srgbClr val="000000"/>
                </a:solidFill>
                <a:latin typeface="SF Mono"/>
              </a:rPr>
              <a:t>my_env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SF Mono"/>
              </a:rPr>
              <a:t>) </a:t>
            </a:r>
            <a:r>
              <a:rPr lang="en-US" altLang="ko-KR" b="0" i="0" dirty="0" err="1">
                <a:solidFill>
                  <a:srgbClr val="000000"/>
                </a:solidFill>
                <a:effectLst/>
                <a:latin typeface="SF Mono"/>
              </a:rPr>
              <a:t>venv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SF Mono"/>
              </a:rPr>
              <a:t>\Scripts\deactivate   </a:t>
            </a:r>
            <a:r>
              <a:rPr lang="en-US" altLang="ko-KR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# deactivate </a:t>
            </a:r>
            <a:r>
              <a:rPr lang="ko-KR" altLang="en-US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빠져나옴</a:t>
            </a:r>
            <a:r>
              <a:rPr lang="en-US" altLang="ko-KR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  <a:endParaRPr lang="ko-KR" altLang="en-US" spc="-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810E3069-FA79-4E4E-B7C2-C5325D75F702}"/>
              </a:ext>
            </a:extLst>
          </p:cNvPr>
          <p:cNvSpPr/>
          <p:nvPr/>
        </p:nvSpPr>
        <p:spPr>
          <a:xfrm>
            <a:off x="8657438" y="3143956"/>
            <a:ext cx="2508309" cy="250830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같은 환경에서</a:t>
            </a:r>
            <a:endParaRPr lang="en-US" altLang="ko-KR" dirty="0"/>
          </a:p>
          <a:p>
            <a:pPr algn="ctr"/>
            <a:r>
              <a:rPr lang="ko-KR" altLang="en-US" dirty="0"/>
              <a:t>진행된다면</a:t>
            </a:r>
            <a:endParaRPr lang="en-US" altLang="ko-KR" dirty="0"/>
          </a:p>
          <a:p>
            <a:pPr algn="ctr"/>
            <a:r>
              <a:rPr lang="ko-KR" altLang="en-US" dirty="0"/>
              <a:t>설정할 </a:t>
            </a:r>
            <a:r>
              <a:rPr lang="ko-KR" altLang="en-US" dirty="0" err="1"/>
              <a:t>필요없음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988856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75297CD-9753-4A7F-A617-C272413A0538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3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0D7B34-EF87-7B6A-6B26-86639CD68222}"/>
              </a:ext>
            </a:extLst>
          </p:cNvPr>
          <p:cNvSpPr txBox="1"/>
          <p:nvPr/>
        </p:nvSpPr>
        <p:spPr>
          <a:xfrm>
            <a:off x="2491530" y="2956339"/>
            <a:ext cx="7046753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5400" b="1" dirty="0"/>
              <a:t>실행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7B2A0E9F-BC04-FF41-2773-685839C12E3F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0937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A8A5C-7A86-AC4A-FE89-F16E52AB3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098816-DFCD-0DFB-B060-C96231D27DA9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90F0C1E0-B474-38EF-D4BF-58C9CD675112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EDE5999-2786-4D25-8C48-0BE6A9313863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main.py : router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없는 버전</a:t>
            </a:r>
            <a:endParaRPr lang="en-US" altLang="ko-KR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25FCCB3-848A-9497-C180-982A8BCFF3B3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3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F0D1D4FF-9D5B-0C88-24D1-28DF07426D8C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28230B5-DBF7-6AC8-B351-7B4748704DB5}"/>
              </a:ext>
            </a:extLst>
          </p:cNvPr>
          <p:cNvSpPr txBox="1"/>
          <p:nvPr/>
        </p:nvSpPr>
        <p:spPr>
          <a:xfrm>
            <a:off x="2603241" y="937614"/>
            <a:ext cx="5696622" cy="4770537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ko-KR" dirty="0" err="1"/>
              <a:t>from</a:t>
            </a:r>
            <a:r>
              <a:rPr lang="ko-KR" altLang="ko-KR" dirty="0"/>
              <a:t> </a:t>
            </a:r>
            <a:r>
              <a:rPr lang="ko-KR" altLang="ko-KR" dirty="0" err="1"/>
              <a:t>fastapi</a:t>
            </a:r>
            <a:r>
              <a:rPr lang="ko-KR" altLang="ko-KR" dirty="0"/>
              <a:t> </a:t>
            </a:r>
            <a:r>
              <a:rPr lang="ko-KR" altLang="ko-KR" dirty="0" err="1"/>
              <a:t>import</a:t>
            </a:r>
            <a:r>
              <a:rPr lang="ko-KR" altLang="ko-KR" dirty="0"/>
              <a:t> </a:t>
            </a:r>
            <a:r>
              <a:rPr lang="ko-KR" altLang="ko-KR" dirty="0" err="1"/>
              <a:t>FastAPI</a:t>
            </a:r>
            <a:endParaRPr lang="ko-KR" altLang="ko-KR" dirty="0"/>
          </a:p>
          <a:p>
            <a:r>
              <a:rPr lang="ko-KR" altLang="ko-KR" dirty="0" err="1"/>
              <a:t>from</a:t>
            </a:r>
            <a:r>
              <a:rPr lang="ko-KR" altLang="ko-KR" dirty="0"/>
              <a:t> </a:t>
            </a:r>
            <a:r>
              <a:rPr lang="ko-KR" altLang="ko-KR" dirty="0" err="1"/>
              <a:t>typing</a:t>
            </a:r>
            <a:r>
              <a:rPr lang="ko-KR" altLang="ko-KR" dirty="0"/>
              <a:t> </a:t>
            </a:r>
            <a:r>
              <a:rPr lang="ko-KR" altLang="ko-KR" dirty="0" err="1"/>
              <a:t>import</a:t>
            </a:r>
            <a:r>
              <a:rPr lang="ko-KR" altLang="ko-KR" dirty="0"/>
              <a:t> Union</a:t>
            </a:r>
          </a:p>
          <a:p>
            <a:br>
              <a:rPr lang="ko-KR" altLang="ko-KR" dirty="0"/>
            </a:br>
            <a:r>
              <a:rPr lang="ko-KR" altLang="ko-KR" dirty="0" err="1"/>
              <a:t>app</a:t>
            </a:r>
            <a:r>
              <a:rPr lang="ko-KR" altLang="ko-KR" dirty="0"/>
              <a:t> = </a:t>
            </a:r>
            <a:r>
              <a:rPr lang="ko-KR" altLang="ko-KR" dirty="0" err="1"/>
              <a:t>FastAPI</a:t>
            </a:r>
            <a:r>
              <a:rPr lang="ko-KR" altLang="ko-KR" dirty="0"/>
              <a:t>()</a:t>
            </a:r>
          </a:p>
          <a:p>
            <a:endParaRPr lang="ko-KR" altLang="ko-KR" dirty="0"/>
          </a:p>
          <a:p>
            <a:r>
              <a:rPr lang="ko-KR" altLang="ko-KR" dirty="0"/>
              <a:t>@app.get("/")</a:t>
            </a:r>
          </a:p>
          <a:p>
            <a:r>
              <a:rPr lang="ko-KR" altLang="ko-KR" dirty="0" err="1"/>
              <a:t>def</a:t>
            </a:r>
            <a:r>
              <a:rPr lang="ko-KR" altLang="ko-KR" dirty="0"/>
              <a:t> </a:t>
            </a:r>
            <a:r>
              <a:rPr lang="ko-KR" altLang="ko-KR" dirty="0" err="1"/>
              <a:t>read_root</a:t>
            </a:r>
            <a:r>
              <a:rPr lang="ko-KR" altLang="ko-KR" dirty="0"/>
              <a:t>():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return</a:t>
            </a:r>
            <a:r>
              <a:rPr lang="ko-KR" altLang="ko-KR" dirty="0"/>
              <a:t> {"</a:t>
            </a:r>
            <a:r>
              <a:rPr lang="ko-KR" altLang="ko-KR" dirty="0" err="1"/>
              <a:t>Hello</a:t>
            </a:r>
            <a:r>
              <a:rPr lang="ko-KR" altLang="ko-KR" dirty="0"/>
              <a:t>":"</a:t>
            </a:r>
            <a:r>
              <a:rPr lang="ko-KR" altLang="ko-KR" dirty="0" err="1"/>
              <a:t>world</a:t>
            </a:r>
            <a:r>
              <a:rPr lang="ko-KR" altLang="ko-KR" dirty="0"/>
              <a:t>"}</a:t>
            </a:r>
          </a:p>
          <a:p>
            <a:endParaRPr lang="ko-KR" altLang="ko-KR" dirty="0"/>
          </a:p>
          <a:p>
            <a:r>
              <a:rPr lang="ko-KR" altLang="ko-KR" dirty="0"/>
              <a:t>@app.get("/items/{item_id}")</a:t>
            </a:r>
          </a:p>
          <a:p>
            <a:r>
              <a:rPr lang="ko-KR" altLang="ko-KR" dirty="0" err="1"/>
              <a:t>def</a:t>
            </a:r>
            <a:r>
              <a:rPr lang="ko-KR" altLang="ko-KR" dirty="0"/>
              <a:t> </a:t>
            </a:r>
            <a:r>
              <a:rPr lang="ko-KR" altLang="ko-KR" dirty="0" err="1"/>
              <a:t>read_item</a:t>
            </a:r>
            <a:r>
              <a:rPr lang="ko-KR" altLang="ko-KR" dirty="0"/>
              <a:t>(</a:t>
            </a:r>
            <a:r>
              <a:rPr lang="ko-KR" altLang="ko-KR" dirty="0" err="1"/>
              <a:t>item_id:int,q:str</a:t>
            </a:r>
            <a:r>
              <a:rPr lang="en-US" altLang="ko-KR" dirty="0"/>
              <a:t> | </a:t>
            </a:r>
            <a:r>
              <a:rPr lang="ko-KR" altLang="ko-KR" dirty="0" err="1"/>
              <a:t>None</a:t>
            </a:r>
            <a:r>
              <a:rPr lang="ko-KR" altLang="ko-KR" dirty="0"/>
              <a:t> = </a:t>
            </a:r>
            <a:r>
              <a:rPr lang="ko-KR" altLang="ko-KR" dirty="0" err="1"/>
              <a:t>None</a:t>
            </a:r>
            <a:r>
              <a:rPr lang="ko-KR" altLang="ko-KR" dirty="0"/>
              <a:t>):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return</a:t>
            </a:r>
            <a:r>
              <a:rPr lang="ko-KR" altLang="ko-KR" dirty="0"/>
              <a:t> {"item_</a:t>
            </a:r>
            <a:r>
              <a:rPr lang="ko-KR" altLang="ko-KR" dirty="0" err="1"/>
              <a:t>id</a:t>
            </a:r>
            <a:r>
              <a:rPr lang="ko-KR" altLang="ko-KR" dirty="0"/>
              <a:t>":item_</a:t>
            </a:r>
            <a:r>
              <a:rPr lang="ko-KR" altLang="ko-KR" dirty="0" err="1"/>
              <a:t>id</a:t>
            </a:r>
            <a:r>
              <a:rPr lang="ko-KR" altLang="ko-KR" dirty="0"/>
              <a:t>,"</a:t>
            </a:r>
            <a:r>
              <a:rPr lang="ko-KR" altLang="ko-KR" dirty="0" err="1"/>
              <a:t>q</a:t>
            </a:r>
            <a:r>
              <a:rPr lang="ko-KR" altLang="ko-KR" dirty="0"/>
              <a:t>":</a:t>
            </a:r>
            <a:r>
              <a:rPr lang="ko-KR" altLang="ko-KR" dirty="0" err="1"/>
              <a:t>q</a:t>
            </a:r>
            <a:r>
              <a:rPr lang="ko-KR" altLang="ko-KR" dirty="0"/>
              <a:t>}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sz="1400" dirty="0">
                <a:solidFill>
                  <a:srgbClr val="EE0000"/>
                </a:solidFill>
              </a:rPr>
              <a:t># 2</a:t>
            </a:r>
            <a:r>
              <a:rPr lang="ko-KR" altLang="en-US" sz="1400" dirty="0">
                <a:solidFill>
                  <a:srgbClr val="EE0000"/>
                </a:solidFill>
              </a:rPr>
              <a:t>개 쿼리</a:t>
            </a:r>
            <a:br>
              <a:rPr lang="en-US" altLang="ko-KR" dirty="0"/>
            </a:br>
            <a:r>
              <a:rPr lang="ko-KR" altLang="ko-KR" sz="1400" dirty="0">
                <a:solidFill>
                  <a:srgbClr val="EE0000"/>
                </a:solidFill>
              </a:rPr>
              <a:t>@app.get("/items/{item_id}")</a:t>
            </a:r>
          </a:p>
          <a:p>
            <a:r>
              <a:rPr lang="ko-KR" altLang="ko-KR" sz="1400" dirty="0" err="1">
                <a:solidFill>
                  <a:srgbClr val="EE0000"/>
                </a:solidFill>
              </a:rPr>
              <a:t>def</a:t>
            </a:r>
            <a:r>
              <a:rPr lang="ko-KR" altLang="ko-KR" sz="1400" dirty="0">
                <a:solidFill>
                  <a:srgbClr val="EE0000"/>
                </a:solidFill>
              </a:rPr>
              <a:t> </a:t>
            </a:r>
            <a:r>
              <a:rPr lang="ko-KR" altLang="ko-KR" sz="1400" dirty="0" err="1">
                <a:solidFill>
                  <a:srgbClr val="EE0000"/>
                </a:solidFill>
              </a:rPr>
              <a:t>read_item</a:t>
            </a:r>
            <a:r>
              <a:rPr lang="ko-KR" altLang="ko-KR" sz="1400" dirty="0">
                <a:solidFill>
                  <a:srgbClr val="EE0000"/>
                </a:solidFill>
              </a:rPr>
              <a:t>(</a:t>
            </a:r>
            <a:r>
              <a:rPr lang="ko-KR" altLang="ko-KR" sz="1400" dirty="0" err="1">
                <a:solidFill>
                  <a:srgbClr val="EE0000"/>
                </a:solidFill>
              </a:rPr>
              <a:t>item_id:int,name:str</a:t>
            </a:r>
            <a:r>
              <a:rPr lang="ko-KR" altLang="ko-KR" sz="1400" dirty="0">
                <a:solidFill>
                  <a:srgbClr val="EE0000"/>
                </a:solidFill>
              </a:rPr>
              <a:t> | </a:t>
            </a:r>
            <a:r>
              <a:rPr lang="ko-KR" altLang="ko-KR" sz="1400" dirty="0" err="1">
                <a:solidFill>
                  <a:srgbClr val="EE0000"/>
                </a:solidFill>
              </a:rPr>
              <a:t>None</a:t>
            </a:r>
            <a:r>
              <a:rPr lang="ko-KR" altLang="ko-KR" sz="1400" dirty="0">
                <a:solidFill>
                  <a:srgbClr val="EE0000"/>
                </a:solidFill>
              </a:rPr>
              <a:t>=</a:t>
            </a:r>
            <a:r>
              <a:rPr lang="ko-KR" altLang="ko-KR" sz="1400" dirty="0" err="1">
                <a:solidFill>
                  <a:srgbClr val="EE0000"/>
                </a:solidFill>
              </a:rPr>
              <a:t>None,id:str</a:t>
            </a:r>
            <a:r>
              <a:rPr lang="ko-KR" altLang="ko-KR" sz="1400" dirty="0">
                <a:solidFill>
                  <a:srgbClr val="EE0000"/>
                </a:solidFill>
              </a:rPr>
              <a:t> | </a:t>
            </a:r>
            <a:r>
              <a:rPr lang="ko-KR" altLang="ko-KR" sz="1400" dirty="0" err="1">
                <a:solidFill>
                  <a:srgbClr val="EE0000"/>
                </a:solidFill>
              </a:rPr>
              <a:t>None</a:t>
            </a:r>
            <a:r>
              <a:rPr lang="ko-KR" altLang="ko-KR" sz="1400" dirty="0">
                <a:solidFill>
                  <a:srgbClr val="EE0000"/>
                </a:solidFill>
              </a:rPr>
              <a:t>=</a:t>
            </a:r>
            <a:r>
              <a:rPr lang="ko-KR" altLang="ko-KR" sz="1400" dirty="0" err="1">
                <a:solidFill>
                  <a:srgbClr val="EE0000"/>
                </a:solidFill>
              </a:rPr>
              <a:t>None</a:t>
            </a:r>
            <a:r>
              <a:rPr lang="ko-KR" altLang="ko-KR" sz="1400" dirty="0">
                <a:solidFill>
                  <a:srgbClr val="EE0000"/>
                </a:solidFill>
              </a:rPr>
              <a:t>):</a:t>
            </a:r>
          </a:p>
          <a:p>
            <a:r>
              <a:rPr lang="ko-KR" altLang="ko-KR" sz="1400" dirty="0">
                <a:solidFill>
                  <a:srgbClr val="EE0000"/>
                </a:solidFill>
              </a:rPr>
              <a:t>    </a:t>
            </a:r>
            <a:r>
              <a:rPr lang="ko-KR" altLang="ko-KR" sz="1400" dirty="0" err="1">
                <a:solidFill>
                  <a:srgbClr val="EE0000"/>
                </a:solidFill>
              </a:rPr>
              <a:t>return</a:t>
            </a:r>
            <a:r>
              <a:rPr lang="ko-KR" altLang="ko-KR" sz="1400" dirty="0">
                <a:solidFill>
                  <a:srgbClr val="EE0000"/>
                </a:solidFill>
              </a:rPr>
              <a:t> {"item_</a:t>
            </a:r>
            <a:r>
              <a:rPr lang="ko-KR" altLang="ko-KR" sz="1400" dirty="0" err="1">
                <a:solidFill>
                  <a:srgbClr val="EE0000"/>
                </a:solidFill>
              </a:rPr>
              <a:t>id</a:t>
            </a:r>
            <a:r>
              <a:rPr lang="ko-KR" altLang="ko-KR" sz="1400" dirty="0">
                <a:solidFill>
                  <a:srgbClr val="EE0000"/>
                </a:solidFill>
              </a:rPr>
              <a:t>":item_</a:t>
            </a:r>
            <a:r>
              <a:rPr lang="ko-KR" altLang="ko-KR" sz="1400" dirty="0" err="1">
                <a:solidFill>
                  <a:srgbClr val="EE0000"/>
                </a:solidFill>
              </a:rPr>
              <a:t>id</a:t>
            </a:r>
            <a:r>
              <a:rPr lang="ko-KR" altLang="ko-KR" sz="1400" dirty="0">
                <a:solidFill>
                  <a:srgbClr val="EE0000"/>
                </a:solidFill>
              </a:rPr>
              <a:t>,"</a:t>
            </a:r>
            <a:r>
              <a:rPr lang="ko-KR" altLang="ko-KR" sz="1400" dirty="0" err="1">
                <a:solidFill>
                  <a:srgbClr val="EE0000"/>
                </a:solidFill>
              </a:rPr>
              <a:t>name</a:t>
            </a:r>
            <a:r>
              <a:rPr lang="ko-KR" altLang="ko-KR" sz="1400" dirty="0">
                <a:solidFill>
                  <a:srgbClr val="EE0000"/>
                </a:solidFill>
              </a:rPr>
              <a:t>":</a:t>
            </a:r>
            <a:r>
              <a:rPr lang="ko-KR" altLang="ko-KR" sz="1400" dirty="0" err="1">
                <a:solidFill>
                  <a:srgbClr val="EE0000"/>
                </a:solidFill>
              </a:rPr>
              <a:t>name</a:t>
            </a:r>
            <a:r>
              <a:rPr lang="ko-KR" altLang="ko-KR" sz="1400" dirty="0">
                <a:solidFill>
                  <a:srgbClr val="EE0000"/>
                </a:solidFill>
              </a:rPr>
              <a:t>,"</a:t>
            </a:r>
            <a:r>
              <a:rPr lang="ko-KR" altLang="ko-KR" sz="1400" dirty="0" err="1">
                <a:solidFill>
                  <a:srgbClr val="EE0000"/>
                </a:solidFill>
              </a:rPr>
              <a:t>id</a:t>
            </a:r>
            <a:r>
              <a:rPr lang="ko-KR" altLang="ko-KR" sz="1400" dirty="0">
                <a:solidFill>
                  <a:srgbClr val="EE0000"/>
                </a:solidFill>
              </a:rPr>
              <a:t>":</a:t>
            </a:r>
            <a:r>
              <a:rPr lang="ko-KR" altLang="ko-KR" sz="1400" dirty="0" err="1">
                <a:solidFill>
                  <a:srgbClr val="EE0000"/>
                </a:solidFill>
              </a:rPr>
              <a:t>id</a:t>
            </a:r>
            <a:r>
              <a:rPr lang="ko-KR" altLang="ko-KR" sz="1400" dirty="0">
                <a:solidFill>
                  <a:srgbClr val="EE0000"/>
                </a:solidFill>
              </a:rPr>
              <a:t>}</a:t>
            </a:r>
          </a:p>
          <a:p>
            <a:endParaRPr lang="en-US" altLang="ko-KR" sz="1400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D068843-4604-C0AB-CC9B-85AA0BCDB08D}"/>
              </a:ext>
            </a:extLst>
          </p:cNvPr>
          <p:cNvSpPr/>
          <p:nvPr/>
        </p:nvSpPr>
        <p:spPr>
          <a:xfrm>
            <a:off x="6534335" y="946003"/>
            <a:ext cx="1765527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main.py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7780034-AC49-E0C8-0E1A-64D439FEE1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569" y="1010658"/>
            <a:ext cx="2224090" cy="2758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2953E37-F045-5B6A-E619-0A1AB3FA4DE9}"/>
              </a:ext>
            </a:extLst>
          </p:cNvPr>
          <p:cNvSpPr txBox="1"/>
          <p:nvPr/>
        </p:nvSpPr>
        <p:spPr>
          <a:xfrm>
            <a:off x="8448444" y="946003"/>
            <a:ext cx="3634699" cy="1600438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get </a:t>
            </a:r>
            <a:r>
              <a:rPr lang="ko-KR" altLang="en-US" sz="1600" dirty="0"/>
              <a:t>요청으로 들어오면</a:t>
            </a:r>
            <a:endParaRPr lang="en-US" altLang="ko-KR" sz="1600" dirty="0"/>
          </a:p>
          <a:p>
            <a:r>
              <a:rPr lang="ko-KR" altLang="ko-KR" sz="1600" dirty="0"/>
              <a:t>/</a:t>
            </a:r>
            <a:r>
              <a:rPr lang="ko-KR" altLang="ko-KR" sz="1600" dirty="0" err="1"/>
              <a:t>items</a:t>
            </a:r>
            <a:r>
              <a:rPr lang="ko-KR" altLang="ko-KR" sz="1600" dirty="0"/>
              <a:t>/1</a:t>
            </a:r>
            <a:br>
              <a:rPr lang="ko-KR" altLang="ko-KR" sz="1600" dirty="0"/>
            </a:br>
            <a:r>
              <a:rPr lang="ko-KR" altLang="ko-KR" sz="1600" dirty="0"/>
              <a:t>/</a:t>
            </a:r>
            <a:r>
              <a:rPr lang="ko-KR" altLang="ko-KR" sz="1600" dirty="0" err="1"/>
              <a:t>items</a:t>
            </a:r>
            <a:r>
              <a:rPr lang="ko-KR" altLang="ko-KR" sz="1600" dirty="0"/>
              <a:t>/100</a:t>
            </a:r>
            <a:br>
              <a:rPr lang="ko-KR" altLang="ko-KR" sz="1600" dirty="0"/>
            </a:br>
            <a:r>
              <a:rPr lang="ko-KR" altLang="ko-KR" sz="1600" dirty="0"/>
              <a:t>/</a:t>
            </a:r>
            <a:r>
              <a:rPr lang="ko-KR" altLang="ko-KR" sz="1600" dirty="0" err="1"/>
              <a:t>items</a:t>
            </a:r>
            <a:r>
              <a:rPr lang="ko-KR" altLang="ko-KR" sz="1600" dirty="0"/>
              <a:t>/35</a:t>
            </a:r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ko-KR" dirty="0">
                <a:latin typeface="나눔스퀘어 Light (본문)"/>
              </a:rPr>
              <a:t>{</a:t>
            </a:r>
            <a:r>
              <a:rPr lang="ko-KR" altLang="ko-KR" dirty="0" err="1">
                <a:latin typeface="나눔스퀘어 Light (본문)"/>
              </a:rPr>
              <a:t>item_id</a:t>
            </a:r>
            <a:r>
              <a:rPr lang="ko-KR" altLang="ko-KR" dirty="0">
                <a:latin typeface="나눔스퀘어 Light (본문)"/>
              </a:rPr>
              <a:t>}</a:t>
            </a:r>
            <a:r>
              <a:rPr lang="ko-KR" altLang="ko-KR" sz="1600" dirty="0">
                <a:latin typeface="나눔스퀘어 Light (본문)"/>
              </a:rPr>
              <a:t>는 </a:t>
            </a:r>
            <a:r>
              <a:rPr lang="ko-KR" altLang="ko-KR" sz="1600" b="1" dirty="0">
                <a:latin typeface="나눔스퀘어 Light (본문)"/>
              </a:rPr>
              <a:t>경로 파라미터</a:t>
            </a:r>
            <a:br>
              <a:rPr lang="en-US" altLang="ko-KR" sz="1600" b="1" dirty="0">
                <a:latin typeface="나눔스퀘어 Light (본문)"/>
              </a:rPr>
            </a:br>
            <a:r>
              <a:rPr lang="ko-KR" altLang="en-US" sz="1600" b="1" dirty="0">
                <a:latin typeface="나눔스퀘어 Light (본문)"/>
              </a:rPr>
              <a:t>타입 </a:t>
            </a:r>
            <a:r>
              <a:rPr lang="en-US" altLang="ko-KR" sz="1600" b="1" dirty="0">
                <a:latin typeface="나눔스퀘어 Light (본문)"/>
              </a:rPr>
              <a:t>: int</a:t>
            </a:r>
            <a:r>
              <a:rPr lang="ko-KR" altLang="en-US" sz="1600" b="1" dirty="0">
                <a:latin typeface="나눔스퀘어 Light (본문)"/>
              </a:rPr>
              <a:t> 타입으로 자동변환</a:t>
            </a:r>
            <a:endParaRPr lang="en-US" altLang="ko-KR" sz="1600" b="1" dirty="0">
              <a:solidFill>
                <a:srgbClr val="FF0000"/>
              </a:solidFill>
              <a:latin typeface="나눔스퀘어 Light (본문)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4C10E4-BD1E-3D54-4B5C-95E38E6BBECB}"/>
              </a:ext>
            </a:extLst>
          </p:cNvPr>
          <p:cNvSpPr txBox="1"/>
          <p:nvPr/>
        </p:nvSpPr>
        <p:spPr>
          <a:xfrm>
            <a:off x="8448444" y="2621761"/>
            <a:ext cx="3634699" cy="2123658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q</a:t>
            </a:r>
            <a:r>
              <a:rPr lang="ko-KR" altLang="en-US" sz="1600" dirty="0"/>
              <a:t>는 쿼리 파라미터 </a:t>
            </a:r>
            <a:r>
              <a:rPr lang="en-US" altLang="ko-KR" sz="1600" dirty="0"/>
              <a:t>: ?</a:t>
            </a:r>
            <a:r>
              <a:rPr lang="ko-KR" altLang="en-US" sz="1600" dirty="0"/>
              <a:t>로</a:t>
            </a:r>
            <a:r>
              <a:rPr lang="en-US" altLang="ko-KR" sz="1600" dirty="0"/>
              <a:t> </a:t>
            </a:r>
            <a:r>
              <a:rPr lang="ko-KR" altLang="en-US" sz="1600" dirty="0"/>
              <a:t>들어오는 값</a:t>
            </a:r>
            <a:endParaRPr lang="en-US" altLang="ko-KR" sz="1600" dirty="0"/>
          </a:p>
          <a:p>
            <a:r>
              <a:rPr lang="ko-KR" altLang="ko-KR" sz="1600" dirty="0"/>
              <a:t>/</a:t>
            </a:r>
            <a:r>
              <a:rPr lang="ko-KR" altLang="ko-KR" sz="1600" dirty="0" err="1"/>
              <a:t>items</a:t>
            </a:r>
            <a:r>
              <a:rPr lang="ko-KR" altLang="ko-KR" sz="1600" dirty="0"/>
              <a:t>/10?q=</a:t>
            </a:r>
            <a:r>
              <a:rPr lang="ko-KR" altLang="ko-KR" sz="1600" dirty="0" err="1"/>
              <a:t>apple</a:t>
            </a:r>
            <a:br>
              <a:rPr lang="en-US" altLang="ko-KR" sz="1600" dirty="0"/>
            </a:br>
            <a:endParaRPr lang="en-US" altLang="ko-KR" sz="1600" dirty="0"/>
          </a:p>
          <a:p>
            <a:r>
              <a:rPr lang="en-US" altLang="ko-KR" sz="1600" dirty="0"/>
              <a:t>* </a:t>
            </a:r>
            <a:r>
              <a:rPr lang="ko-KR" altLang="en-US" sz="1600" dirty="0" err="1"/>
              <a:t>다른방법</a:t>
            </a:r>
            <a:br>
              <a:rPr lang="en-US" altLang="ko-KR" sz="1600" dirty="0"/>
            </a:br>
            <a:r>
              <a:rPr lang="ko-KR" altLang="ko-KR" dirty="0" err="1"/>
              <a:t>from</a:t>
            </a:r>
            <a:r>
              <a:rPr lang="ko-KR" altLang="ko-KR" dirty="0"/>
              <a:t> </a:t>
            </a:r>
            <a:r>
              <a:rPr lang="ko-KR" altLang="ko-KR" dirty="0" err="1"/>
              <a:t>typing</a:t>
            </a:r>
            <a:r>
              <a:rPr lang="ko-KR" altLang="ko-KR" dirty="0"/>
              <a:t> </a:t>
            </a:r>
            <a:r>
              <a:rPr lang="ko-KR" altLang="ko-KR" dirty="0" err="1"/>
              <a:t>import</a:t>
            </a:r>
            <a:r>
              <a:rPr lang="ko-KR" altLang="ko-KR" dirty="0"/>
              <a:t> Union</a:t>
            </a:r>
          </a:p>
          <a:p>
            <a:br>
              <a:rPr lang="en-US" altLang="ko-KR" sz="1600" dirty="0"/>
            </a:br>
            <a:r>
              <a:rPr lang="ko-KR" altLang="ko-KR" sz="1600" dirty="0"/>
              <a:t>q: Union[</a:t>
            </a:r>
            <a:r>
              <a:rPr lang="ko-KR" altLang="ko-KR" sz="1600" dirty="0" err="1"/>
              <a:t>str</a:t>
            </a:r>
            <a:r>
              <a:rPr lang="ko-KR" altLang="ko-KR" sz="1600" dirty="0"/>
              <a:t>, </a:t>
            </a:r>
            <a:r>
              <a:rPr lang="ko-KR" altLang="ko-KR" sz="1600" dirty="0" err="1"/>
              <a:t>None</a:t>
            </a:r>
            <a:r>
              <a:rPr lang="ko-KR" altLang="ko-KR" sz="1600" dirty="0"/>
              <a:t>] = </a:t>
            </a:r>
            <a:r>
              <a:rPr lang="ko-KR" altLang="ko-KR" sz="1600" dirty="0" err="1"/>
              <a:t>None</a:t>
            </a:r>
            <a:br>
              <a:rPr lang="en-US" altLang="ko-KR" sz="1600" dirty="0"/>
            </a:br>
            <a:r>
              <a:rPr lang="ko-KR" altLang="ko-KR" sz="1600" dirty="0"/>
              <a:t>사용자가 </a:t>
            </a:r>
            <a:r>
              <a:rPr lang="ko-KR" altLang="ko-KR" dirty="0" err="1"/>
              <a:t>q</a:t>
            </a:r>
            <a:r>
              <a:rPr lang="ko-KR" altLang="ko-KR" sz="1600" dirty="0" err="1"/>
              <a:t>를</a:t>
            </a:r>
            <a:r>
              <a:rPr lang="ko-KR" altLang="ko-KR" sz="1600" dirty="0"/>
              <a:t> 안 보내도 에러가 나지 않</a:t>
            </a:r>
            <a:r>
              <a:rPr lang="ko-KR" altLang="en-US" sz="1600" dirty="0"/>
              <a:t>음</a:t>
            </a:r>
            <a:r>
              <a:rPr lang="ko-KR" altLang="ko-KR" sz="1600" dirty="0"/>
              <a:t>.</a:t>
            </a:r>
            <a:endParaRPr lang="en-US" altLang="ko-KR" sz="1600" b="1" dirty="0">
              <a:solidFill>
                <a:srgbClr val="FF0000"/>
              </a:solidFill>
              <a:latin typeface="나눔스퀘어 Light (본문)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14BFF72-8ACC-61CB-86EC-8CCC7B725511}"/>
              </a:ext>
            </a:extLst>
          </p:cNvPr>
          <p:cNvSpPr txBox="1"/>
          <p:nvPr/>
        </p:nvSpPr>
        <p:spPr>
          <a:xfrm>
            <a:off x="2603241" y="5775759"/>
            <a:ext cx="5696622" cy="92333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ko-KR" dirty="0" err="1"/>
              <a:t>uvicorn</a:t>
            </a:r>
            <a:r>
              <a:rPr lang="ko-KR" altLang="ko-KR" dirty="0"/>
              <a:t> </a:t>
            </a:r>
            <a:r>
              <a:rPr lang="ko-KR" altLang="ko-KR" dirty="0" err="1"/>
              <a:t>main:app</a:t>
            </a:r>
            <a:r>
              <a:rPr lang="ko-KR" altLang="ko-KR" dirty="0"/>
              <a:t> </a:t>
            </a:r>
            <a:r>
              <a:rPr lang="en-US" altLang="ko-KR" dirty="0"/>
              <a:t>–</a:t>
            </a:r>
            <a:r>
              <a:rPr lang="ko-KR" altLang="ko-KR" dirty="0" err="1"/>
              <a:t>reload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ko-KR" dirty="0" err="1">
                <a:highlight>
                  <a:srgbClr val="FFFF00"/>
                </a:highlight>
              </a:rPr>
              <a:t>uvicorn</a:t>
            </a:r>
            <a:r>
              <a:rPr lang="ko-KR" altLang="ko-KR" dirty="0">
                <a:highlight>
                  <a:srgbClr val="FFFF00"/>
                </a:highlight>
              </a:rPr>
              <a:t> </a:t>
            </a:r>
            <a:r>
              <a:rPr lang="ko-KR" altLang="ko-KR" dirty="0" err="1">
                <a:highlight>
                  <a:srgbClr val="FFFF00"/>
                </a:highlight>
              </a:rPr>
              <a:t>main:app</a:t>
            </a:r>
            <a:r>
              <a:rPr lang="ko-KR" altLang="ko-KR" dirty="0">
                <a:highlight>
                  <a:srgbClr val="FFFF00"/>
                </a:highlight>
              </a:rPr>
              <a:t> --</a:t>
            </a:r>
            <a:r>
              <a:rPr lang="ko-KR" altLang="ko-KR" dirty="0" err="1">
                <a:highlight>
                  <a:srgbClr val="FFFF00"/>
                </a:highlight>
              </a:rPr>
              <a:t>reload</a:t>
            </a:r>
            <a:r>
              <a:rPr lang="ko-KR" altLang="ko-KR" dirty="0">
                <a:highlight>
                  <a:srgbClr val="FFFF00"/>
                </a:highlight>
              </a:rPr>
              <a:t> --</a:t>
            </a:r>
            <a:r>
              <a:rPr lang="ko-KR" altLang="ko-KR" dirty="0" err="1">
                <a:highlight>
                  <a:srgbClr val="FFFF00"/>
                </a:highlight>
              </a:rPr>
              <a:t>port</a:t>
            </a:r>
            <a:r>
              <a:rPr lang="ko-KR" altLang="ko-KR" dirty="0">
                <a:highlight>
                  <a:srgbClr val="FFFF00"/>
                </a:highlight>
              </a:rPr>
              <a:t> 8001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F2774E8-D310-C222-098F-5ACA57332EBE}"/>
              </a:ext>
            </a:extLst>
          </p:cNvPr>
          <p:cNvSpPr/>
          <p:nvPr/>
        </p:nvSpPr>
        <p:spPr>
          <a:xfrm>
            <a:off x="6534335" y="5784148"/>
            <a:ext cx="1765527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run.bat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B6F86D3-BCFB-FB18-0290-50E6C8DCFDCF}"/>
              </a:ext>
            </a:extLst>
          </p:cNvPr>
          <p:cNvSpPr txBox="1"/>
          <p:nvPr/>
        </p:nvSpPr>
        <p:spPr>
          <a:xfrm>
            <a:off x="8448444" y="5784148"/>
            <a:ext cx="3634699" cy="1077218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command </a:t>
            </a:r>
            <a:r>
              <a:rPr lang="ko-KR" altLang="en-US" sz="1600" dirty="0"/>
              <a:t>창</a:t>
            </a:r>
            <a:br>
              <a:rPr lang="en-US" altLang="ko-KR" sz="1600" dirty="0"/>
            </a:br>
            <a:r>
              <a:rPr lang="en-US" altLang="ko-KR" sz="1600" dirty="0"/>
              <a:t>run  : </a:t>
            </a:r>
            <a:r>
              <a:rPr lang="ko-KR" altLang="en-US" sz="1600" dirty="0" err="1"/>
              <a:t>입력시</a:t>
            </a:r>
            <a:r>
              <a:rPr lang="ko-KR" altLang="en-US" sz="1600" dirty="0"/>
              <a:t> 바로 실행 됨</a:t>
            </a:r>
            <a:br>
              <a:rPr lang="en-US" altLang="ko-KR" sz="1600" dirty="0"/>
            </a:br>
            <a:br>
              <a:rPr lang="en-US" altLang="ko-KR" sz="1600" dirty="0"/>
            </a:br>
            <a:r>
              <a:rPr lang="en-US" altLang="ko-KR" sz="1600" dirty="0">
                <a:solidFill>
                  <a:srgbClr val="EE0000"/>
                </a:solidFill>
              </a:rPr>
              <a:t>port</a:t>
            </a:r>
            <a:r>
              <a:rPr lang="ko-KR" altLang="en-US" sz="1600" dirty="0">
                <a:solidFill>
                  <a:srgbClr val="EE0000"/>
                </a:solidFill>
              </a:rPr>
              <a:t> 변경가능</a:t>
            </a:r>
            <a:endParaRPr lang="en-US" altLang="ko-KR" sz="1600" b="1" dirty="0">
              <a:solidFill>
                <a:srgbClr val="EE0000"/>
              </a:solidFill>
              <a:latin typeface="나눔스퀘어 Light (본문)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157D813-C989-D618-EC74-85B6BAB7AA8E}"/>
              </a:ext>
            </a:extLst>
          </p:cNvPr>
          <p:cNvSpPr/>
          <p:nvPr/>
        </p:nvSpPr>
        <p:spPr>
          <a:xfrm>
            <a:off x="422200" y="2071249"/>
            <a:ext cx="1840827" cy="29928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629CBA-AF99-F15F-EB14-8F7D0F1A1349}"/>
              </a:ext>
            </a:extLst>
          </p:cNvPr>
          <p:cNvSpPr/>
          <p:nvPr/>
        </p:nvSpPr>
        <p:spPr>
          <a:xfrm>
            <a:off x="422200" y="2454206"/>
            <a:ext cx="1840827" cy="29928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0679148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E2ACC-5199-4B67-0727-23AD9C1FF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9ECFA603-48F5-299B-484F-4C7277E3AC8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618774E3-B17E-B303-5BE7-1C088BC2641A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A9DF79B-7D34-4D76-E7B1-9EFE0456C171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docs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형태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– 127.0.0.1/docs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3D00B58-7DB7-6573-6D4F-09C2EF12EC5A}"/>
              </a:ext>
            </a:extLst>
          </p:cNvPr>
          <p:cNvSpPr txBox="1"/>
          <p:nvPr/>
        </p:nvSpPr>
        <p:spPr>
          <a:xfrm>
            <a:off x="111760" y="81617"/>
            <a:ext cx="4235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*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9C85FA6F-8092-8C87-6291-F154C85E1E5F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그림 9">
            <a:extLst>
              <a:ext uri="{FF2B5EF4-FFF2-40B4-BE49-F238E27FC236}">
                <a16:creationId xmlns:a16="http://schemas.microsoft.com/office/drawing/2014/main" id="{9E200927-B973-C46D-5FCC-E5203EAF0F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" y="2084755"/>
            <a:ext cx="10997682" cy="4418644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25E25D95-F047-F18F-9F17-547D0368F524}"/>
              </a:ext>
            </a:extLst>
          </p:cNvPr>
          <p:cNvSpPr/>
          <p:nvPr/>
        </p:nvSpPr>
        <p:spPr>
          <a:xfrm>
            <a:off x="627278" y="1028691"/>
            <a:ext cx="11030803" cy="90274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sz="3600" dirty="0" err="1">
                <a:solidFill>
                  <a:srgbClr val="333333"/>
                </a:solidFill>
              </a:rPr>
              <a:t>Swagger</a:t>
            </a:r>
            <a:r>
              <a:rPr lang="en-US" altLang="ko-KR" sz="3600" dirty="0">
                <a:solidFill>
                  <a:srgbClr val="333333"/>
                </a:solidFill>
              </a:rPr>
              <a:t> : </a:t>
            </a:r>
            <a:r>
              <a:rPr lang="ko-KR" altLang="en-US" sz="36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문서보기</a:t>
            </a:r>
          </a:p>
        </p:txBody>
      </p:sp>
    </p:spTree>
    <p:extLst>
      <p:ext uri="{BB962C8B-B14F-4D97-AF65-F5344CB8AC3E}">
        <p14:creationId xmlns:p14="http://schemas.microsoft.com/office/powerpoint/2010/main" val="2444221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80EB46-A41F-42D1-925C-1E1D34396238}"/>
              </a:ext>
            </a:extLst>
          </p:cNvPr>
          <p:cNvSpPr txBox="1"/>
          <p:nvPr/>
        </p:nvSpPr>
        <p:spPr>
          <a:xfrm>
            <a:off x="660400" y="203587"/>
            <a:ext cx="111260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MVC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패턴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75297CD-9753-4A7F-A617-C272413A0538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3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그림 2">
            <a:extLst>
              <a:ext uri="{FF2B5EF4-FFF2-40B4-BE49-F238E27FC236}">
                <a16:creationId xmlns:a16="http://schemas.microsoft.com/office/drawing/2014/main" id="{5546E41F-9B47-448E-8023-D8B93EAB8A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469" y="1308683"/>
            <a:ext cx="11262413" cy="504274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B0212327-B7EC-4CEB-86AF-8E8BBE199F8E}"/>
              </a:ext>
            </a:extLst>
          </p:cNvPr>
          <p:cNvSpPr/>
          <p:nvPr/>
        </p:nvSpPr>
        <p:spPr>
          <a:xfrm>
            <a:off x="8081250" y="3584805"/>
            <a:ext cx="1622587" cy="688615"/>
          </a:xfrm>
          <a:prstGeom prst="rect">
            <a:avLst/>
          </a:prstGeom>
          <a:solidFill>
            <a:srgbClr val="FF6699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/>
              <a:t>router</a:t>
            </a:r>
            <a:br>
              <a:rPr lang="en-US" altLang="ko-KR" sz="2000" dirty="0"/>
            </a:br>
            <a:r>
              <a:rPr lang="en-US" altLang="ko-KR" sz="2000" dirty="0"/>
              <a:t>( controller)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2277140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2431C-E474-132E-77A9-87B73254A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0DB96779-7F5F-755F-DACD-B175C9902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568" y="1010658"/>
            <a:ext cx="2277600" cy="2824224"/>
          </a:xfrm>
          <a:prstGeom prst="rect">
            <a:avLst/>
          </a:prstGeom>
        </p:spPr>
      </p:pic>
      <p:sp>
        <p:nvSpPr>
          <p:cNvPr id="78" name="직사각형 77">
            <a:extLst>
              <a:ext uri="{FF2B5EF4-FFF2-40B4-BE49-F238E27FC236}">
                <a16:creationId xmlns:a16="http://schemas.microsoft.com/office/drawing/2014/main" id="{93F7C913-DC51-6EAA-4402-511E513C52C8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C54A563E-9A69-1CC0-8FAE-073A9A47404D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9340644-7426-BD21-D30A-1D126DC416AD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controller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분리</a:t>
            </a:r>
            <a:endParaRPr lang="en-US" altLang="ko-KR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402DF1D-B250-D628-ADF4-F5F606065B91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3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5DF6EF0E-E484-AEE1-56BA-7770373BA265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3EB1D8F-D5E0-2632-1F42-6753D0F907AD}"/>
              </a:ext>
            </a:extLst>
          </p:cNvPr>
          <p:cNvSpPr txBox="1"/>
          <p:nvPr/>
        </p:nvSpPr>
        <p:spPr>
          <a:xfrm>
            <a:off x="2603241" y="937614"/>
            <a:ext cx="5696622" cy="4247317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US" altLang="ko-KR" dirty="0"/>
          </a:p>
          <a:p>
            <a:r>
              <a:rPr lang="ko-KR" altLang="ko-KR" dirty="0" err="1"/>
              <a:t>from</a:t>
            </a:r>
            <a:r>
              <a:rPr lang="ko-KR" altLang="ko-KR" dirty="0"/>
              <a:t> </a:t>
            </a:r>
            <a:r>
              <a:rPr lang="ko-KR" altLang="ko-KR" dirty="0" err="1"/>
              <a:t>fastapi</a:t>
            </a:r>
            <a:r>
              <a:rPr lang="ko-KR" altLang="ko-KR" dirty="0"/>
              <a:t> </a:t>
            </a:r>
            <a:r>
              <a:rPr lang="ko-KR" altLang="ko-KR" dirty="0" err="1"/>
              <a:t>import</a:t>
            </a:r>
            <a:r>
              <a:rPr lang="ko-KR" altLang="ko-KR" dirty="0"/>
              <a:t> </a:t>
            </a:r>
            <a:r>
              <a:rPr lang="ko-KR" altLang="ko-KR" dirty="0" err="1"/>
              <a:t>FastAPI</a:t>
            </a:r>
            <a:endParaRPr lang="ko-KR" altLang="ko-KR" dirty="0"/>
          </a:p>
          <a:p>
            <a:r>
              <a:rPr lang="ko-KR" altLang="ko-KR" dirty="0" err="1"/>
              <a:t>from</a:t>
            </a:r>
            <a:r>
              <a:rPr lang="ko-KR" altLang="ko-KR" dirty="0"/>
              <a:t> </a:t>
            </a:r>
            <a:r>
              <a:rPr lang="ko-KR" altLang="ko-KR" dirty="0" err="1"/>
              <a:t>controller</a:t>
            </a:r>
            <a:r>
              <a:rPr lang="ko-KR" altLang="ko-KR" dirty="0"/>
              <a:t> </a:t>
            </a:r>
            <a:r>
              <a:rPr lang="ko-KR" altLang="ko-KR" dirty="0" err="1"/>
              <a:t>import</a:t>
            </a:r>
            <a:r>
              <a:rPr lang="ko-KR" altLang="ko-KR" dirty="0"/>
              <a:t> </a:t>
            </a:r>
            <a:r>
              <a:rPr lang="ko-KR" altLang="ko-KR" dirty="0" err="1"/>
              <a:t>itemsCont</a:t>
            </a:r>
            <a:r>
              <a:rPr lang="en-US" altLang="ko-KR" dirty="0"/>
              <a:t>r</a:t>
            </a:r>
            <a:r>
              <a:rPr lang="ko-KR" altLang="ko-KR" dirty="0" err="1"/>
              <a:t>oller</a:t>
            </a:r>
            <a:r>
              <a:rPr lang="ko-KR" altLang="ko-KR" dirty="0"/>
              <a:t>, </a:t>
            </a:r>
            <a:r>
              <a:rPr lang="ko-KR" altLang="ko-KR" dirty="0" err="1"/>
              <a:t>usersController</a:t>
            </a:r>
            <a:endParaRPr lang="ko-KR" altLang="ko-KR" dirty="0"/>
          </a:p>
          <a:p>
            <a:br>
              <a:rPr lang="ko-KR" altLang="ko-KR" dirty="0"/>
            </a:br>
            <a:r>
              <a:rPr lang="ko-KR" altLang="ko-KR" dirty="0" err="1"/>
              <a:t>app</a:t>
            </a:r>
            <a:r>
              <a:rPr lang="ko-KR" altLang="ko-KR" dirty="0"/>
              <a:t> = </a:t>
            </a:r>
            <a:r>
              <a:rPr lang="ko-KR" altLang="ko-KR" dirty="0" err="1"/>
              <a:t>FastAPI</a:t>
            </a:r>
            <a:r>
              <a:rPr lang="ko-KR" altLang="ko-KR" dirty="0"/>
              <a:t>()</a:t>
            </a:r>
          </a:p>
          <a:p>
            <a:endParaRPr lang="en-US" altLang="ko-KR" dirty="0"/>
          </a:p>
          <a:p>
            <a:r>
              <a:rPr lang="ko-KR" altLang="ko-KR" dirty="0" err="1"/>
              <a:t>app.include_router</a:t>
            </a:r>
            <a:r>
              <a:rPr lang="ko-KR" altLang="ko-KR" dirty="0"/>
              <a:t>(</a:t>
            </a:r>
            <a:r>
              <a:rPr lang="ko-KR" altLang="ko-KR" dirty="0" err="1"/>
              <a:t>itemsCont</a:t>
            </a:r>
            <a:r>
              <a:rPr lang="en-US" altLang="ko-KR" dirty="0"/>
              <a:t>r</a:t>
            </a:r>
            <a:r>
              <a:rPr lang="ko-KR" altLang="ko-KR" dirty="0" err="1"/>
              <a:t>oller.router</a:t>
            </a:r>
            <a:r>
              <a:rPr lang="ko-KR" altLang="ko-KR" dirty="0"/>
              <a:t>)</a:t>
            </a:r>
          </a:p>
          <a:p>
            <a:r>
              <a:rPr lang="ko-KR" altLang="ko-KR" dirty="0" err="1"/>
              <a:t>app.include_router</a:t>
            </a:r>
            <a:r>
              <a:rPr lang="ko-KR" altLang="ko-KR" dirty="0"/>
              <a:t>(</a:t>
            </a:r>
            <a:r>
              <a:rPr lang="ko-KR" altLang="ko-KR" dirty="0" err="1"/>
              <a:t>usersController.router</a:t>
            </a:r>
            <a:r>
              <a:rPr lang="ko-KR" altLang="ko-KR" dirty="0"/>
              <a:t>)</a:t>
            </a:r>
          </a:p>
          <a:p>
            <a:br>
              <a:rPr lang="ko-KR" altLang="ko-KR" dirty="0"/>
            </a:br>
            <a:endParaRPr lang="ko-KR" altLang="ko-KR" dirty="0"/>
          </a:p>
          <a:p>
            <a:r>
              <a:rPr lang="ko-KR" altLang="ko-KR" dirty="0"/>
              <a:t>@app.get("/")</a:t>
            </a:r>
          </a:p>
          <a:p>
            <a:r>
              <a:rPr lang="ko-KR" altLang="ko-KR" dirty="0" err="1"/>
              <a:t>def</a:t>
            </a:r>
            <a:r>
              <a:rPr lang="ko-KR" altLang="ko-KR" dirty="0"/>
              <a:t> </a:t>
            </a:r>
            <a:r>
              <a:rPr lang="ko-KR" altLang="ko-KR" dirty="0" err="1"/>
              <a:t>read_root</a:t>
            </a:r>
            <a:r>
              <a:rPr lang="ko-KR" altLang="ko-KR" dirty="0"/>
              <a:t>():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return</a:t>
            </a:r>
            <a:r>
              <a:rPr lang="ko-KR" altLang="ko-KR" dirty="0"/>
              <a:t> {"</a:t>
            </a:r>
            <a:r>
              <a:rPr lang="ko-KR" altLang="ko-KR" dirty="0" err="1"/>
              <a:t>Hello</a:t>
            </a:r>
            <a:r>
              <a:rPr lang="ko-KR" altLang="ko-KR" dirty="0"/>
              <a:t>":"</a:t>
            </a:r>
            <a:r>
              <a:rPr lang="ko-KR" altLang="ko-KR" dirty="0" err="1"/>
              <a:t>world</a:t>
            </a:r>
            <a:r>
              <a:rPr lang="ko-KR" altLang="ko-KR" dirty="0"/>
              <a:t>"}</a:t>
            </a:r>
          </a:p>
          <a:p>
            <a:br>
              <a:rPr lang="ko-KR" altLang="ko-KR" dirty="0"/>
            </a:br>
            <a:endParaRPr lang="ko-KR" altLang="ko-KR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30AB841-66B8-1087-214C-D791C3F797D8}"/>
              </a:ext>
            </a:extLst>
          </p:cNvPr>
          <p:cNvSpPr/>
          <p:nvPr/>
        </p:nvSpPr>
        <p:spPr>
          <a:xfrm>
            <a:off x="6534335" y="946003"/>
            <a:ext cx="1765527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main.py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5E6AC4-F9FE-984D-2EE5-FB573A98810A}"/>
              </a:ext>
            </a:extLst>
          </p:cNvPr>
          <p:cNvSpPr txBox="1"/>
          <p:nvPr/>
        </p:nvSpPr>
        <p:spPr>
          <a:xfrm>
            <a:off x="8448444" y="1530779"/>
            <a:ext cx="3634699" cy="338554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600" dirty="0" err="1"/>
              <a:t>다른파일을</a:t>
            </a:r>
            <a:r>
              <a:rPr lang="ko-KR" altLang="en-US" sz="1600" dirty="0"/>
              <a:t> 사용하려면 </a:t>
            </a:r>
            <a:r>
              <a:rPr lang="en-US" altLang="ko-KR" sz="1600" dirty="0"/>
              <a:t>import </a:t>
            </a:r>
            <a:r>
              <a:rPr lang="ko-KR" altLang="en-US" sz="1600" dirty="0"/>
              <a:t>해야 함</a:t>
            </a:r>
            <a:endParaRPr lang="en-US" altLang="ko-KR" sz="1600" b="1" dirty="0">
              <a:solidFill>
                <a:srgbClr val="FF0000"/>
              </a:solidFill>
              <a:latin typeface="나눔스퀘어 Light (본문)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6EFDDB0-78B0-3191-AF7B-365315E242C6}"/>
              </a:ext>
            </a:extLst>
          </p:cNvPr>
          <p:cNvSpPr/>
          <p:nvPr/>
        </p:nvSpPr>
        <p:spPr>
          <a:xfrm flipV="1">
            <a:off x="422200" y="3088429"/>
            <a:ext cx="2032460" cy="30324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0B1F4FD-F655-ADB2-592F-52DEA4A34A6F}"/>
              </a:ext>
            </a:extLst>
          </p:cNvPr>
          <p:cNvSpPr/>
          <p:nvPr/>
        </p:nvSpPr>
        <p:spPr>
          <a:xfrm>
            <a:off x="2603240" y="1530779"/>
            <a:ext cx="5696621" cy="3913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45906BC-347B-3767-BA61-8CEF77D7B9B5}"/>
              </a:ext>
            </a:extLst>
          </p:cNvPr>
          <p:cNvSpPr/>
          <p:nvPr/>
        </p:nvSpPr>
        <p:spPr>
          <a:xfrm>
            <a:off x="2603240" y="2550213"/>
            <a:ext cx="5696621" cy="78081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19BC11-CBF0-E297-2942-35E215C6D30A}"/>
              </a:ext>
            </a:extLst>
          </p:cNvPr>
          <p:cNvSpPr txBox="1"/>
          <p:nvPr/>
        </p:nvSpPr>
        <p:spPr>
          <a:xfrm>
            <a:off x="8448444" y="2529429"/>
            <a:ext cx="3634699" cy="338554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b="1" dirty="0" err="1">
                <a:solidFill>
                  <a:srgbClr val="FF0000"/>
                </a:solidFill>
                <a:latin typeface="나눔스퀘어 Light (본문)"/>
              </a:rPr>
              <a:t>itemsController</a:t>
            </a:r>
            <a:r>
              <a:rPr lang="ko-KR" altLang="en-US" sz="1600" b="1" dirty="0">
                <a:solidFill>
                  <a:srgbClr val="FF0000"/>
                </a:solidFill>
                <a:latin typeface="나눔스퀘어 Light (본문)"/>
              </a:rPr>
              <a:t>의 </a:t>
            </a:r>
            <a:r>
              <a:rPr lang="en-US" altLang="ko-KR" sz="1600" b="1" dirty="0">
                <a:solidFill>
                  <a:srgbClr val="FF0000"/>
                </a:solidFill>
                <a:latin typeface="나눔스퀘어 Light (본문)"/>
              </a:rPr>
              <a:t>router </a:t>
            </a:r>
            <a:r>
              <a:rPr lang="ko-KR" altLang="en-US" sz="1600" b="1" dirty="0">
                <a:solidFill>
                  <a:srgbClr val="FF0000"/>
                </a:solidFill>
                <a:latin typeface="나눔스퀘어 Light (본문)"/>
              </a:rPr>
              <a:t>사용</a:t>
            </a:r>
            <a:endParaRPr lang="en-US" altLang="ko-KR" sz="1600" b="1" dirty="0">
              <a:solidFill>
                <a:srgbClr val="FF0000"/>
              </a:solidFill>
              <a:latin typeface="나눔스퀘어 Light (본문)"/>
            </a:endParaRPr>
          </a:p>
        </p:txBody>
      </p:sp>
    </p:spTree>
    <p:extLst>
      <p:ext uri="{BB962C8B-B14F-4D97-AF65-F5344CB8AC3E}">
        <p14:creationId xmlns:p14="http://schemas.microsoft.com/office/powerpoint/2010/main" val="19973931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1E36E-2DE0-E1F3-D85B-E8638BF21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0EABCC58-97F2-8269-8E25-6F37EFB7B2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568" y="1010658"/>
            <a:ext cx="2277600" cy="2824224"/>
          </a:xfrm>
          <a:prstGeom prst="rect">
            <a:avLst/>
          </a:prstGeom>
        </p:spPr>
      </p:pic>
      <p:sp>
        <p:nvSpPr>
          <p:cNvPr id="78" name="직사각형 77">
            <a:extLst>
              <a:ext uri="{FF2B5EF4-FFF2-40B4-BE49-F238E27FC236}">
                <a16:creationId xmlns:a16="http://schemas.microsoft.com/office/drawing/2014/main" id="{0CDE461D-591D-87E1-A741-BE3F627F8D24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80DEF59-7E6A-40DE-E870-018096402F5C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FEF1902-350B-563B-64CB-4CCEB6BA4B88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controller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분리</a:t>
            </a:r>
            <a:endParaRPr lang="en-US" altLang="ko-KR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28095D3-E5EF-06FF-6FFF-B1B026C48EF8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3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3699F879-8704-9B7F-A1B1-F5D1A5567854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CA6CA56-A66D-29BB-4AF1-79865B77D1F1}"/>
              </a:ext>
            </a:extLst>
          </p:cNvPr>
          <p:cNvSpPr txBox="1"/>
          <p:nvPr/>
        </p:nvSpPr>
        <p:spPr>
          <a:xfrm>
            <a:off x="2603240" y="937614"/>
            <a:ext cx="7231225" cy="28931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ko-KR" sz="1600" dirty="0" err="1"/>
              <a:t>from</a:t>
            </a:r>
            <a:r>
              <a:rPr lang="ko-KR" altLang="ko-KR" sz="1600" dirty="0"/>
              <a:t> </a:t>
            </a:r>
            <a:r>
              <a:rPr lang="ko-KR" altLang="ko-KR" sz="1600" dirty="0" err="1"/>
              <a:t>fastapi</a:t>
            </a:r>
            <a:r>
              <a:rPr lang="ko-KR" altLang="ko-KR" sz="1600" dirty="0"/>
              <a:t> </a:t>
            </a:r>
            <a:r>
              <a:rPr lang="ko-KR" altLang="ko-KR" sz="1600" dirty="0" err="1"/>
              <a:t>import</a:t>
            </a:r>
            <a:r>
              <a:rPr lang="ko-KR" altLang="ko-KR" sz="1600" dirty="0"/>
              <a:t> </a:t>
            </a:r>
            <a:r>
              <a:rPr lang="ko-KR" altLang="ko-KR" sz="1600" dirty="0" err="1"/>
              <a:t>APIRouter</a:t>
            </a:r>
            <a:endParaRPr lang="ko-KR" altLang="ko-KR" sz="1600" dirty="0"/>
          </a:p>
          <a:p>
            <a:endParaRPr lang="ko-KR" altLang="ko-KR" sz="1600" dirty="0"/>
          </a:p>
          <a:p>
            <a:r>
              <a:rPr lang="ko-KR" altLang="ko-KR" sz="1600" dirty="0" err="1"/>
              <a:t>router</a:t>
            </a:r>
            <a:r>
              <a:rPr lang="ko-KR" altLang="ko-KR" sz="1600" dirty="0"/>
              <a:t> = </a:t>
            </a:r>
            <a:r>
              <a:rPr lang="ko-KR" altLang="ko-KR" sz="1600" dirty="0" err="1"/>
              <a:t>APIRouter</a:t>
            </a:r>
            <a:r>
              <a:rPr lang="ko-KR" altLang="ko-KR" sz="1600" dirty="0"/>
              <a:t>(</a:t>
            </a:r>
          </a:p>
          <a:p>
            <a:r>
              <a:rPr lang="ko-KR" altLang="ko-KR" sz="1600" dirty="0"/>
              <a:t>    </a:t>
            </a:r>
            <a:r>
              <a:rPr lang="ko-KR" altLang="ko-KR" sz="1600" dirty="0" err="1"/>
              <a:t>prefix</a:t>
            </a:r>
            <a:r>
              <a:rPr lang="ko-KR" altLang="ko-KR" sz="1600" dirty="0"/>
              <a:t>="/</a:t>
            </a:r>
            <a:r>
              <a:rPr lang="ko-KR" altLang="ko-KR" sz="1600" dirty="0" err="1"/>
              <a:t>items</a:t>
            </a:r>
            <a:r>
              <a:rPr lang="ko-KR" altLang="ko-KR" sz="1600" dirty="0"/>
              <a:t>",</a:t>
            </a:r>
          </a:p>
          <a:p>
            <a:r>
              <a:rPr lang="ko-KR" altLang="ko-KR" sz="1600" dirty="0"/>
              <a:t>    </a:t>
            </a:r>
            <a:r>
              <a:rPr lang="ko-KR" altLang="ko-KR" sz="1600" dirty="0" err="1"/>
              <a:t>tags</a:t>
            </a:r>
            <a:r>
              <a:rPr lang="ko-KR" altLang="ko-KR" sz="1600" dirty="0"/>
              <a:t>= ["</a:t>
            </a:r>
            <a:r>
              <a:rPr lang="ko-KR" altLang="ko-KR" sz="1600" dirty="0" err="1"/>
              <a:t>items</a:t>
            </a:r>
            <a:r>
              <a:rPr lang="ko-KR" altLang="ko-KR" sz="1600" dirty="0"/>
              <a:t>"],</a:t>
            </a:r>
          </a:p>
          <a:p>
            <a:r>
              <a:rPr lang="ko-KR" altLang="ko-KR" sz="1600" dirty="0"/>
              <a:t>    </a:t>
            </a:r>
            <a:r>
              <a:rPr lang="ko-KR" altLang="ko-KR" sz="1600" dirty="0" err="1"/>
              <a:t>responses</a:t>
            </a:r>
            <a:r>
              <a:rPr lang="ko-KR" altLang="ko-KR" sz="1600" dirty="0"/>
              <a:t>={404:{"</a:t>
            </a:r>
            <a:r>
              <a:rPr lang="ko-KR" altLang="ko-KR" sz="1600" dirty="0" err="1"/>
              <a:t>description</a:t>
            </a:r>
            <a:r>
              <a:rPr lang="ko-KR" altLang="ko-KR" sz="1600" dirty="0"/>
              <a:t>":"페이지 없음"}},</a:t>
            </a:r>
          </a:p>
          <a:p>
            <a:r>
              <a:rPr lang="ko-KR" altLang="ko-KR" sz="1600" dirty="0"/>
              <a:t>)</a:t>
            </a:r>
          </a:p>
          <a:p>
            <a:endParaRPr lang="ko-KR" altLang="ko-KR" sz="1600" dirty="0"/>
          </a:p>
          <a:p>
            <a:r>
              <a:rPr lang="ko-KR" altLang="ko-KR" sz="1600" dirty="0"/>
              <a:t>@router.get("/{item_id}")</a:t>
            </a:r>
          </a:p>
          <a:p>
            <a:r>
              <a:rPr lang="ko-KR" altLang="ko-KR" sz="1600" dirty="0" err="1"/>
              <a:t>def</a:t>
            </a:r>
            <a:r>
              <a:rPr lang="ko-KR" altLang="ko-KR" sz="1600" dirty="0"/>
              <a:t> </a:t>
            </a:r>
            <a:r>
              <a:rPr lang="ko-KR" altLang="ko-KR" sz="1600" dirty="0" err="1"/>
              <a:t>read_item</a:t>
            </a:r>
            <a:r>
              <a:rPr lang="ko-KR" altLang="ko-KR" sz="1600" dirty="0"/>
              <a:t>(</a:t>
            </a:r>
            <a:r>
              <a:rPr lang="ko-KR" altLang="ko-KR" sz="1600" dirty="0" err="1"/>
              <a:t>item_id:int,name:str</a:t>
            </a:r>
            <a:r>
              <a:rPr lang="ko-KR" altLang="ko-KR" sz="1600" dirty="0"/>
              <a:t> | </a:t>
            </a:r>
            <a:r>
              <a:rPr lang="ko-KR" altLang="ko-KR" sz="1600" dirty="0" err="1"/>
              <a:t>None</a:t>
            </a:r>
            <a:r>
              <a:rPr lang="ko-KR" altLang="ko-KR" sz="1600" dirty="0"/>
              <a:t>=</a:t>
            </a:r>
            <a:r>
              <a:rPr lang="ko-KR" altLang="ko-KR" sz="1600" dirty="0" err="1"/>
              <a:t>None,id:str</a:t>
            </a:r>
            <a:r>
              <a:rPr lang="ko-KR" altLang="ko-KR" sz="1600" dirty="0"/>
              <a:t> | </a:t>
            </a:r>
            <a:r>
              <a:rPr lang="ko-KR" altLang="ko-KR" sz="1600" dirty="0" err="1"/>
              <a:t>None</a:t>
            </a:r>
            <a:r>
              <a:rPr lang="ko-KR" altLang="ko-KR" sz="1600" dirty="0"/>
              <a:t>=</a:t>
            </a:r>
            <a:r>
              <a:rPr lang="ko-KR" altLang="ko-KR" sz="1600" dirty="0" err="1"/>
              <a:t>None</a:t>
            </a:r>
            <a:r>
              <a:rPr lang="ko-KR" altLang="ko-KR" sz="1600" dirty="0"/>
              <a:t>):</a:t>
            </a:r>
          </a:p>
          <a:p>
            <a:r>
              <a:rPr lang="ko-KR" altLang="ko-KR" sz="1600" dirty="0"/>
              <a:t>    </a:t>
            </a:r>
            <a:r>
              <a:rPr lang="ko-KR" altLang="ko-KR" sz="1600" dirty="0" err="1"/>
              <a:t>return</a:t>
            </a:r>
            <a:r>
              <a:rPr lang="ko-KR" altLang="ko-KR" sz="1600" dirty="0"/>
              <a:t> {"item_</a:t>
            </a:r>
            <a:r>
              <a:rPr lang="ko-KR" altLang="ko-KR" sz="1600" dirty="0" err="1"/>
              <a:t>id</a:t>
            </a:r>
            <a:r>
              <a:rPr lang="ko-KR" altLang="ko-KR" sz="1600" dirty="0"/>
              <a:t>":item_</a:t>
            </a:r>
            <a:r>
              <a:rPr lang="ko-KR" altLang="ko-KR" sz="1600" dirty="0" err="1"/>
              <a:t>id</a:t>
            </a:r>
            <a:r>
              <a:rPr lang="ko-KR" altLang="ko-KR" sz="1600" dirty="0"/>
              <a:t>,"</a:t>
            </a:r>
            <a:r>
              <a:rPr lang="ko-KR" altLang="ko-KR" sz="1600" dirty="0" err="1"/>
              <a:t>name</a:t>
            </a:r>
            <a:r>
              <a:rPr lang="ko-KR" altLang="ko-KR" sz="1600" dirty="0"/>
              <a:t>":</a:t>
            </a:r>
            <a:r>
              <a:rPr lang="ko-KR" altLang="ko-KR" sz="1600" dirty="0" err="1"/>
              <a:t>name</a:t>
            </a:r>
            <a:r>
              <a:rPr lang="ko-KR" altLang="ko-KR" sz="1600" dirty="0"/>
              <a:t>,"</a:t>
            </a:r>
            <a:r>
              <a:rPr lang="ko-KR" altLang="ko-KR" sz="1600" dirty="0" err="1"/>
              <a:t>id</a:t>
            </a:r>
            <a:r>
              <a:rPr lang="ko-KR" altLang="ko-KR" sz="1600" dirty="0"/>
              <a:t>":</a:t>
            </a:r>
            <a:r>
              <a:rPr lang="ko-KR" altLang="ko-KR" sz="1600" dirty="0" err="1"/>
              <a:t>id</a:t>
            </a:r>
            <a:r>
              <a:rPr lang="ko-KR" altLang="ko-KR" sz="1600" dirty="0"/>
              <a:t>}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2FF144-6D9F-2E00-2805-58E8DB1B8483}"/>
              </a:ext>
            </a:extLst>
          </p:cNvPr>
          <p:cNvSpPr/>
          <p:nvPr/>
        </p:nvSpPr>
        <p:spPr>
          <a:xfrm>
            <a:off x="7262123" y="946003"/>
            <a:ext cx="2572342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 err="1"/>
              <a:t>itemsCont</a:t>
            </a:r>
            <a:r>
              <a:rPr lang="en-US" altLang="ko-KR" dirty="0"/>
              <a:t>r</a:t>
            </a:r>
            <a:r>
              <a:rPr lang="ko-KR" altLang="ko-KR" dirty="0" err="1"/>
              <a:t>oller</a:t>
            </a:r>
            <a:r>
              <a:rPr lang="en-US" altLang="ko-KR" dirty="0"/>
              <a:t>.py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669E33E-4B3E-1E25-2E33-CE2C2776A3E2}"/>
              </a:ext>
            </a:extLst>
          </p:cNvPr>
          <p:cNvSpPr txBox="1"/>
          <p:nvPr/>
        </p:nvSpPr>
        <p:spPr>
          <a:xfrm>
            <a:off x="8448444" y="1397720"/>
            <a:ext cx="3634699" cy="132343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US" altLang="ko-KR" sz="1600" b="1" dirty="0">
              <a:latin typeface="나눔스퀘어 Light (본문)"/>
            </a:endParaRPr>
          </a:p>
          <a:p>
            <a:r>
              <a:rPr lang="en-US" altLang="ko-KR" sz="1600" b="1" dirty="0">
                <a:latin typeface="나눔스퀘어 Light (본문)"/>
              </a:rPr>
              <a:t>prefix </a:t>
            </a:r>
            <a:r>
              <a:rPr lang="ko-KR" altLang="en-US" sz="1600" b="1" dirty="0">
                <a:latin typeface="나눔스퀘어 Light (본문)"/>
              </a:rPr>
              <a:t>접두사</a:t>
            </a:r>
            <a:br>
              <a:rPr lang="en-US" altLang="ko-KR" sz="1600" b="1" dirty="0">
                <a:latin typeface="나눔스퀘어 Light (본문)"/>
              </a:rPr>
            </a:br>
            <a:r>
              <a:rPr lang="en-US" altLang="ko-KR" sz="1600" b="1" dirty="0">
                <a:latin typeface="나눔스퀘어 Light (본문)"/>
              </a:rPr>
              <a:t>tags</a:t>
            </a:r>
            <a:r>
              <a:rPr lang="ko-KR" altLang="en-US" sz="1600" b="1" dirty="0">
                <a:latin typeface="나눔스퀘어 Light (본문)"/>
              </a:rPr>
              <a:t> </a:t>
            </a:r>
            <a:r>
              <a:rPr lang="en-US" altLang="ko-KR" sz="1600" b="1" dirty="0">
                <a:latin typeface="나눔스퀘어 Light (본문)"/>
              </a:rPr>
              <a:t>:</a:t>
            </a:r>
            <a:r>
              <a:rPr lang="ko-KR" altLang="en-US" sz="1600" b="1" dirty="0">
                <a:latin typeface="나눔스퀘어 Light (본문)"/>
              </a:rPr>
              <a:t> </a:t>
            </a:r>
            <a:r>
              <a:rPr lang="en-US" altLang="ko-KR" sz="1600" b="1" dirty="0">
                <a:latin typeface="나눔스퀘어 Light (본문)"/>
              </a:rPr>
              <a:t>Swagger </a:t>
            </a:r>
            <a:r>
              <a:rPr lang="ko-KR" altLang="en-US" sz="1600" b="1" dirty="0">
                <a:latin typeface="나눔스퀘어 Light (본문)"/>
              </a:rPr>
              <a:t>문서에서 사용</a:t>
            </a:r>
            <a:br>
              <a:rPr lang="en-US" altLang="ko-KR" sz="1600" b="1" dirty="0">
                <a:latin typeface="나눔스퀘어 Light (본문)"/>
              </a:rPr>
            </a:br>
            <a:r>
              <a:rPr lang="ko-KR" altLang="en-US" sz="1600" b="1" dirty="0" err="1">
                <a:latin typeface="나눔스퀘어 Light (본문)"/>
              </a:rPr>
              <a:t>응답없을</a:t>
            </a:r>
            <a:r>
              <a:rPr lang="ko-KR" altLang="en-US" sz="1600" b="1" dirty="0">
                <a:latin typeface="나눔스퀘어 Light (본문)"/>
              </a:rPr>
              <a:t> 시 리턴</a:t>
            </a:r>
            <a:br>
              <a:rPr lang="en-US" altLang="ko-KR" sz="1600" b="1" dirty="0">
                <a:latin typeface="나눔스퀘어 Light (본문)"/>
              </a:rPr>
            </a:br>
            <a:endParaRPr lang="en-US" altLang="ko-KR" sz="1600" b="1" dirty="0">
              <a:latin typeface="나눔스퀘어 Light (본문)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8D8BAB1-9948-ABD3-3A98-70C47743CB5E}"/>
              </a:ext>
            </a:extLst>
          </p:cNvPr>
          <p:cNvSpPr/>
          <p:nvPr/>
        </p:nvSpPr>
        <p:spPr>
          <a:xfrm>
            <a:off x="422200" y="2444620"/>
            <a:ext cx="2032460" cy="6531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3C4A1C8-16CB-B3A6-4951-3DAD4AFD724B}"/>
              </a:ext>
            </a:extLst>
          </p:cNvPr>
          <p:cNvSpPr/>
          <p:nvPr/>
        </p:nvSpPr>
        <p:spPr>
          <a:xfrm>
            <a:off x="2603240" y="1371536"/>
            <a:ext cx="5696621" cy="141831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A1124A3-68B5-76AF-DECC-B63CCAAB9267}"/>
              </a:ext>
            </a:extLst>
          </p:cNvPr>
          <p:cNvSpPr txBox="1"/>
          <p:nvPr/>
        </p:nvSpPr>
        <p:spPr>
          <a:xfrm>
            <a:off x="2603240" y="3964900"/>
            <a:ext cx="7231225" cy="28931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from </a:t>
            </a:r>
            <a:r>
              <a:rPr lang="en-US" altLang="ko-KR" sz="1600" dirty="0" err="1"/>
              <a:t>fastapi</a:t>
            </a:r>
            <a:r>
              <a:rPr lang="en-US" altLang="ko-KR" sz="1600" dirty="0"/>
              <a:t> import </a:t>
            </a:r>
            <a:r>
              <a:rPr lang="en-US" altLang="ko-KR" sz="1600" dirty="0" err="1"/>
              <a:t>APIRouter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router = </a:t>
            </a:r>
            <a:r>
              <a:rPr lang="en-US" altLang="ko-KR" sz="1600" dirty="0" err="1"/>
              <a:t>APIRouter</a:t>
            </a:r>
            <a:r>
              <a:rPr lang="en-US" altLang="ko-KR" sz="1600" dirty="0"/>
              <a:t>(</a:t>
            </a:r>
          </a:p>
          <a:p>
            <a:r>
              <a:rPr lang="en-US" altLang="ko-KR" sz="1600" dirty="0"/>
              <a:t>    prefix="/users",</a:t>
            </a:r>
          </a:p>
          <a:p>
            <a:r>
              <a:rPr lang="en-US" altLang="ko-KR" sz="1600" dirty="0"/>
              <a:t>    tags= ["users"],</a:t>
            </a:r>
          </a:p>
          <a:p>
            <a:r>
              <a:rPr lang="en-US" altLang="ko-KR" sz="1600" dirty="0"/>
              <a:t>    responses={404:{"description":"</a:t>
            </a:r>
            <a:r>
              <a:rPr lang="ko-KR" altLang="en-US" sz="1600" dirty="0"/>
              <a:t>페이지 없음</a:t>
            </a:r>
            <a:r>
              <a:rPr lang="en-US" altLang="ko-KR" sz="1600" dirty="0"/>
              <a:t>"}},</a:t>
            </a:r>
          </a:p>
          <a:p>
            <a:r>
              <a:rPr lang="en-US" altLang="ko-KR" sz="1600" dirty="0"/>
              <a:t>)</a:t>
            </a:r>
          </a:p>
          <a:p>
            <a:endParaRPr lang="en-US" altLang="ko-KR" sz="1600" dirty="0"/>
          </a:p>
          <a:p>
            <a:r>
              <a:rPr lang="en-US" altLang="ko-KR" sz="1600" dirty="0"/>
              <a:t>@router.get("/{user_id}")</a:t>
            </a:r>
          </a:p>
          <a:p>
            <a:r>
              <a:rPr lang="en-US" altLang="ko-KR" sz="1600" dirty="0"/>
              <a:t>def </a:t>
            </a:r>
            <a:r>
              <a:rPr lang="en-US" altLang="ko-KR" sz="1600" dirty="0" err="1"/>
              <a:t>read_user</a:t>
            </a:r>
            <a:r>
              <a:rPr lang="en-US" altLang="ko-KR" sz="1600" dirty="0"/>
              <a:t>(</a:t>
            </a:r>
            <a:r>
              <a:rPr lang="en-US" altLang="ko-KR" sz="1600" dirty="0" err="1"/>
              <a:t>user_id:str</a:t>
            </a:r>
            <a:r>
              <a:rPr lang="en-US" altLang="ko-KR" sz="1600" dirty="0"/>
              <a:t>):</a:t>
            </a:r>
          </a:p>
          <a:p>
            <a:r>
              <a:rPr lang="en-US" altLang="ko-KR" sz="1600" dirty="0"/>
              <a:t>    return {"user_id":</a:t>
            </a:r>
            <a:r>
              <a:rPr lang="en-US" altLang="ko-KR" sz="1600" dirty="0" err="1"/>
              <a:t>user_id</a:t>
            </a:r>
            <a:r>
              <a:rPr lang="en-US" altLang="ko-KR" sz="1600" dirty="0"/>
              <a:t>}</a:t>
            </a:r>
            <a:endParaRPr lang="ko-KR" altLang="ko-KR" sz="160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76468D5-6919-F2F5-499E-BD788F106E8D}"/>
              </a:ext>
            </a:extLst>
          </p:cNvPr>
          <p:cNvSpPr/>
          <p:nvPr/>
        </p:nvSpPr>
        <p:spPr>
          <a:xfrm>
            <a:off x="7262123" y="3973289"/>
            <a:ext cx="2572342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 err="1"/>
              <a:t>usersController</a:t>
            </a:r>
            <a:r>
              <a:rPr lang="en-US" altLang="ko-KR" dirty="0"/>
              <a:t>.py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6622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BF9CE-2740-DE52-759C-F3127AE94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0969E97E-EC59-BEAB-62A3-A291751C39BF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85ECE613-1EE8-D694-662C-957E9820A5CC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224B5F2-715D-D199-9DFC-A9473E84C0C8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APIRouter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 –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리스트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(get)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BD476E5-141C-7EA6-F200-C68672E2D521}"/>
              </a:ext>
            </a:extLst>
          </p:cNvPr>
          <p:cNvSpPr txBox="1"/>
          <p:nvPr/>
        </p:nvSpPr>
        <p:spPr>
          <a:xfrm>
            <a:off x="111760" y="81617"/>
            <a:ext cx="4235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*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8C332381-DA88-3B4A-D0BE-060BEF56A77C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83622CB-61FD-1029-3830-45235280CD68}"/>
              </a:ext>
            </a:extLst>
          </p:cNvPr>
          <p:cNvSpPr txBox="1"/>
          <p:nvPr/>
        </p:nvSpPr>
        <p:spPr>
          <a:xfrm>
            <a:off x="9187887" y="1002620"/>
            <a:ext cx="2794517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/>
              <a:t>/</a:t>
            </a:r>
            <a:r>
              <a:rPr lang="ko-KR" altLang="en-US" dirty="0" err="1"/>
              <a:t>users</a:t>
            </a:r>
            <a:endParaRPr lang="ko-KR" altLang="en-US" dirty="0"/>
          </a:p>
          <a:p>
            <a:r>
              <a:rPr lang="ko-KR" altLang="en-US" dirty="0"/>
              <a:t>/</a:t>
            </a:r>
            <a:r>
              <a:rPr lang="ko-KR" altLang="en-US" dirty="0" err="1"/>
              <a:t>users</a:t>
            </a:r>
            <a:r>
              <a:rPr lang="ko-KR" altLang="en-US" dirty="0"/>
              <a:t>/1</a:t>
            </a:r>
          </a:p>
          <a:p>
            <a:r>
              <a:rPr lang="ko-KR" altLang="en-US" dirty="0"/>
              <a:t>/</a:t>
            </a:r>
            <a:r>
              <a:rPr lang="ko-KR" altLang="en-US" dirty="0" err="1"/>
              <a:t>users</a:t>
            </a:r>
            <a:r>
              <a:rPr lang="ko-KR" altLang="en-US" dirty="0"/>
              <a:t>/</a:t>
            </a:r>
            <a:r>
              <a:rPr lang="ko-KR" altLang="en-US" dirty="0" err="1"/>
              <a:t>create</a:t>
            </a:r>
            <a:endParaRPr lang="ko-KR" altLang="en-US" dirty="0"/>
          </a:p>
          <a:p>
            <a:r>
              <a:rPr lang="ko-KR" altLang="en-US" dirty="0"/>
              <a:t>/</a:t>
            </a:r>
            <a:r>
              <a:rPr lang="ko-KR" altLang="en-US" dirty="0" err="1"/>
              <a:t>users</a:t>
            </a:r>
            <a:r>
              <a:rPr lang="ko-KR" altLang="en-US" dirty="0"/>
              <a:t>/</a:t>
            </a:r>
            <a:r>
              <a:rPr lang="ko-KR" altLang="en-US" dirty="0" err="1"/>
              <a:t>delete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01749C-210F-E852-5AAA-0A37A6712295}"/>
              </a:ext>
            </a:extLst>
          </p:cNvPr>
          <p:cNvSpPr txBox="1"/>
          <p:nvPr/>
        </p:nvSpPr>
        <p:spPr>
          <a:xfrm>
            <a:off x="1767808" y="994231"/>
            <a:ext cx="7231225" cy="575542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from </a:t>
            </a:r>
            <a:r>
              <a:rPr lang="en-US" altLang="ko-KR" sz="1600" dirty="0" err="1"/>
              <a:t>fastapi</a:t>
            </a:r>
            <a:r>
              <a:rPr lang="en-US" altLang="ko-KR" sz="1600" dirty="0"/>
              <a:t> import </a:t>
            </a:r>
            <a:r>
              <a:rPr lang="en-US" altLang="ko-KR" sz="1600" dirty="0" err="1"/>
              <a:t>APIRouter</a:t>
            </a:r>
            <a:r>
              <a:rPr lang="en-US" altLang="ko-KR" sz="1600" dirty="0"/>
              <a:t>, </a:t>
            </a:r>
            <a:r>
              <a:rPr lang="en-US" altLang="ko-KR" sz="1600" dirty="0" err="1"/>
              <a:t>HTTPException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router = </a:t>
            </a:r>
            <a:r>
              <a:rPr lang="en-US" altLang="ko-KR" sz="1600" dirty="0" err="1"/>
              <a:t>APIRouter</a:t>
            </a:r>
            <a:r>
              <a:rPr lang="en-US" altLang="ko-KR" sz="1600" dirty="0"/>
              <a:t>(</a:t>
            </a:r>
          </a:p>
          <a:p>
            <a:r>
              <a:rPr lang="en-US" altLang="ko-KR" sz="1600" dirty="0"/>
              <a:t>    prefix="/users",</a:t>
            </a:r>
          </a:p>
          <a:p>
            <a:r>
              <a:rPr lang="en-US" altLang="ko-KR" sz="1600" dirty="0"/>
              <a:t>    tags=["users"],</a:t>
            </a:r>
          </a:p>
          <a:p>
            <a:r>
              <a:rPr lang="en-US" altLang="ko-KR" sz="1600" dirty="0"/>
              <a:t>    responses={404: {"description": "</a:t>
            </a:r>
            <a:r>
              <a:rPr lang="ko-KR" altLang="en-US" sz="1600" dirty="0"/>
              <a:t>페이지 없음</a:t>
            </a:r>
            <a:r>
              <a:rPr lang="en-US" altLang="ko-KR" sz="1600" dirty="0"/>
              <a:t>"}},</a:t>
            </a:r>
          </a:p>
          <a:p>
            <a:r>
              <a:rPr lang="en-US" altLang="ko-KR" sz="1600" dirty="0"/>
              <a:t>)</a:t>
            </a:r>
          </a:p>
          <a:p>
            <a:endParaRPr lang="en-US" altLang="ko-KR" sz="1600" dirty="0"/>
          </a:p>
          <a:p>
            <a:r>
              <a:rPr lang="en-US" altLang="ko-KR" sz="1600" dirty="0"/>
              <a:t># </a:t>
            </a:r>
            <a:r>
              <a:rPr lang="ko-KR" altLang="en-US" sz="1600" dirty="0"/>
              <a:t>임시 사용자 데이터</a:t>
            </a:r>
          </a:p>
          <a:p>
            <a:r>
              <a:rPr lang="en-US" altLang="ko-KR" sz="1600" dirty="0" err="1"/>
              <a:t>fake_users</a:t>
            </a:r>
            <a:r>
              <a:rPr lang="en-US" altLang="ko-KR" sz="1600" dirty="0"/>
              <a:t> = [</a:t>
            </a:r>
          </a:p>
          <a:p>
            <a:r>
              <a:rPr lang="en-US" altLang="ko-KR" sz="1600" dirty="0"/>
              <a:t>    {"id": 1, "name": "</a:t>
            </a:r>
            <a:r>
              <a:rPr lang="ko-KR" altLang="en-US" sz="1600" dirty="0"/>
              <a:t>홍길동</a:t>
            </a:r>
            <a:r>
              <a:rPr lang="en-US" altLang="ko-KR" sz="1600" dirty="0"/>
              <a:t>", "email": “aaa@test.com"},</a:t>
            </a:r>
          </a:p>
          <a:p>
            <a:r>
              <a:rPr lang="en-US" altLang="ko-KR" sz="1600" dirty="0"/>
              <a:t>    {"id": 2, "name": ＂</a:t>
            </a:r>
            <a:r>
              <a:rPr lang="ko-KR" altLang="en-US" sz="1600" dirty="0"/>
              <a:t>유관순</a:t>
            </a:r>
            <a:r>
              <a:rPr lang="en-US" altLang="ko-KR" sz="1600" dirty="0"/>
              <a:t>", "email": “bbb@test.com"},</a:t>
            </a:r>
          </a:p>
          <a:p>
            <a:r>
              <a:rPr lang="en-US" altLang="ko-KR" sz="1600" dirty="0"/>
              <a:t>]</a:t>
            </a:r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# GET /users</a:t>
            </a:r>
          </a:p>
          <a:p>
            <a:r>
              <a:rPr lang="en-US" altLang="ko-KR" sz="1600" dirty="0"/>
              <a:t>@router.get("/")</a:t>
            </a:r>
          </a:p>
          <a:p>
            <a:r>
              <a:rPr lang="en-US" altLang="ko-KR" sz="1600" dirty="0"/>
              <a:t>def </a:t>
            </a:r>
            <a:r>
              <a:rPr lang="en-US" altLang="ko-KR" sz="1600" dirty="0" err="1"/>
              <a:t>get_users</a:t>
            </a:r>
            <a:r>
              <a:rPr lang="en-US" altLang="ko-KR" sz="1600" dirty="0"/>
              <a:t>():</a:t>
            </a:r>
          </a:p>
          <a:p>
            <a:r>
              <a:rPr lang="en-US" altLang="ko-KR" sz="1600" dirty="0"/>
              <a:t>    return {</a:t>
            </a:r>
          </a:p>
          <a:p>
            <a:r>
              <a:rPr lang="en-US" altLang="ko-KR" sz="1600" dirty="0"/>
              <a:t>        "message": "</a:t>
            </a:r>
            <a:r>
              <a:rPr lang="ko-KR" altLang="en-US" sz="1600" dirty="0"/>
              <a:t>사용자 목록 조회</a:t>
            </a:r>
            <a:r>
              <a:rPr lang="en-US" altLang="ko-KR" sz="1600" dirty="0"/>
              <a:t>",</a:t>
            </a:r>
          </a:p>
          <a:p>
            <a:r>
              <a:rPr lang="en-US" altLang="ko-KR" sz="1600" dirty="0"/>
              <a:t>        "users": </a:t>
            </a:r>
            <a:r>
              <a:rPr lang="en-US" altLang="ko-KR" sz="1600" dirty="0" err="1"/>
              <a:t>fake_users</a:t>
            </a:r>
            <a:endParaRPr lang="en-US" altLang="ko-KR" sz="1600" dirty="0"/>
          </a:p>
          <a:p>
            <a:r>
              <a:rPr lang="en-US" altLang="ko-KR" sz="1600" dirty="0"/>
              <a:t>    }</a:t>
            </a:r>
          </a:p>
          <a:p>
            <a:endParaRPr lang="ko-KR" altLang="ko-KR" sz="1600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56F53C4-FE2C-8F1B-C3A2-7E63E6C74E85}"/>
              </a:ext>
            </a:extLst>
          </p:cNvPr>
          <p:cNvSpPr/>
          <p:nvPr/>
        </p:nvSpPr>
        <p:spPr>
          <a:xfrm>
            <a:off x="6426691" y="1002620"/>
            <a:ext cx="2572342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 err="1"/>
              <a:t>usersController</a:t>
            </a:r>
            <a:r>
              <a:rPr lang="en-US" altLang="ko-KR" dirty="0"/>
              <a:t>.py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1A6B5C-4067-97DC-98A7-991FC2DC0A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" y="1002620"/>
            <a:ext cx="1557590" cy="150774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44971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5F544-24F1-0810-1224-55A862ECC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29D0F116-EF1F-349B-6BB1-49ACA9AD01B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1A12E15A-5988-6664-49FA-07334526B7D0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BB91562-BE16-5D34-D6A8-A28DC051CDD8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APIRouter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- 1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개 검색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(get),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저장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(post)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C39DE2F-C091-C999-9494-E04DEC8922A4}"/>
              </a:ext>
            </a:extLst>
          </p:cNvPr>
          <p:cNvSpPr txBox="1"/>
          <p:nvPr/>
        </p:nvSpPr>
        <p:spPr>
          <a:xfrm>
            <a:off x="111760" y="81617"/>
            <a:ext cx="4235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*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60D6A47B-C2D2-07EA-709A-24478EE967E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7BE6F8E-B731-DE0D-40FE-47FB50D130FA}"/>
              </a:ext>
            </a:extLst>
          </p:cNvPr>
          <p:cNvSpPr txBox="1"/>
          <p:nvPr/>
        </p:nvSpPr>
        <p:spPr>
          <a:xfrm>
            <a:off x="9187887" y="1002620"/>
            <a:ext cx="279451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/</a:t>
            </a:r>
            <a:r>
              <a:rPr lang="ko-KR" altLang="en-US" dirty="0" err="1"/>
              <a:t>users</a:t>
            </a:r>
            <a:endParaRPr lang="ko-KR" altLang="en-US" dirty="0"/>
          </a:p>
          <a:p>
            <a:r>
              <a:rPr lang="ko-KR" altLang="en-US" dirty="0"/>
              <a:t>/</a:t>
            </a:r>
            <a:r>
              <a:rPr lang="ko-KR" altLang="en-US" dirty="0" err="1"/>
              <a:t>users</a:t>
            </a:r>
            <a:r>
              <a:rPr lang="ko-KR" altLang="en-US" dirty="0"/>
              <a:t>/1</a:t>
            </a:r>
          </a:p>
          <a:p>
            <a:r>
              <a:rPr lang="ko-KR" altLang="en-US" dirty="0"/>
              <a:t>/</a:t>
            </a:r>
            <a:r>
              <a:rPr lang="ko-KR" altLang="en-US" dirty="0" err="1"/>
              <a:t>users</a:t>
            </a:r>
            <a:r>
              <a:rPr lang="ko-KR" altLang="en-US" dirty="0"/>
              <a:t>/</a:t>
            </a:r>
            <a:r>
              <a:rPr lang="ko-KR" altLang="en-US" dirty="0" err="1"/>
              <a:t>create</a:t>
            </a:r>
            <a:endParaRPr lang="ko-KR" altLang="en-US" dirty="0"/>
          </a:p>
          <a:p>
            <a:r>
              <a:rPr lang="ko-KR" altLang="en-US" dirty="0"/>
              <a:t>/</a:t>
            </a:r>
            <a:r>
              <a:rPr lang="ko-KR" altLang="en-US" dirty="0" err="1"/>
              <a:t>users</a:t>
            </a:r>
            <a:r>
              <a:rPr lang="ko-KR" altLang="en-US" dirty="0"/>
              <a:t>/</a:t>
            </a:r>
            <a:r>
              <a:rPr lang="ko-KR" altLang="en-US" dirty="0" err="1"/>
              <a:t>delete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5D06CD-0A85-56C1-651D-9884B234E46A}"/>
              </a:ext>
            </a:extLst>
          </p:cNvPr>
          <p:cNvSpPr txBox="1"/>
          <p:nvPr/>
        </p:nvSpPr>
        <p:spPr>
          <a:xfrm>
            <a:off x="1767808" y="994231"/>
            <a:ext cx="7231225" cy="590931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# GET /users/1</a:t>
            </a:r>
          </a:p>
          <a:p>
            <a:r>
              <a:rPr lang="en-US" altLang="ko-KR" sz="1400" dirty="0"/>
              <a:t>@router.get("/{user_id}")</a:t>
            </a:r>
          </a:p>
          <a:p>
            <a:r>
              <a:rPr lang="en-US" altLang="ko-KR" sz="1400" dirty="0"/>
              <a:t>def </a:t>
            </a:r>
            <a:r>
              <a:rPr lang="en-US" altLang="ko-KR" sz="1400" dirty="0" err="1"/>
              <a:t>get_user</a:t>
            </a:r>
            <a:r>
              <a:rPr lang="en-US" altLang="ko-KR" sz="1400" dirty="0"/>
              <a:t>(</a:t>
            </a:r>
            <a:r>
              <a:rPr lang="en-US" altLang="ko-KR" sz="1400" dirty="0" err="1"/>
              <a:t>user_id</a:t>
            </a:r>
            <a:r>
              <a:rPr lang="en-US" altLang="ko-KR" sz="1400" dirty="0"/>
              <a:t>: int):</a:t>
            </a:r>
          </a:p>
          <a:p>
            <a:r>
              <a:rPr lang="en-US" altLang="ko-KR" sz="1400" dirty="0"/>
              <a:t>    for user in </a:t>
            </a:r>
            <a:r>
              <a:rPr lang="en-US" altLang="ko-KR" sz="1400" dirty="0" err="1"/>
              <a:t>fake_users</a:t>
            </a:r>
            <a:r>
              <a:rPr lang="en-US" altLang="ko-KR" sz="1400" dirty="0"/>
              <a:t>:</a:t>
            </a:r>
          </a:p>
          <a:p>
            <a:r>
              <a:rPr lang="en-US" altLang="ko-KR" sz="1400" dirty="0"/>
              <a:t>        if user["id"] == </a:t>
            </a:r>
            <a:r>
              <a:rPr lang="en-US" altLang="ko-KR" sz="1400" dirty="0" err="1"/>
              <a:t>user_id</a:t>
            </a:r>
            <a:r>
              <a:rPr lang="en-US" altLang="ko-KR" sz="1400" dirty="0"/>
              <a:t>:</a:t>
            </a:r>
          </a:p>
          <a:p>
            <a:r>
              <a:rPr lang="en-US" altLang="ko-KR" sz="1400" dirty="0"/>
              <a:t>            return user</a:t>
            </a:r>
          </a:p>
          <a:p>
            <a:endParaRPr lang="en-US" altLang="ko-KR" sz="1400" dirty="0"/>
          </a:p>
          <a:p>
            <a:r>
              <a:rPr lang="en-US" altLang="ko-KR" sz="1400" dirty="0"/>
              <a:t>    raise </a:t>
            </a:r>
            <a:r>
              <a:rPr lang="en-US" altLang="ko-KR" sz="1400" dirty="0" err="1"/>
              <a:t>HTTPException</a:t>
            </a:r>
            <a:r>
              <a:rPr lang="en-US" altLang="ko-KR" sz="1400" dirty="0"/>
              <a:t>(</a:t>
            </a:r>
          </a:p>
          <a:p>
            <a:r>
              <a:rPr lang="en-US" altLang="ko-KR" sz="1400" dirty="0"/>
              <a:t>        </a:t>
            </a:r>
            <a:r>
              <a:rPr lang="en-US" altLang="ko-KR" sz="1400" dirty="0" err="1"/>
              <a:t>status_code</a:t>
            </a:r>
            <a:r>
              <a:rPr lang="en-US" altLang="ko-KR" sz="1400" dirty="0"/>
              <a:t>=404,</a:t>
            </a:r>
          </a:p>
          <a:p>
            <a:r>
              <a:rPr lang="en-US" altLang="ko-KR" sz="1400" dirty="0"/>
              <a:t>        detail="</a:t>
            </a:r>
            <a:r>
              <a:rPr lang="ko-KR" altLang="en-US" sz="1400" dirty="0"/>
              <a:t>사용자를 찾을 수 없습니다</a:t>
            </a:r>
            <a:r>
              <a:rPr lang="en-US" altLang="ko-KR" sz="1400" dirty="0"/>
              <a:t>."</a:t>
            </a:r>
          </a:p>
          <a:p>
            <a:r>
              <a:rPr lang="en-US" altLang="ko-KR" sz="1400" dirty="0"/>
              <a:t>    )</a:t>
            </a:r>
          </a:p>
          <a:p>
            <a:endParaRPr lang="en-US" altLang="ko-KR" sz="1400" dirty="0"/>
          </a:p>
          <a:p>
            <a:r>
              <a:rPr lang="en-US" altLang="ko-KR" sz="1400" dirty="0"/>
              <a:t># POST /users/</a:t>
            </a:r>
          </a:p>
          <a:p>
            <a:r>
              <a:rPr lang="en-US" altLang="ko-KR" sz="1400" dirty="0"/>
              <a:t>@router.post("/")</a:t>
            </a:r>
          </a:p>
          <a:p>
            <a:r>
              <a:rPr lang="en-US" altLang="ko-KR" sz="1400" dirty="0"/>
              <a:t>def </a:t>
            </a:r>
            <a:r>
              <a:rPr lang="en-US" altLang="ko-KR" sz="1400" dirty="0" err="1"/>
              <a:t>create_user</a:t>
            </a:r>
            <a:r>
              <a:rPr lang="en-US" altLang="ko-KR" sz="1400" dirty="0"/>
              <a:t>(name: str, email: str):</a:t>
            </a:r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new_user</a:t>
            </a:r>
            <a:r>
              <a:rPr lang="en-US" altLang="ko-KR" sz="1400" dirty="0"/>
              <a:t> = {</a:t>
            </a:r>
          </a:p>
          <a:p>
            <a:r>
              <a:rPr lang="en-US" altLang="ko-KR" sz="1400" dirty="0"/>
              <a:t>        "id": </a:t>
            </a:r>
            <a:r>
              <a:rPr lang="en-US" altLang="ko-KR" sz="1400" dirty="0" err="1"/>
              <a:t>len</a:t>
            </a:r>
            <a:r>
              <a:rPr lang="en-US" altLang="ko-KR" sz="1400" dirty="0"/>
              <a:t>(</a:t>
            </a:r>
            <a:r>
              <a:rPr lang="en-US" altLang="ko-KR" sz="1400" dirty="0" err="1"/>
              <a:t>fake_users</a:t>
            </a:r>
            <a:r>
              <a:rPr lang="en-US" altLang="ko-KR" sz="1400" dirty="0"/>
              <a:t>) + 1,</a:t>
            </a:r>
          </a:p>
          <a:p>
            <a:r>
              <a:rPr lang="en-US" altLang="ko-KR" sz="1400" dirty="0"/>
              <a:t>        "name": name,</a:t>
            </a:r>
          </a:p>
          <a:p>
            <a:r>
              <a:rPr lang="en-US" altLang="ko-KR" sz="1400" dirty="0"/>
              <a:t>        "email": email</a:t>
            </a:r>
          </a:p>
          <a:p>
            <a:r>
              <a:rPr lang="en-US" altLang="ko-KR" sz="1400" dirty="0"/>
              <a:t>    }</a:t>
            </a:r>
          </a:p>
          <a:p>
            <a:endParaRPr lang="en-US" altLang="ko-KR" sz="1400" dirty="0"/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fake_users.append</a:t>
            </a:r>
            <a:r>
              <a:rPr lang="en-US" altLang="ko-KR" sz="1400" dirty="0"/>
              <a:t>(</a:t>
            </a:r>
            <a:r>
              <a:rPr lang="en-US" altLang="ko-KR" sz="1400" dirty="0" err="1"/>
              <a:t>new_user</a:t>
            </a:r>
            <a:r>
              <a:rPr lang="en-US" altLang="ko-KR" sz="1400" dirty="0"/>
              <a:t>)</a:t>
            </a:r>
          </a:p>
          <a:p>
            <a:endParaRPr lang="en-US" altLang="ko-KR" sz="1400" dirty="0"/>
          </a:p>
          <a:p>
            <a:r>
              <a:rPr lang="en-US" altLang="ko-KR" sz="1400" dirty="0"/>
              <a:t>    return {</a:t>
            </a:r>
          </a:p>
          <a:p>
            <a:r>
              <a:rPr lang="en-US" altLang="ko-KR" sz="1400" dirty="0"/>
              <a:t>        "message": "</a:t>
            </a:r>
            <a:r>
              <a:rPr lang="ko-KR" altLang="en-US" sz="1400" dirty="0"/>
              <a:t>사용자가 생성되었습니다</a:t>
            </a:r>
            <a:r>
              <a:rPr lang="en-US" altLang="ko-KR" sz="1400" dirty="0"/>
              <a:t>.",</a:t>
            </a:r>
          </a:p>
          <a:p>
            <a:r>
              <a:rPr lang="en-US" altLang="ko-KR" sz="1400" dirty="0"/>
              <a:t>        "user": </a:t>
            </a:r>
            <a:r>
              <a:rPr lang="en-US" altLang="ko-KR" sz="1400" dirty="0" err="1"/>
              <a:t>new_user</a:t>
            </a:r>
            <a:endParaRPr lang="en-US" altLang="ko-KR" sz="1400" dirty="0"/>
          </a:p>
          <a:p>
            <a:r>
              <a:rPr lang="en-US" altLang="ko-KR" sz="1400" dirty="0"/>
              <a:t>    }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14DB54D-ECFD-7DFD-A469-9EAB9E1A002C}"/>
              </a:ext>
            </a:extLst>
          </p:cNvPr>
          <p:cNvSpPr/>
          <p:nvPr/>
        </p:nvSpPr>
        <p:spPr>
          <a:xfrm>
            <a:off x="6426691" y="1002620"/>
            <a:ext cx="2572342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 err="1"/>
              <a:t>usersController</a:t>
            </a:r>
            <a:r>
              <a:rPr lang="en-US" altLang="ko-KR" dirty="0"/>
              <a:t>.py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A79A391-E550-FE9F-4B2A-FC72C54AA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" y="1002620"/>
            <a:ext cx="1557590" cy="150774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322923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6CDBB-07C9-4785-DE64-36F56E543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AF33D3B6-93D4-E79D-DC25-BAC143B1A639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B105D663-E6D5-A3E5-B44C-C30D44CBEA1C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B72D254-2D1F-04D7-83C6-79B0994145A7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APIRouter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- 1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개 검색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(get),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저장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(post)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35E6437-87BE-130C-0AB0-4E2DAE3E3F4F}"/>
              </a:ext>
            </a:extLst>
          </p:cNvPr>
          <p:cNvSpPr txBox="1"/>
          <p:nvPr/>
        </p:nvSpPr>
        <p:spPr>
          <a:xfrm>
            <a:off x="111760" y="81617"/>
            <a:ext cx="4235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*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912738A1-6784-6816-39A3-62C4C50040A0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A0D0EEE8-3A6E-E301-FA0C-315A26970BAC}"/>
              </a:ext>
            </a:extLst>
          </p:cNvPr>
          <p:cNvSpPr txBox="1"/>
          <p:nvPr/>
        </p:nvSpPr>
        <p:spPr>
          <a:xfrm>
            <a:off x="9187887" y="1002620"/>
            <a:ext cx="279451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/</a:t>
            </a:r>
            <a:r>
              <a:rPr lang="ko-KR" altLang="en-US" dirty="0" err="1"/>
              <a:t>users</a:t>
            </a:r>
            <a:endParaRPr lang="ko-KR" altLang="en-US" dirty="0"/>
          </a:p>
          <a:p>
            <a:r>
              <a:rPr lang="ko-KR" altLang="en-US" dirty="0"/>
              <a:t>/</a:t>
            </a:r>
            <a:r>
              <a:rPr lang="ko-KR" altLang="en-US" dirty="0" err="1"/>
              <a:t>users</a:t>
            </a:r>
            <a:r>
              <a:rPr lang="ko-KR" altLang="en-US" dirty="0"/>
              <a:t>/1</a:t>
            </a:r>
          </a:p>
          <a:p>
            <a:r>
              <a:rPr lang="ko-KR" altLang="en-US" dirty="0"/>
              <a:t>/</a:t>
            </a:r>
            <a:r>
              <a:rPr lang="ko-KR" altLang="en-US" dirty="0" err="1"/>
              <a:t>users</a:t>
            </a:r>
            <a:r>
              <a:rPr lang="ko-KR" altLang="en-US" dirty="0"/>
              <a:t>/</a:t>
            </a:r>
            <a:r>
              <a:rPr lang="ko-KR" altLang="en-US" dirty="0" err="1"/>
              <a:t>create</a:t>
            </a:r>
            <a:endParaRPr lang="ko-KR" altLang="en-US" dirty="0"/>
          </a:p>
          <a:p>
            <a:r>
              <a:rPr lang="ko-KR" altLang="en-US" dirty="0"/>
              <a:t>/</a:t>
            </a:r>
            <a:r>
              <a:rPr lang="ko-KR" altLang="en-US" dirty="0" err="1"/>
              <a:t>users</a:t>
            </a:r>
            <a:r>
              <a:rPr lang="ko-KR" altLang="en-US" dirty="0"/>
              <a:t>/</a:t>
            </a:r>
            <a:r>
              <a:rPr lang="ko-KR" altLang="en-US" dirty="0" err="1"/>
              <a:t>delete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BC2F90F-33C0-EA31-0088-3484E54F3C3B}"/>
              </a:ext>
            </a:extLst>
          </p:cNvPr>
          <p:cNvSpPr txBox="1"/>
          <p:nvPr/>
        </p:nvSpPr>
        <p:spPr>
          <a:xfrm>
            <a:off x="1767808" y="994231"/>
            <a:ext cx="7231225" cy="590931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# GET /users/1</a:t>
            </a:r>
          </a:p>
          <a:p>
            <a:r>
              <a:rPr lang="en-US" altLang="ko-KR" sz="1400" dirty="0"/>
              <a:t>@router.get("/{user_id}")</a:t>
            </a:r>
          </a:p>
          <a:p>
            <a:r>
              <a:rPr lang="en-US" altLang="ko-KR" sz="1400" dirty="0"/>
              <a:t>def </a:t>
            </a:r>
            <a:r>
              <a:rPr lang="en-US" altLang="ko-KR" sz="1400" dirty="0" err="1"/>
              <a:t>get_user</a:t>
            </a:r>
            <a:r>
              <a:rPr lang="en-US" altLang="ko-KR" sz="1400" dirty="0"/>
              <a:t>(</a:t>
            </a:r>
            <a:r>
              <a:rPr lang="en-US" altLang="ko-KR" sz="1400" dirty="0" err="1"/>
              <a:t>user_id</a:t>
            </a:r>
            <a:r>
              <a:rPr lang="en-US" altLang="ko-KR" sz="1400" dirty="0"/>
              <a:t>: int):</a:t>
            </a:r>
          </a:p>
          <a:p>
            <a:r>
              <a:rPr lang="en-US" altLang="ko-KR" sz="1400" dirty="0"/>
              <a:t>    for user in </a:t>
            </a:r>
            <a:r>
              <a:rPr lang="en-US" altLang="ko-KR" sz="1400" dirty="0" err="1"/>
              <a:t>fake_users</a:t>
            </a:r>
            <a:r>
              <a:rPr lang="en-US" altLang="ko-KR" sz="1400" dirty="0"/>
              <a:t>:</a:t>
            </a:r>
          </a:p>
          <a:p>
            <a:r>
              <a:rPr lang="en-US" altLang="ko-KR" sz="1400" dirty="0"/>
              <a:t>        if user["id"] == </a:t>
            </a:r>
            <a:r>
              <a:rPr lang="en-US" altLang="ko-KR" sz="1400" dirty="0" err="1"/>
              <a:t>user_id</a:t>
            </a:r>
            <a:r>
              <a:rPr lang="en-US" altLang="ko-KR" sz="1400" dirty="0"/>
              <a:t>:</a:t>
            </a:r>
          </a:p>
          <a:p>
            <a:r>
              <a:rPr lang="en-US" altLang="ko-KR" sz="1400" dirty="0"/>
              <a:t>            return user</a:t>
            </a:r>
          </a:p>
          <a:p>
            <a:endParaRPr lang="en-US" altLang="ko-KR" sz="1400" dirty="0"/>
          </a:p>
          <a:p>
            <a:r>
              <a:rPr lang="en-US" altLang="ko-KR" sz="1400" dirty="0"/>
              <a:t>    raise </a:t>
            </a:r>
            <a:r>
              <a:rPr lang="en-US" altLang="ko-KR" sz="1400" dirty="0" err="1"/>
              <a:t>HTTPException</a:t>
            </a:r>
            <a:r>
              <a:rPr lang="en-US" altLang="ko-KR" sz="1400" dirty="0"/>
              <a:t>(</a:t>
            </a:r>
          </a:p>
          <a:p>
            <a:r>
              <a:rPr lang="en-US" altLang="ko-KR" sz="1400" dirty="0"/>
              <a:t>        </a:t>
            </a:r>
            <a:r>
              <a:rPr lang="en-US" altLang="ko-KR" sz="1400" dirty="0" err="1"/>
              <a:t>status_code</a:t>
            </a:r>
            <a:r>
              <a:rPr lang="en-US" altLang="ko-KR" sz="1400" dirty="0"/>
              <a:t>=404,</a:t>
            </a:r>
          </a:p>
          <a:p>
            <a:r>
              <a:rPr lang="en-US" altLang="ko-KR" sz="1400" dirty="0"/>
              <a:t>        detail="</a:t>
            </a:r>
            <a:r>
              <a:rPr lang="ko-KR" altLang="en-US" sz="1400" dirty="0"/>
              <a:t>사용자를 찾을 수 없습니다</a:t>
            </a:r>
            <a:r>
              <a:rPr lang="en-US" altLang="ko-KR" sz="1400" dirty="0"/>
              <a:t>."</a:t>
            </a:r>
          </a:p>
          <a:p>
            <a:r>
              <a:rPr lang="en-US" altLang="ko-KR" sz="1400" dirty="0"/>
              <a:t>    )</a:t>
            </a:r>
          </a:p>
          <a:p>
            <a:endParaRPr lang="en-US" altLang="ko-KR" sz="1400" dirty="0"/>
          </a:p>
          <a:p>
            <a:r>
              <a:rPr lang="en-US" altLang="ko-KR" sz="1400" dirty="0"/>
              <a:t># POST /users/</a:t>
            </a:r>
          </a:p>
          <a:p>
            <a:r>
              <a:rPr lang="en-US" altLang="ko-KR" sz="1400" dirty="0"/>
              <a:t>@router.post("/")</a:t>
            </a:r>
          </a:p>
          <a:p>
            <a:r>
              <a:rPr lang="en-US" altLang="ko-KR" sz="1400" dirty="0"/>
              <a:t>def </a:t>
            </a:r>
            <a:r>
              <a:rPr lang="en-US" altLang="ko-KR" sz="1400" dirty="0" err="1"/>
              <a:t>create_user</a:t>
            </a:r>
            <a:r>
              <a:rPr lang="en-US" altLang="ko-KR" sz="1400" dirty="0"/>
              <a:t>(name: str, email: str):</a:t>
            </a:r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new_user</a:t>
            </a:r>
            <a:r>
              <a:rPr lang="en-US" altLang="ko-KR" sz="1400" dirty="0"/>
              <a:t> = {</a:t>
            </a:r>
          </a:p>
          <a:p>
            <a:r>
              <a:rPr lang="en-US" altLang="ko-KR" sz="1400" dirty="0"/>
              <a:t>        "id": </a:t>
            </a:r>
            <a:r>
              <a:rPr lang="en-US" altLang="ko-KR" sz="1400" dirty="0" err="1"/>
              <a:t>len</a:t>
            </a:r>
            <a:r>
              <a:rPr lang="en-US" altLang="ko-KR" sz="1400" dirty="0"/>
              <a:t>(</a:t>
            </a:r>
            <a:r>
              <a:rPr lang="en-US" altLang="ko-KR" sz="1400" dirty="0" err="1"/>
              <a:t>fake_users</a:t>
            </a:r>
            <a:r>
              <a:rPr lang="en-US" altLang="ko-KR" sz="1400" dirty="0"/>
              <a:t>) + 1,</a:t>
            </a:r>
          </a:p>
          <a:p>
            <a:r>
              <a:rPr lang="en-US" altLang="ko-KR" sz="1400" dirty="0"/>
              <a:t>        "name": name,</a:t>
            </a:r>
          </a:p>
          <a:p>
            <a:r>
              <a:rPr lang="en-US" altLang="ko-KR" sz="1400" dirty="0"/>
              <a:t>        "email": email</a:t>
            </a:r>
          </a:p>
          <a:p>
            <a:r>
              <a:rPr lang="en-US" altLang="ko-KR" sz="1400" dirty="0"/>
              <a:t>    }</a:t>
            </a:r>
          </a:p>
          <a:p>
            <a:endParaRPr lang="en-US" altLang="ko-KR" sz="1400" dirty="0"/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fake_users.append</a:t>
            </a:r>
            <a:r>
              <a:rPr lang="en-US" altLang="ko-KR" sz="1400" dirty="0"/>
              <a:t>(</a:t>
            </a:r>
            <a:r>
              <a:rPr lang="en-US" altLang="ko-KR" sz="1400" dirty="0" err="1"/>
              <a:t>new_user</a:t>
            </a:r>
            <a:r>
              <a:rPr lang="en-US" altLang="ko-KR" sz="1400" dirty="0"/>
              <a:t>)</a:t>
            </a:r>
          </a:p>
          <a:p>
            <a:endParaRPr lang="en-US" altLang="ko-KR" sz="1400" dirty="0"/>
          </a:p>
          <a:p>
            <a:r>
              <a:rPr lang="en-US" altLang="ko-KR" sz="1400" dirty="0"/>
              <a:t>    return {</a:t>
            </a:r>
          </a:p>
          <a:p>
            <a:r>
              <a:rPr lang="en-US" altLang="ko-KR" sz="1400" dirty="0"/>
              <a:t>        "message": "</a:t>
            </a:r>
            <a:r>
              <a:rPr lang="ko-KR" altLang="en-US" sz="1400" dirty="0"/>
              <a:t>사용자가 생성되었습니다</a:t>
            </a:r>
            <a:r>
              <a:rPr lang="en-US" altLang="ko-KR" sz="1400" dirty="0"/>
              <a:t>.",</a:t>
            </a:r>
          </a:p>
          <a:p>
            <a:r>
              <a:rPr lang="en-US" altLang="ko-KR" sz="1400" dirty="0"/>
              <a:t>        "user": </a:t>
            </a:r>
            <a:r>
              <a:rPr lang="en-US" altLang="ko-KR" sz="1400" dirty="0" err="1"/>
              <a:t>new_user</a:t>
            </a:r>
            <a:endParaRPr lang="en-US" altLang="ko-KR" sz="1400" dirty="0"/>
          </a:p>
          <a:p>
            <a:r>
              <a:rPr lang="en-US" altLang="ko-KR" sz="1400" dirty="0"/>
              <a:t>    }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D7C7C8D-1FE1-1EFB-025C-7B1B3A09E864}"/>
              </a:ext>
            </a:extLst>
          </p:cNvPr>
          <p:cNvSpPr/>
          <p:nvPr/>
        </p:nvSpPr>
        <p:spPr>
          <a:xfrm>
            <a:off x="6426691" y="1002620"/>
            <a:ext cx="2572342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 err="1"/>
              <a:t>usersController</a:t>
            </a:r>
            <a:r>
              <a:rPr lang="en-US" altLang="ko-KR" dirty="0"/>
              <a:t>.py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F3045BD-F87C-8E1E-F06A-942DD94871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" y="1002620"/>
            <a:ext cx="1557590" cy="150774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804348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29662-4EEC-38DA-9147-514E1CF51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55C6D3AB-F91E-7B1A-1424-6BE6265EB10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A27C8A98-1323-E32B-E7B3-03B7E3DCBC83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9ADD694-3305-8893-5355-5F5EC73597C3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APIRouter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–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수정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(put)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A5A3C96-A1DB-299F-BAD0-57EE7E8F783F}"/>
              </a:ext>
            </a:extLst>
          </p:cNvPr>
          <p:cNvSpPr txBox="1"/>
          <p:nvPr/>
        </p:nvSpPr>
        <p:spPr>
          <a:xfrm>
            <a:off x="111760" y="81617"/>
            <a:ext cx="4235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*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8D4A12C1-0AC5-3B58-CBA3-E24E635D36A6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6B6C039-AB1B-28D6-5256-80DCF061B6FB}"/>
              </a:ext>
            </a:extLst>
          </p:cNvPr>
          <p:cNvSpPr txBox="1"/>
          <p:nvPr/>
        </p:nvSpPr>
        <p:spPr>
          <a:xfrm>
            <a:off x="1767808" y="994231"/>
            <a:ext cx="7231225" cy="3754874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@router.put("/{user_id}")  # </a:t>
            </a:r>
            <a:r>
              <a:rPr lang="ko-KR" altLang="en-US" sz="1400" dirty="0"/>
              <a:t>수정</a:t>
            </a:r>
            <a:endParaRPr lang="en-US" altLang="ko-KR" sz="1400" dirty="0"/>
          </a:p>
          <a:p>
            <a:r>
              <a:rPr lang="en-US" altLang="ko-KR" sz="1400" dirty="0"/>
              <a:t>def </a:t>
            </a:r>
            <a:r>
              <a:rPr lang="en-US" altLang="ko-KR" sz="1400" dirty="0" err="1"/>
              <a:t>update_user</a:t>
            </a:r>
            <a:r>
              <a:rPr lang="en-US" altLang="ko-KR" sz="1400" dirty="0"/>
              <a:t>(</a:t>
            </a:r>
            <a:r>
              <a:rPr lang="en-US" altLang="ko-KR" sz="1400" dirty="0" err="1"/>
              <a:t>user_id</a:t>
            </a:r>
            <a:r>
              <a:rPr lang="en-US" altLang="ko-KR" sz="1400" dirty="0"/>
              <a:t>: int, name: str, email: str):</a:t>
            </a:r>
          </a:p>
          <a:p>
            <a:r>
              <a:rPr lang="en-US" altLang="ko-KR" sz="1400" dirty="0"/>
              <a:t>    for user in </a:t>
            </a:r>
            <a:r>
              <a:rPr lang="en-US" altLang="ko-KR" sz="1400" dirty="0" err="1"/>
              <a:t>fake_users</a:t>
            </a:r>
            <a:r>
              <a:rPr lang="en-US" altLang="ko-KR" sz="1400" dirty="0"/>
              <a:t>:</a:t>
            </a:r>
          </a:p>
          <a:p>
            <a:r>
              <a:rPr lang="en-US" altLang="ko-KR" sz="1400" dirty="0"/>
              <a:t>        if user["id"] == </a:t>
            </a:r>
            <a:r>
              <a:rPr lang="en-US" altLang="ko-KR" sz="1400" dirty="0" err="1"/>
              <a:t>user_id</a:t>
            </a:r>
            <a:r>
              <a:rPr lang="en-US" altLang="ko-KR" sz="1400" dirty="0"/>
              <a:t>:</a:t>
            </a:r>
          </a:p>
          <a:p>
            <a:r>
              <a:rPr lang="en-US" altLang="ko-KR" sz="1400" dirty="0"/>
              <a:t>            user["name"] = name</a:t>
            </a:r>
          </a:p>
          <a:p>
            <a:r>
              <a:rPr lang="en-US" altLang="ko-KR" sz="1400" dirty="0"/>
              <a:t>            user["email"] = email</a:t>
            </a:r>
          </a:p>
          <a:p>
            <a:endParaRPr lang="en-US" altLang="ko-KR" sz="1400" dirty="0"/>
          </a:p>
          <a:p>
            <a:r>
              <a:rPr lang="en-US" altLang="ko-KR" sz="1400" dirty="0"/>
              <a:t>            return {</a:t>
            </a:r>
          </a:p>
          <a:p>
            <a:r>
              <a:rPr lang="en-US" altLang="ko-KR" sz="1400" dirty="0"/>
              <a:t>                "message": "</a:t>
            </a:r>
            <a:r>
              <a:rPr lang="ko-KR" altLang="en-US" sz="1400" dirty="0"/>
              <a:t>사용자 정보가 수정되었습니다</a:t>
            </a:r>
            <a:r>
              <a:rPr lang="en-US" altLang="ko-KR" sz="1400" dirty="0"/>
              <a:t>.",</a:t>
            </a:r>
          </a:p>
          <a:p>
            <a:r>
              <a:rPr lang="en-US" altLang="ko-KR" sz="1400" dirty="0"/>
              <a:t>                "user": user</a:t>
            </a:r>
          </a:p>
          <a:p>
            <a:r>
              <a:rPr lang="en-US" altLang="ko-KR" sz="1400" dirty="0"/>
              <a:t>            }</a:t>
            </a:r>
          </a:p>
          <a:p>
            <a:endParaRPr lang="en-US" altLang="ko-KR" sz="1400" dirty="0"/>
          </a:p>
          <a:p>
            <a:r>
              <a:rPr lang="en-US" altLang="ko-KR" sz="1400" dirty="0"/>
              <a:t>    return {</a:t>
            </a:r>
          </a:p>
          <a:p>
            <a:r>
              <a:rPr lang="en-US" altLang="ko-KR" sz="1400" dirty="0"/>
              <a:t>        "message": "</a:t>
            </a:r>
            <a:r>
              <a:rPr lang="ko-KR" altLang="en-US" sz="1400" dirty="0"/>
              <a:t>해당 사용자를 찾을 수 없습니다</a:t>
            </a:r>
            <a:r>
              <a:rPr lang="en-US" altLang="ko-KR" sz="1400" dirty="0"/>
              <a:t>."</a:t>
            </a:r>
          </a:p>
          <a:p>
            <a:r>
              <a:rPr lang="en-US" altLang="ko-KR" sz="1400" dirty="0"/>
              <a:t>    }</a:t>
            </a:r>
            <a:endParaRPr lang="ko-KR" altLang="ko-KR" sz="1400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0AE0CA5-9800-D392-2948-F239658AE7BF}"/>
              </a:ext>
            </a:extLst>
          </p:cNvPr>
          <p:cNvSpPr/>
          <p:nvPr/>
        </p:nvSpPr>
        <p:spPr>
          <a:xfrm>
            <a:off x="6426691" y="1002620"/>
            <a:ext cx="2572342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 err="1"/>
              <a:t>usersController</a:t>
            </a:r>
            <a:r>
              <a:rPr lang="en-US" altLang="ko-KR" dirty="0"/>
              <a:t>.py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1614AA0-7FC5-A66E-DA3C-A2F3B70D7E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" y="1002620"/>
            <a:ext cx="1557590" cy="150774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50089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60C2C-C291-4176-7922-138CFECAF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FE67261D-16E0-4095-3585-00E7277ADCCA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4EB15190-FCFE-EAFE-BFB5-A286C2FB1560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AD2E785-3555-60FA-BDCD-A365794C3354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APIRouter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–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삭제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(delete)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829A32F-11F2-DEE4-FC05-1BAD1C2CA24E}"/>
              </a:ext>
            </a:extLst>
          </p:cNvPr>
          <p:cNvSpPr txBox="1"/>
          <p:nvPr/>
        </p:nvSpPr>
        <p:spPr>
          <a:xfrm>
            <a:off x="111760" y="81617"/>
            <a:ext cx="4235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*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83CB783-3C38-AED2-FB55-FDCE5D9522FA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FAF778F-2554-B586-366C-8C3169C9F86E}"/>
              </a:ext>
            </a:extLst>
          </p:cNvPr>
          <p:cNvSpPr txBox="1"/>
          <p:nvPr/>
        </p:nvSpPr>
        <p:spPr>
          <a:xfrm>
            <a:off x="9187887" y="3333332"/>
            <a:ext cx="27945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raise </a:t>
            </a:r>
            <a:r>
              <a:rPr lang="ko-KR" altLang="en-US" dirty="0"/>
              <a:t>강제 예외발생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1D5903-C646-3C57-D264-83F2D0EA606A}"/>
              </a:ext>
            </a:extLst>
          </p:cNvPr>
          <p:cNvSpPr txBox="1"/>
          <p:nvPr/>
        </p:nvSpPr>
        <p:spPr>
          <a:xfrm>
            <a:off x="1767808" y="994231"/>
            <a:ext cx="7231225" cy="353943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US" altLang="ko-KR" sz="1400" dirty="0"/>
          </a:p>
          <a:p>
            <a:r>
              <a:rPr lang="en-US" altLang="ko-KR" sz="1400" dirty="0"/>
              <a:t># DELETE /users/delete/1</a:t>
            </a:r>
          </a:p>
          <a:p>
            <a:r>
              <a:rPr lang="en-US" altLang="ko-KR" sz="1400" dirty="0"/>
              <a:t>@router.delete("/delete/{user_id}")</a:t>
            </a:r>
          </a:p>
          <a:p>
            <a:r>
              <a:rPr lang="en-US" altLang="ko-KR" sz="1400" dirty="0"/>
              <a:t>def </a:t>
            </a:r>
            <a:r>
              <a:rPr lang="en-US" altLang="ko-KR" sz="1400" dirty="0" err="1"/>
              <a:t>delete_user</a:t>
            </a:r>
            <a:r>
              <a:rPr lang="en-US" altLang="ko-KR" sz="1400" dirty="0"/>
              <a:t>(</a:t>
            </a:r>
            <a:r>
              <a:rPr lang="en-US" altLang="ko-KR" sz="1400" dirty="0" err="1"/>
              <a:t>user_id</a:t>
            </a:r>
            <a:r>
              <a:rPr lang="en-US" altLang="ko-KR" sz="1400" dirty="0"/>
              <a:t>: int):</a:t>
            </a:r>
          </a:p>
          <a:p>
            <a:r>
              <a:rPr lang="en-US" altLang="ko-KR" sz="1400" dirty="0"/>
              <a:t>    for user in </a:t>
            </a:r>
            <a:r>
              <a:rPr lang="en-US" altLang="ko-KR" sz="1400" dirty="0" err="1"/>
              <a:t>fake_users</a:t>
            </a:r>
            <a:r>
              <a:rPr lang="en-US" altLang="ko-KR" sz="1400" dirty="0"/>
              <a:t>:</a:t>
            </a:r>
          </a:p>
          <a:p>
            <a:r>
              <a:rPr lang="en-US" altLang="ko-KR" sz="1400" dirty="0"/>
              <a:t>        if user["id"] == </a:t>
            </a:r>
            <a:r>
              <a:rPr lang="en-US" altLang="ko-KR" sz="1400" dirty="0" err="1"/>
              <a:t>user_id</a:t>
            </a:r>
            <a:r>
              <a:rPr lang="en-US" altLang="ko-KR" sz="1400" dirty="0"/>
              <a:t>:</a:t>
            </a:r>
          </a:p>
          <a:p>
            <a:r>
              <a:rPr lang="en-US" altLang="ko-KR" sz="1400" dirty="0"/>
              <a:t>            </a:t>
            </a:r>
            <a:r>
              <a:rPr lang="en-US" altLang="ko-KR" sz="1400" dirty="0" err="1"/>
              <a:t>fake_users.remove</a:t>
            </a:r>
            <a:r>
              <a:rPr lang="en-US" altLang="ko-KR" sz="1400" dirty="0"/>
              <a:t>(user)</a:t>
            </a:r>
          </a:p>
          <a:p>
            <a:r>
              <a:rPr lang="en-US" altLang="ko-KR" sz="1400" dirty="0"/>
              <a:t>            return {</a:t>
            </a:r>
          </a:p>
          <a:p>
            <a:r>
              <a:rPr lang="en-US" altLang="ko-KR" sz="1400" dirty="0"/>
              <a:t>                "message": "</a:t>
            </a:r>
            <a:r>
              <a:rPr lang="ko-KR" altLang="en-US" sz="1400" dirty="0"/>
              <a:t>사용자가 삭제되었습니다</a:t>
            </a:r>
            <a:r>
              <a:rPr lang="en-US" altLang="ko-KR" sz="1400" dirty="0"/>
              <a:t>.",</a:t>
            </a:r>
          </a:p>
          <a:p>
            <a:r>
              <a:rPr lang="en-US" altLang="ko-KR" sz="1400" dirty="0"/>
              <a:t>                "</a:t>
            </a:r>
            <a:r>
              <a:rPr lang="en-US" altLang="ko-KR" sz="1400" dirty="0" err="1"/>
              <a:t>deleted_user</a:t>
            </a:r>
            <a:r>
              <a:rPr lang="en-US" altLang="ko-KR" sz="1400" dirty="0"/>
              <a:t>": user</a:t>
            </a:r>
          </a:p>
          <a:p>
            <a:r>
              <a:rPr lang="en-US" altLang="ko-KR" sz="1400" dirty="0"/>
              <a:t>            }</a:t>
            </a:r>
          </a:p>
          <a:p>
            <a:endParaRPr lang="en-US" altLang="ko-KR" sz="1400" dirty="0"/>
          </a:p>
          <a:p>
            <a:r>
              <a:rPr lang="en-US" altLang="ko-KR" sz="1400" dirty="0"/>
              <a:t>    raise </a:t>
            </a:r>
            <a:r>
              <a:rPr lang="en-US" altLang="ko-KR" sz="1400" dirty="0" err="1"/>
              <a:t>HTTPException</a:t>
            </a:r>
            <a:r>
              <a:rPr lang="en-US" altLang="ko-KR" sz="1400" dirty="0"/>
              <a:t>(</a:t>
            </a:r>
          </a:p>
          <a:p>
            <a:r>
              <a:rPr lang="en-US" altLang="ko-KR" sz="1400" dirty="0"/>
              <a:t>        </a:t>
            </a:r>
            <a:r>
              <a:rPr lang="en-US" altLang="ko-KR" sz="1400" dirty="0" err="1"/>
              <a:t>status_code</a:t>
            </a:r>
            <a:r>
              <a:rPr lang="en-US" altLang="ko-KR" sz="1400" dirty="0"/>
              <a:t>=404,</a:t>
            </a:r>
          </a:p>
          <a:p>
            <a:r>
              <a:rPr lang="en-US" altLang="ko-KR" sz="1400" dirty="0"/>
              <a:t>        detail="</a:t>
            </a:r>
            <a:r>
              <a:rPr lang="ko-KR" altLang="en-US" sz="1400" dirty="0"/>
              <a:t>삭제할 사용자를 찾을 수 없습니다</a:t>
            </a:r>
            <a:r>
              <a:rPr lang="en-US" altLang="ko-KR" sz="1400" dirty="0"/>
              <a:t>."</a:t>
            </a:r>
          </a:p>
          <a:p>
            <a:r>
              <a:rPr lang="en-US" altLang="ko-KR" sz="1400" dirty="0"/>
              <a:t>    )</a:t>
            </a:r>
            <a:endParaRPr lang="ko-KR" altLang="ko-KR" sz="1400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9C2F727-4738-78E2-C7A4-37DF9E81221D}"/>
              </a:ext>
            </a:extLst>
          </p:cNvPr>
          <p:cNvSpPr/>
          <p:nvPr/>
        </p:nvSpPr>
        <p:spPr>
          <a:xfrm>
            <a:off x="6426691" y="1002620"/>
            <a:ext cx="2572342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 err="1"/>
              <a:t>usersController</a:t>
            </a:r>
            <a:r>
              <a:rPr lang="en-US" altLang="ko-KR" dirty="0"/>
              <a:t>.py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5E65C1C-1640-8363-C45A-45C9E4D0B9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" y="1002620"/>
            <a:ext cx="1557590" cy="150774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18CB6E-9C08-536B-EE39-EB53367DD233}"/>
              </a:ext>
            </a:extLst>
          </p:cNvPr>
          <p:cNvSpPr txBox="1"/>
          <p:nvPr/>
        </p:nvSpPr>
        <p:spPr>
          <a:xfrm>
            <a:off x="1767808" y="5255215"/>
            <a:ext cx="7231224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/>
              <a:t>users.py     → 사용자 API</a:t>
            </a:r>
          </a:p>
          <a:p>
            <a:r>
              <a:rPr lang="ko-KR" altLang="en-US" dirty="0"/>
              <a:t>items.py     → 상품 API</a:t>
            </a:r>
          </a:p>
          <a:p>
            <a:r>
              <a:rPr lang="ko-KR" altLang="en-US" dirty="0"/>
              <a:t>orders.py    → 주문 API</a:t>
            </a:r>
          </a:p>
          <a:p>
            <a:r>
              <a:rPr lang="ko-KR" altLang="en-US" dirty="0"/>
              <a:t>admin.py     → 관리자 API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FD0335E-ED39-E8A2-8638-0509373CA8FB}"/>
              </a:ext>
            </a:extLst>
          </p:cNvPr>
          <p:cNvSpPr/>
          <p:nvPr/>
        </p:nvSpPr>
        <p:spPr>
          <a:xfrm>
            <a:off x="6426691" y="5255215"/>
            <a:ext cx="2572342" cy="373333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샘플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C65906-EBEF-9094-CF8A-61E96D7AE2C7}"/>
              </a:ext>
            </a:extLst>
          </p:cNvPr>
          <p:cNvSpPr txBox="1"/>
          <p:nvPr/>
        </p:nvSpPr>
        <p:spPr>
          <a:xfrm>
            <a:off x="9187887" y="5255214"/>
            <a:ext cx="279451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/</a:t>
            </a:r>
            <a:r>
              <a:rPr lang="ko-KR" altLang="en-US" dirty="0" err="1"/>
              <a:t>users</a:t>
            </a:r>
            <a:endParaRPr lang="ko-KR" altLang="en-US" dirty="0"/>
          </a:p>
          <a:p>
            <a:r>
              <a:rPr lang="ko-KR" altLang="en-US" dirty="0"/>
              <a:t>/</a:t>
            </a:r>
            <a:r>
              <a:rPr lang="ko-KR" altLang="en-US" dirty="0" err="1"/>
              <a:t>users</a:t>
            </a:r>
            <a:r>
              <a:rPr lang="ko-KR" altLang="en-US" dirty="0"/>
              <a:t>/1</a:t>
            </a:r>
          </a:p>
          <a:p>
            <a:r>
              <a:rPr lang="ko-KR" altLang="en-US" dirty="0"/>
              <a:t>/</a:t>
            </a:r>
            <a:r>
              <a:rPr lang="ko-KR" altLang="en-US" dirty="0" err="1"/>
              <a:t>users</a:t>
            </a:r>
            <a:r>
              <a:rPr lang="ko-KR" altLang="en-US" dirty="0"/>
              <a:t>/</a:t>
            </a:r>
            <a:r>
              <a:rPr lang="ko-KR" altLang="en-US" dirty="0" err="1"/>
              <a:t>create</a:t>
            </a:r>
            <a:endParaRPr lang="ko-KR" altLang="en-US" dirty="0"/>
          </a:p>
          <a:p>
            <a:r>
              <a:rPr lang="ko-KR" altLang="en-US" dirty="0"/>
              <a:t>/</a:t>
            </a:r>
            <a:r>
              <a:rPr lang="ko-KR" altLang="en-US" dirty="0" err="1"/>
              <a:t>users</a:t>
            </a:r>
            <a:r>
              <a:rPr lang="ko-KR" altLang="en-US" dirty="0"/>
              <a:t>/</a:t>
            </a:r>
            <a:r>
              <a:rPr lang="ko-KR" altLang="en-US" dirty="0" err="1"/>
              <a:t>delete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576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A16F4-6216-1BB5-18AE-7A806ABA2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4EA26A3F-E273-6EA4-2D70-0C5C94DC364B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9F27D80E-CEA7-A930-9CA2-985F3430A489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577F482-18AA-1ADA-FC3A-2BBF2F6D4E00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3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3712FB4-5AFE-913D-EF47-5B8DEBF5B96B}"/>
              </a:ext>
            </a:extLst>
          </p:cNvPr>
          <p:cNvSpPr txBox="1"/>
          <p:nvPr/>
        </p:nvSpPr>
        <p:spPr>
          <a:xfrm>
            <a:off x="2491530" y="2956339"/>
            <a:ext cx="7046753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5400" b="1" dirty="0"/>
              <a:t>데이터베이스 연결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7F882EAF-0493-F80B-157C-B3D482C9FBFC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53433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6C9A5-AC73-C16A-FAE1-3F3B228BA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1C45734-20C2-866D-D0F1-64AA534760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569" y="1046800"/>
            <a:ext cx="2277600" cy="4969309"/>
          </a:xfrm>
          <a:prstGeom prst="rect">
            <a:avLst/>
          </a:prstGeom>
        </p:spPr>
      </p:pic>
      <p:sp>
        <p:nvSpPr>
          <p:cNvPr id="78" name="직사각형 77">
            <a:extLst>
              <a:ext uri="{FF2B5EF4-FFF2-40B4-BE49-F238E27FC236}">
                <a16:creationId xmlns:a16="http://schemas.microsoft.com/office/drawing/2014/main" id="{6DACE2DC-1EBF-8E98-E6BC-2E1D5BC40406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3076AACB-27B1-FFAA-C040-02EC27B85D13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1850103-1B00-5FFF-7B05-A1C9668EC6AA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sqlite3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연결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– config.py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F5167BE-7964-9256-79C5-CF288BA3FA59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3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9356D2D5-3EA0-E1FD-0A78-15BD26E9A451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23D6E93-758D-E3AF-A3E2-CFFF34248591}"/>
              </a:ext>
            </a:extLst>
          </p:cNvPr>
          <p:cNvSpPr txBox="1"/>
          <p:nvPr/>
        </p:nvSpPr>
        <p:spPr>
          <a:xfrm>
            <a:off x="2603241" y="937614"/>
            <a:ext cx="6187954" cy="4154984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ko-KR" sz="1600" dirty="0" err="1"/>
              <a:t>import</a:t>
            </a:r>
            <a:r>
              <a:rPr lang="ko-KR" altLang="ko-KR" sz="1600" dirty="0"/>
              <a:t> sqlite3</a:t>
            </a:r>
          </a:p>
          <a:p>
            <a:r>
              <a:rPr lang="ko-KR" altLang="ko-KR" sz="1600" dirty="0" err="1"/>
              <a:t>from</a:t>
            </a:r>
            <a:r>
              <a:rPr lang="ko-KR" altLang="ko-KR" sz="1600" dirty="0"/>
              <a:t> </a:t>
            </a:r>
            <a:r>
              <a:rPr lang="ko-KR" altLang="ko-KR" sz="1600" dirty="0" err="1"/>
              <a:t>pathlib</a:t>
            </a:r>
            <a:r>
              <a:rPr lang="ko-KR" altLang="ko-KR" sz="1600" dirty="0"/>
              <a:t> </a:t>
            </a:r>
            <a:r>
              <a:rPr lang="ko-KR" altLang="ko-KR" sz="1600" dirty="0" err="1"/>
              <a:t>import</a:t>
            </a:r>
            <a:r>
              <a:rPr lang="ko-KR" altLang="ko-KR" sz="1600" dirty="0"/>
              <a:t> </a:t>
            </a:r>
            <a:r>
              <a:rPr lang="ko-KR" altLang="ko-KR" sz="1600" dirty="0" err="1"/>
              <a:t>Path</a:t>
            </a:r>
            <a:endParaRPr lang="ko-KR" altLang="ko-KR" sz="1600" dirty="0"/>
          </a:p>
          <a:p>
            <a:br>
              <a:rPr lang="ko-KR" altLang="ko-KR" sz="1600" dirty="0"/>
            </a:br>
            <a:endParaRPr lang="ko-KR" altLang="ko-KR" sz="1600" dirty="0"/>
          </a:p>
          <a:p>
            <a:r>
              <a:rPr lang="ko-KR" altLang="ko-KR" sz="1600" dirty="0"/>
              <a:t># 프로젝트 루트 경로</a:t>
            </a:r>
          </a:p>
          <a:p>
            <a:r>
              <a:rPr lang="ko-KR" altLang="ko-KR" sz="1600" dirty="0"/>
              <a:t>BASE_DIR = </a:t>
            </a:r>
            <a:r>
              <a:rPr lang="ko-KR" altLang="ko-KR" sz="1600" dirty="0" err="1"/>
              <a:t>Path</a:t>
            </a:r>
            <a:r>
              <a:rPr lang="ko-KR" altLang="ko-KR" sz="1600" dirty="0"/>
              <a:t>(__</a:t>
            </a:r>
            <a:r>
              <a:rPr lang="ko-KR" altLang="ko-KR" sz="1600" dirty="0" err="1"/>
              <a:t>file</a:t>
            </a:r>
            <a:r>
              <a:rPr lang="ko-KR" altLang="ko-KR" sz="1600" dirty="0"/>
              <a:t>__).</a:t>
            </a:r>
            <a:r>
              <a:rPr lang="ko-KR" altLang="ko-KR" sz="1600" dirty="0" err="1"/>
              <a:t>resolve</a:t>
            </a:r>
            <a:r>
              <a:rPr lang="ko-KR" altLang="ko-KR" sz="1600" dirty="0"/>
              <a:t>().</a:t>
            </a:r>
            <a:r>
              <a:rPr lang="ko-KR" altLang="ko-KR" sz="1600" dirty="0" err="1"/>
              <a:t>parent.parent</a:t>
            </a:r>
            <a:endParaRPr lang="ko-KR" altLang="ko-KR" sz="1600" dirty="0"/>
          </a:p>
          <a:p>
            <a:br>
              <a:rPr lang="ko-KR" altLang="ko-KR" sz="1600" dirty="0"/>
            </a:br>
            <a:endParaRPr lang="ko-KR" altLang="ko-KR" sz="1600" dirty="0"/>
          </a:p>
          <a:p>
            <a:r>
              <a:rPr lang="ko-KR" altLang="ko-KR" sz="1600" dirty="0"/>
              <a:t># DB 파일 경로</a:t>
            </a:r>
          </a:p>
          <a:p>
            <a:r>
              <a:rPr lang="ko-KR" altLang="ko-KR" sz="1600" dirty="0"/>
              <a:t>DB_PATH = BASE_DIR / "project01.db"</a:t>
            </a:r>
          </a:p>
          <a:p>
            <a:br>
              <a:rPr lang="ko-KR" altLang="ko-KR" sz="1600" dirty="0"/>
            </a:br>
            <a:endParaRPr lang="ko-KR" altLang="ko-KR" sz="1600" dirty="0"/>
          </a:p>
          <a:p>
            <a:r>
              <a:rPr lang="ko-KR" altLang="ko-KR" sz="1600" dirty="0" err="1"/>
              <a:t>def</a:t>
            </a:r>
            <a:r>
              <a:rPr lang="ko-KR" altLang="ko-KR" sz="1600" dirty="0"/>
              <a:t> </a:t>
            </a:r>
            <a:r>
              <a:rPr lang="ko-KR" altLang="ko-KR" sz="1600" dirty="0" err="1"/>
              <a:t>get_connection</a:t>
            </a:r>
            <a:r>
              <a:rPr lang="ko-KR" altLang="ko-KR" sz="1600" dirty="0"/>
              <a:t>():</a:t>
            </a:r>
          </a:p>
          <a:p>
            <a:r>
              <a:rPr lang="ko-KR" altLang="ko-KR" sz="1600" dirty="0"/>
              <a:t>    </a:t>
            </a:r>
            <a:r>
              <a:rPr lang="ko-KR" altLang="ko-KR" sz="1600" dirty="0" err="1"/>
              <a:t>conn</a:t>
            </a:r>
            <a:r>
              <a:rPr lang="ko-KR" altLang="ko-KR" sz="1600" dirty="0"/>
              <a:t> = sqlite3.connect(DB_PATH)</a:t>
            </a:r>
          </a:p>
          <a:p>
            <a:r>
              <a:rPr lang="ko-KR" altLang="ko-KR" sz="1600" dirty="0"/>
              <a:t>    </a:t>
            </a:r>
            <a:r>
              <a:rPr lang="ko-KR" altLang="ko-KR" sz="1600" dirty="0" err="1">
                <a:highlight>
                  <a:srgbClr val="FFFF00"/>
                </a:highlight>
              </a:rPr>
              <a:t>conn.row_factory</a:t>
            </a:r>
            <a:r>
              <a:rPr lang="ko-KR" altLang="ko-KR" sz="1600" dirty="0">
                <a:highlight>
                  <a:srgbClr val="FFFF00"/>
                </a:highlight>
              </a:rPr>
              <a:t> = sqlite3.Row</a:t>
            </a:r>
            <a:r>
              <a:rPr lang="en-US" altLang="ko-KR" sz="1600" dirty="0">
                <a:highlight>
                  <a:srgbClr val="FFFF00"/>
                </a:highlight>
              </a:rPr>
              <a:t>   # </a:t>
            </a:r>
            <a:r>
              <a:rPr lang="ko-KR" altLang="en-US" sz="1600" dirty="0" err="1">
                <a:highlight>
                  <a:srgbClr val="FFFF00"/>
                </a:highlight>
              </a:rPr>
              <a:t>딕셔너리형태변경</a:t>
            </a:r>
            <a:endParaRPr lang="ko-KR" altLang="ko-KR" sz="1600" dirty="0">
              <a:highlight>
                <a:srgbClr val="FFFF00"/>
              </a:highlight>
            </a:endParaRPr>
          </a:p>
          <a:p>
            <a:r>
              <a:rPr lang="ko-KR" altLang="ko-KR" sz="1600" dirty="0"/>
              <a:t>    </a:t>
            </a:r>
            <a:r>
              <a:rPr lang="ko-KR" altLang="ko-KR" sz="1600" dirty="0" err="1"/>
              <a:t>return</a:t>
            </a:r>
            <a:r>
              <a:rPr lang="ko-KR" altLang="ko-KR" sz="1600" dirty="0"/>
              <a:t> </a:t>
            </a:r>
            <a:r>
              <a:rPr lang="ko-KR" altLang="ko-KR" sz="1600" dirty="0" err="1"/>
              <a:t>conn</a:t>
            </a:r>
            <a:endParaRPr lang="ko-KR" altLang="ko-KR" sz="1600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2388902-A427-186C-A56E-F6F96DAC8FB0}"/>
              </a:ext>
            </a:extLst>
          </p:cNvPr>
          <p:cNvSpPr/>
          <p:nvPr/>
        </p:nvSpPr>
        <p:spPr>
          <a:xfrm>
            <a:off x="6218852" y="946003"/>
            <a:ext cx="2572342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config.py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F40069-F904-6715-1DD1-1FE3BCFFB742}"/>
              </a:ext>
            </a:extLst>
          </p:cNvPr>
          <p:cNvSpPr txBox="1"/>
          <p:nvPr/>
        </p:nvSpPr>
        <p:spPr>
          <a:xfrm>
            <a:off x="8448444" y="1860773"/>
            <a:ext cx="3634699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ko-KR" dirty="0" err="1"/>
              <a:t>parent.parent</a:t>
            </a:r>
            <a:r>
              <a:rPr lang="ko-KR" altLang="ko-KR" sz="1600" dirty="0" err="1"/>
              <a:t>를</a:t>
            </a:r>
            <a:r>
              <a:rPr lang="ko-KR" altLang="ko-KR" sz="1600" dirty="0"/>
              <a:t> 하면 </a:t>
            </a:r>
            <a:br>
              <a:rPr lang="en-US" altLang="ko-KR" sz="1600" dirty="0"/>
            </a:br>
            <a:r>
              <a:rPr lang="ko-KR" altLang="ko-KR" sz="1600" dirty="0"/>
              <a:t>프로젝트 루트인 </a:t>
            </a:r>
            <a:r>
              <a:rPr lang="ko-KR" altLang="ko-KR" dirty="0"/>
              <a:t>f0519/</a:t>
            </a:r>
            <a:endParaRPr lang="en-US" altLang="ko-KR" sz="1600" b="1" dirty="0">
              <a:latin typeface="나눔스퀘어 Light (본문)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151EAD4-4339-C918-0697-C0DD07F0118E}"/>
              </a:ext>
            </a:extLst>
          </p:cNvPr>
          <p:cNvSpPr/>
          <p:nvPr/>
        </p:nvSpPr>
        <p:spPr>
          <a:xfrm>
            <a:off x="422200" y="1996752"/>
            <a:ext cx="2032460" cy="9143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F3E7CC-665A-8C2F-A316-FB491ACB6FD7}"/>
              </a:ext>
            </a:extLst>
          </p:cNvPr>
          <p:cNvSpPr/>
          <p:nvPr/>
        </p:nvSpPr>
        <p:spPr>
          <a:xfrm>
            <a:off x="2603240" y="1843879"/>
            <a:ext cx="5696621" cy="7931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32C672-8B72-C68D-4D67-B9A1E948905B}"/>
              </a:ext>
            </a:extLst>
          </p:cNvPr>
          <p:cNvSpPr txBox="1"/>
          <p:nvPr/>
        </p:nvSpPr>
        <p:spPr>
          <a:xfrm>
            <a:off x="6482511" y="3037480"/>
            <a:ext cx="363469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ko-KR" dirty="0"/>
              <a:t>f0519/project01.</a:t>
            </a:r>
            <a:r>
              <a:rPr lang="en-US" altLang="ko-KR" dirty="0" err="1"/>
              <a:t>db</a:t>
            </a:r>
            <a:r>
              <a:rPr lang="en-US" altLang="ko-KR" dirty="0"/>
              <a:t> </a:t>
            </a:r>
            <a:r>
              <a:rPr lang="ko-KR" altLang="en-US" dirty="0"/>
              <a:t>위치가 됨</a:t>
            </a:r>
            <a:endParaRPr lang="en-US" altLang="ko-KR" sz="1600" b="1" dirty="0">
              <a:latin typeface="나눔스퀘어 Light (본문)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C8BAE5-7E07-9ABB-EDFE-E6FFBF650EF5}"/>
              </a:ext>
            </a:extLst>
          </p:cNvPr>
          <p:cNvSpPr txBox="1"/>
          <p:nvPr/>
        </p:nvSpPr>
        <p:spPr>
          <a:xfrm>
            <a:off x="7959012" y="3758566"/>
            <a:ext cx="4232988" cy="229293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ko-KR" sz="1200" dirty="0" err="1">
                <a:highlight>
                  <a:srgbClr val="FFFF00"/>
                </a:highlight>
              </a:rPr>
              <a:t>conn</a:t>
            </a:r>
            <a:r>
              <a:rPr lang="ko-KR" altLang="ko-KR" sz="1200" dirty="0">
                <a:highlight>
                  <a:srgbClr val="FFFF00"/>
                </a:highlight>
              </a:rPr>
              <a:t> = sqlite3.connect(DB_PATH)</a:t>
            </a:r>
          </a:p>
          <a:p>
            <a:r>
              <a:rPr lang="ko-KR" altLang="en-US" sz="1200" dirty="0">
                <a:highlight>
                  <a:srgbClr val="FFFF00"/>
                </a:highlight>
              </a:rPr>
              <a:t>리턴을 하면</a:t>
            </a:r>
            <a:endParaRPr lang="en-US" altLang="ko-KR" sz="1200" dirty="0">
              <a:highlight>
                <a:srgbClr val="FFFF00"/>
              </a:highlight>
            </a:endParaRPr>
          </a:p>
          <a:p>
            <a:endParaRPr lang="en-US" altLang="ko-KR" sz="1200" dirty="0"/>
          </a:p>
          <a:p>
            <a:r>
              <a:rPr lang="ko-KR" altLang="ko-KR" sz="1200" dirty="0" err="1"/>
              <a:t>cursor.execute</a:t>
            </a:r>
            <a:r>
              <a:rPr lang="ko-KR" altLang="ko-KR" sz="1200" dirty="0"/>
              <a:t>("SELECT </a:t>
            </a:r>
            <a:r>
              <a:rPr lang="ko-KR" altLang="ko-KR" sz="1200" dirty="0" err="1"/>
              <a:t>id</a:t>
            </a:r>
            <a:r>
              <a:rPr lang="ko-KR" altLang="ko-KR" sz="1200" dirty="0"/>
              <a:t>, </a:t>
            </a:r>
            <a:r>
              <a:rPr lang="ko-KR" altLang="ko-KR" sz="1200" dirty="0" err="1"/>
              <a:t>name</a:t>
            </a:r>
            <a:r>
              <a:rPr lang="ko-KR" altLang="ko-KR" sz="1200" dirty="0"/>
              <a:t>, </a:t>
            </a:r>
            <a:r>
              <a:rPr lang="ko-KR" altLang="ko-KR" sz="1200" dirty="0" err="1"/>
              <a:t>email</a:t>
            </a:r>
            <a:r>
              <a:rPr lang="ko-KR" altLang="ko-KR" sz="1200" dirty="0"/>
              <a:t> FROM </a:t>
            </a:r>
            <a:r>
              <a:rPr lang="ko-KR" altLang="ko-KR" sz="1200" dirty="0" err="1"/>
              <a:t>users</a:t>
            </a:r>
            <a:r>
              <a:rPr lang="ko-KR" altLang="ko-KR" sz="1200" dirty="0"/>
              <a:t>")</a:t>
            </a:r>
            <a:br>
              <a:rPr lang="ko-KR" altLang="ko-KR" sz="1200" dirty="0"/>
            </a:br>
            <a:r>
              <a:rPr lang="ko-KR" altLang="ko-KR" sz="1200" dirty="0" err="1"/>
              <a:t>users</a:t>
            </a:r>
            <a:r>
              <a:rPr lang="ko-KR" altLang="ko-KR" sz="1200" dirty="0"/>
              <a:t> = </a:t>
            </a:r>
            <a:r>
              <a:rPr lang="ko-KR" altLang="ko-KR" sz="1200" dirty="0" err="1"/>
              <a:t>cursor.fetchall</a:t>
            </a:r>
            <a:r>
              <a:rPr lang="ko-KR" altLang="ko-KR" sz="1200" dirty="0"/>
              <a:t>()</a:t>
            </a:r>
            <a:br>
              <a:rPr lang="en-US" altLang="ko-KR" sz="1200" dirty="0"/>
            </a:br>
            <a:br>
              <a:rPr lang="en-US" altLang="ko-KR" sz="1200" dirty="0"/>
            </a:br>
            <a:r>
              <a:rPr lang="en-US" altLang="ko-KR" sz="1200" dirty="0"/>
              <a:t>&lt;</a:t>
            </a:r>
            <a:r>
              <a:rPr lang="ko-KR" altLang="en-US" sz="1200" dirty="0"/>
              <a:t>결과</a:t>
            </a:r>
            <a:r>
              <a:rPr lang="en-US" altLang="ko-KR" sz="1200" dirty="0"/>
              <a:t>&gt;</a:t>
            </a:r>
            <a:br>
              <a:rPr lang="en-US" altLang="ko-KR" sz="1200" dirty="0"/>
            </a:br>
            <a:r>
              <a:rPr lang="ko-KR" altLang="ko-KR" sz="1100" dirty="0"/>
              <a:t>[(1, '홍길동', '</a:t>
            </a:r>
            <a:r>
              <a:rPr lang="ko-KR" altLang="ko-KR" sz="1100" dirty="0" err="1"/>
              <a:t>hong@test.com</a:t>
            </a:r>
            <a:r>
              <a:rPr lang="ko-KR" altLang="ko-KR" sz="1100" dirty="0"/>
              <a:t>'), (2, '김철수', '</a:t>
            </a:r>
            <a:r>
              <a:rPr lang="ko-KR" altLang="ko-KR" sz="1100" dirty="0" err="1"/>
              <a:t>kim@test.com</a:t>
            </a:r>
            <a:r>
              <a:rPr lang="ko-KR" altLang="ko-KR" sz="1100" dirty="0"/>
              <a:t>’)]</a:t>
            </a:r>
            <a:br>
              <a:rPr lang="en-US" altLang="ko-KR" sz="1100" dirty="0"/>
            </a:br>
            <a:br>
              <a:rPr lang="en-US" altLang="ko-KR" sz="1100" dirty="0"/>
            </a:br>
            <a:r>
              <a:rPr lang="ko-KR" altLang="ko-KR" sz="1100" dirty="0" err="1"/>
              <a:t>user</a:t>
            </a:r>
            <a:r>
              <a:rPr lang="ko-KR" altLang="ko-KR" sz="1100" dirty="0"/>
              <a:t>[0] # </a:t>
            </a:r>
            <a:r>
              <a:rPr lang="ko-KR" altLang="ko-KR" sz="1100" dirty="0" err="1"/>
              <a:t>id</a:t>
            </a:r>
            <a:br>
              <a:rPr lang="ko-KR" altLang="ko-KR" sz="1100" dirty="0"/>
            </a:br>
            <a:r>
              <a:rPr lang="ko-KR" altLang="ko-KR" sz="1100" dirty="0" err="1"/>
              <a:t>user</a:t>
            </a:r>
            <a:r>
              <a:rPr lang="ko-KR" altLang="ko-KR" sz="1100" dirty="0"/>
              <a:t>[1] # </a:t>
            </a:r>
            <a:r>
              <a:rPr lang="ko-KR" altLang="ko-KR" sz="1100" dirty="0" err="1"/>
              <a:t>name</a:t>
            </a:r>
            <a:br>
              <a:rPr lang="ko-KR" altLang="ko-KR" sz="1100" dirty="0"/>
            </a:br>
            <a:r>
              <a:rPr lang="ko-KR" altLang="ko-KR" sz="1100" dirty="0" err="1"/>
              <a:t>user</a:t>
            </a:r>
            <a:r>
              <a:rPr lang="ko-KR" altLang="ko-KR" sz="1100" dirty="0"/>
              <a:t>[2] # </a:t>
            </a:r>
            <a:r>
              <a:rPr lang="ko-KR" altLang="ko-KR" sz="1100" dirty="0" err="1"/>
              <a:t>email</a:t>
            </a:r>
            <a:endParaRPr lang="en-US" altLang="ko-KR" sz="1100" b="1" dirty="0">
              <a:latin typeface="나눔스퀘어 Light (본문)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688049-579E-9E20-9FD4-DF6E96D7B0AE}"/>
              </a:ext>
            </a:extLst>
          </p:cNvPr>
          <p:cNvSpPr txBox="1"/>
          <p:nvPr/>
        </p:nvSpPr>
        <p:spPr>
          <a:xfrm>
            <a:off x="2603240" y="5159529"/>
            <a:ext cx="5260700" cy="1600438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ko-KR" sz="1400" dirty="0" err="1">
                <a:highlight>
                  <a:srgbClr val="FFFF00"/>
                </a:highlight>
              </a:rPr>
              <a:t>conn</a:t>
            </a:r>
            <a:r>
              <a:rPr lang="ko-KR" altLang="ko-KR" sz="1400" dirty="0">
                <a:highlight>
                  <a:srgbClr val="FFFF00"/>
                </a:highlight>
              </a:rPr>
              <a:t> = sqlite3.connect(DB_PATH)</a:t>
            </a:r>
          </a:p>
          <a:p>
            <a:r>
              <a:rPr lang="ko-KR" altLang="ko-KR" sz="1400" dirty="0" err="1">
                <a:highlight>
                  <a:srgbClr val="FFFF00"/>
                </a:highlight>
              </a:rPr>
              <a:t>conn.row_factory</a:t>
            </a:r>
            <a:r>
              <a:rPr lang="ko-KR" altLang="ko-KR" sz="1400" dirty="0">
                <a:highlight>
                  <a:srgbClr val="FFFF00"/>
                </a:highlight>
              </a:rPr>
              <a:t> = sqlite3.Row</a:t>
            </a:r>
            <a:r>
              <a:rPr lang="en-US" altLang="ko-KR" sz="1400" dirty="0">
                <a:highlight>
                  <a:srgbClr val="FFFF00"/>
                </a:highlight>
              </a:rPr>
              <a:t> </a:t>
            </a:r>
            <a:r>
              <a:rPr lang="ko-KR" altLang="en-US" sz="1400" dirty="0">
                <a:highlight>
                  <a:srgbClr val="FFFF00"/>
                </a:highlight>
              </a:rPr>
              <a:t>해서 리턴을 하면</a:t>
            </a:r>
            <a:endParaRPr lang="ko-KR" altLang="ko-KR" sz="1400" dirty="0">
              <a:highlight>
                <a:srgbClr val="FFFF00"/>
              </a:highlight>
            </a:endParaRPr>
          </a:p>
          <a:p>
            <a:br>
              <a:rPr lang="en-US" altLang="ko-KR" sz="1400" dirty="0"/>
            </a:br>
            <a:r>
              <a:rPr lang="ko-KR" altLang="ko-KR" sz="1400" dirty="0" err="1"/>
              <a:t>for</a:t>
            </a:r>
            <a:r>
              <a:rPr lang="ko-KR" altLang="ko-KR" sz="1400" dirty="0"/>
              <a:t> </a:t>
            </a:r>
            <a:r>
              <a:rPr lang="ko-KR" altLang="ko-KR" sz="1400" dirty="0" err="1"/>
              <a:t>user</a:t>
            </a:r>
            <a:r>
              <a:rPr lang="ko-KR" altLang="ko-KR" sz="1400" dirty="0"/>
              <a:t> </a:t>
            </a:r>
            <a:r>
              <a:rPr lang="ko-KR" altLang="ko-KR" sz="1400" dirty="0" err="1"/>
              <a:t>in</a:t>
            </a:r>
            <a:r>
              <a:rPr lang="ko-KR" altLang="ko-KR" sz="1400" dirty="0"/>
              <a:t> </a:t>
            </a:r>
            <a:r>
              <a:rPr lang="ko-KR" altLang="ko-KR" sz="1400" dirty="0" err="1"/>
              <a:t>users</a:t>
            </a:r>
            <a:r>
              <a:rPr lang="ko-KR" altLang="ko-KR" sz="1400" dirty="0"/>
              <a:t>:</a:t>
            </a:r>
            <a:br>
              <a:rPr lang="ko-KR" altLang="ko-KR" sz="1400" dirty="0"/>
            </a:br>
            <a:r>
              <a:rPr lang="ko-KR" altLang="ko-KR" sz="1400" dirty="0" err="1"/>
              <a:t>print</a:t>
            </a:r>
            <a:r>
              <a:rPr lang="ko-KR" altLang="ko-KR" sz="1400" dirty="0"/>
              <a:t>(</a:t>
            </a:r>
            <a:r>
              <a:rPr lang="ko-KR" altLang="ko-KR" sz="1400" dirty="0" err="1"/>
              <a:t>user</a:t>
            </a:r>
            <a:r>
              <a:rPr lang="ko-KR" altLang="ko-KR" sz="1400" dirty="0"/>
              <a:t>["</a:t>
            </a:r>
            <a:r>
              <a:rPr lang="ko-KR" altLang="ko-KR" sz="1400" dirty="0" err="1"/>
              <a:t>id</a:t>
            </a:r>
            <a:r>
              <a:rPr lang="ko-KR" altLang="ko-KR" sz="1400" dirty="0"/>
              <a:t>"])</a:t>
            </a:r>
            <a:br>
              <a:rPr lang="ko-KR" altLang="ko-KR" sz="1400" dirty="0"/>
            </a:br>
            <a:r>
              <a:rPr lang="ko-KR" altLang="ko-KR" sz="1400" dirty="0" err="1"/>
              <a:t>print</a:t>
            </a:r>
            <a:r>
              <a:rPr lang="ko-KR" altLang="ko-KR" sz="1400" dirty="0"/>
              <a:t>(</a:t>
            </a:r>
            <a:r>
              <a:rPr lang="ko-KR" altLang="ko-KR" sz="1400" dirty="0" err="1"/>
              <a:t>user</a:t>
            </a:r>
            <a:r>
              <a:rPr lang="ko-KR" altLang="ko-KR" sz="1400" dirty="0"/>
              <a:t>["</a:t>
            </a:r>
            <a:r>
              <a:rPr lang="ko-KR" altLang="ko-KR" sz="1400" dirty="0" err="1"/>
              <a:t>name</a:t>
            </a:r>
            <a:r>
              <a:rPr lang="ko-KR" altLang="ko-KR" sz="1400" dirty="0"/>
              <a:t>"])</a:t>
            </a:r>
            <a:br>
              <a:rPr lang="ko-KR" altLang="ko-KR" sz="1400" dirty="0"/>
            </a:br>
            <a:r>
              <a:rPr lang="ko-KR" altLang="ko-KR" sz="1400" dirty="0" err="1"/>
              <a:t>print</a:t>
            </a:r>
            <a:r>
              <a:rPr lang="ko-KR" altLang="ko-KR" sz="1400" dirty="0"/>
              <a:t>(</a:t>
            </a:r>
            <a:r>
              <a:rPr lang="ko-KR" altLang="ko-KR" sz="1400" dirty="0" err="1"/>
              <a:t>user</a:t>
            </a:r>
            <a:r>
              <a:rPr lang="ko-KR" altLang="ko-KR" sz="1400" dirty="0"/>
              <a:t>["</a:t>
            </a:r>
            <a:r>
              <a:rPr lang="ko-KR" altLang="ko-KR" sz="1400" dirty="0" err="1"/>
              <a:t>email</a:t>
            </a:r>
            <a:r>
              <a:rPr lang="ko-KR" altLang="ko-KR" sz="1400" dirty="0"/>
              <a:t>"])</a:t>
            </a:r>
            <a:r>
              <a:rPr lang="en-US" altLang="ko-KR" sz="1400" dirty="0"/>
              <a:t>  </a:t>
            </a:r>
            <a:r>
              <a:rPr lang="ko-KR" altLang="en-US" sz="1400" dirty="0" err="1"/>
              <a:t>딕셔너리</a:t>
            </a:r>
            <a:r>
              <a:rPr lang="ko-KR" altLang="en-US" sz="1400" dirty="0"/>
              <a:t> 사용가능</a:t>
            </a:r>
            <a:endParaRPr lang="en-US" altLang="ko-KR" sz="1200" b="1" dirty="0">
              <a:latin typeface="나눔스퀘어 Light (본문)"/>
            </a:endParaRPr>
          </a:p>
        </p:txBody>
      </p:sp>
    </p:spTree>
    <p:extLst>
      <p:ext uri="{BB962C8B-B14F-4D97-AF65-F5344CB8AC3E}">
        <p14:creationId xmlns:p14="http://schemas.microsoft.com/office/powerpoint/2010/main" val="83371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B5F66-DB60-E26D-1F58-6C302E4EB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A6D7BDA-1BA3-1730-C599-A2C6D7D6A9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569" y="1046800"/>
            <a:ext cx="2277600" cy="4969309"/>
          </a:xfrm>
          <a:prstGeom prst="rect">
            <a:avLst/>
          </a:prstGeom>
        </p:spPr>
      </p:pic>
      <p:sp>
        <p:nvSpPr>
          <p:cNvPr id="78" name="직사각형 77">
            <a:extLst>
              <a:ext uri="{FF2B5EF4-FFF2-40B4-BE49-F238E27FC236}">
                <a16:creationId xmlns:a16="http://schemas.microsoft.com/office/drawing/2014/main" id="{DB4DB773-805C-D431-B5F5-ACB0FE21DBEA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1890484E-B4FA-F7F1-AF85-4610E9606903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D8D7D4-D879-BC31-0B3F-131667DE2F52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user_sql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–  select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ko-KR" altLang="en-US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전체가져오기</a:t>
            </a:r>
            <a:endParaRPr lang="en-US" altLang="ko-KR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05D2CF6-EF83-D854-E679-2E903A57E5E6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3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AE8D43CB-E5C0-54E0-E64E-8CB279929B11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3AA4682-16B7-E35E-FCF6-14262237F3CD}"/>
              </a:ext>
            </a:extLst>
          </p:cNvPr>
          <p:cNvSpPr txBox="1"/>
          <p:nvPr/>
        </p:nvSpPr>
        <p:spPr>
          <a:xfrm>
            <a:off x="2603241" y="937614"/>
            <a:ext cx="6187954" cy="3970318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ko-KR" dirty="0" err="1"/>
              <a:t>from</a:t>
            </a:r>
            <a:r>
              <a:rPr lang="ko-KR" altLang="ko-KR" dirty="0"/>
              <a:t> </a:t>
            </a:r>
            <a:r>
              <a:rPr lang="ko-KR" altLang="ko-KR" dirty="0" err="1"/>
              <a:t>config</a:t>
            </a:r>
            <a:r>
              <a:rPr lang="ko-KR" altLang="ko-KR" dirty="0"/>
              <a:t> </a:t>
            </a:r>
            <a:r>
              <a:rPr lang="ko-KR" altLang="ko-KR" dirty="0" err="1"/>
              <a:t>import</a:t>
            </a:r>
            <a:r>
              <a:rPr lang="ko-KR" altLang="ko-KR" dirty="0"/>
              <a:t> </a:t>
            </a:r>
            <a:r>
              <a:rPr lang="ko-KR" altLang="ko-KR" dirty="0" err="1"/>
              <a:t>config</a:t>
            </a:r>
            <a:endParaRPr lang="ko-KR" altLang="ko-KR" dirty="0"/>
          </a:p>
          <a:p>
            <a:br>
              <a:rPr lang="ko-KR" altLang="ko-KR" dirty="0"/>
            </a:br>
            <a:endParaRPr lang="ko-KR" altLang="ko-KR" dirty="0"/>
          </a:p>
          <a:p>
            <a:r>
              <a:rPr lang="ko-KR" altLang="ko-KR" dirty="0" err="1"/>
              <a:t>def</a:t>
            </a:r>
            <a:r>
              <a:rPr lang="ko-KR" altLang="ko-KR" dirty="0"/>
              <a:t> </a:t>
            </a:r>
            <a:r>
              <a:rPr lang="en-US" altLang="ko-KR" dirty="0" err="1"/>
              <a:t>selectAll</a:t>
            </a:r>
            <a:r>
              <a:rPr lang="ko-KR" altLang="ko-KR" dirty="0"/>
              <a:t>_</a:t>
            </a:r>
            <a:r>
              <a:rPr lang="ko-KR" altLang="ko-KR" dirty="0" err="1"/>
              <a:t>users</a:t>
            </a:r>
            <a:r>
              <a:rPr lang="ko-KR" altLang="ko-KR" dirty="0"/>
              <a:t>():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conn</a:t>
            </a:r>
            <a:r>
              <a:rPr lang="ko-KR" altLang="ko-KR" dirty="0"/>
              <a:t> = </a:t>
            </a:r>
            <a:r>
              <a:rPr lang="ko-KR" altLang="ko-KR" dirty="0" err="1"/>
              <a:t>config.get_connection</a:t>
            </a:r>
            <a:r>
              <a:rPr lang="ko-KR" altLang="ko-KR" dirty="0"/>
              <a:t>()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cursor</a:t>
            </a:r>
            <a:r>
              <a:rPr lang="ko-KR" altLang="ko-KR" dirty="0"/>
              <a:t> = </a:t>
            </a:r>
            <a:r>
              <a:rPr lang="ko-KR" altLang="ko-KR" dirty="0" err="1"/>
              <a:t>conn.cursor</a:t>
            </a:r>
            <a:r>
              <a:rPr lang="ko-KR" altLang="ko-KR" dirty="0"/>
              <a:t>()</a:t>
            </a:r>
          </a:p>
          <a:p>
            <a:br>
              <a:rPr lang="ko-KR" altLang="ko-KR" dirty="0"/>
            </a:br>
            <a:r>
              <a:rPr lang="ko-KR" altLang="ko-KR" dirty="0"/>
              <a:t>    </a:t>
            </a:r>
            <a:r>
              <a:rPr lang="ko-KR" altLang="ko-KR" dirty="0" err="1"/>
              <a:t>cursor.execute</a:t>
            </a:r>
            <a:r>
              <a:rPr lang="ko-KR" altLang="ko-KR" dirty="0"/>
              <a:t>("SELECT * FROM </a:t>
            </a:r>
            <a:r>
              <a:rPr lang="ko-KR" altLang="ko-KR" dirty="0" err="1"/>
              <a:t>users</a:t>
            </a:r>
            <a:r>
              <a:rPr lang="ko-KR" altLang="ko-KR" dirty="0"/>
              <a:t>")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users</a:t>
            </a:r>
            <a:r>
              <a:rPr lang="ko-KR" altLang="ko-KR" dirty="0"/>
              <a:t> = </a:t>
            </a:r>
            <a:r>
              <a:rPr lang="ko-KR" altLang="ko-KR" dirty="0" err="1"/>
              <a:t>cursor.fetchall</a:t>
            </a:r>
            <a:r>
              <a:rPr lang="ko-KR" altLang="ko-KR" dirty="0"/>
              <a:t>()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conn.close</a:t>
            </a:r>
            <a:r>
              <a:rPr lang="ko-KR" altLang="ko-KR" dirty="0"/>
              <a:t>()</a:t>
            </a:r>
          </a:p>
          <a:p>
            <a:br>
              <a:rPr lang="ko-KR" altLang="ko-KR" dirty="0"/>
            </a:br>
            <a:endParaRPr lang="ko-KR" altLang="ko-KR" dirty="0"/>
          </a:p>
          <a:p>
            <a:r>
              <a:rPr lang="ko-KR" altLang="ko-KR" dirty="0"/>
              <a:t>    # sqlite3.Row를 사용했기 때문에 결과를 </a:t>
            </a:r>
            <a:r>
              <a:rPr lang="ko-KR" altLang="ko-KR" dirty="0" err="1"/>
              <a:t>딕셔너리</a:t>
            </a:r>
            <a:r>
              <a:rPr lang="ko-KR" altLang="ko-KR" dirty="0"/>
              <a:t> 형태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return</a:t>
            </a:r>
            <a:r>
              <a:rPr lang="ko-KR" altLang="ko-KR" dirty="0"/>
              <a:t> [</a:t>
            </a:r>
            <a:r>
              <a:rPr lang="ko-KR" altLang="ko-KR" dirty="0" err="1"/>
              <a:t>dict</a:t>
            </a:r>
            <a:r>
              <a:rPr lang="ko-KR" altLang="ko-KR" dirty="0"/>
              <a:t>(</a:t>
            </a:r>
            <a:r>
              <a:rPr lang="ko-KR" altLang="ko-KR" dirty="0" err="1"/>
              <a:t>user</a:t>
            </a:r>
            <a:r>
              <a:rPr lang="ko-KR" altLang="ko-KR" dirty="0"/>
              <a:t>) </a:t>
            </a:r>
            <a:r>
              <a:rPr lang="ko-KR" altLang="ko-KR" dirty="0" err="1"/>
              <a:t>for</a:t>
            </a:r>
            <a:r>
              <a:rPr lang="ko-KR" altLang="ko-KR" dirty="0"/>
              <a:t> </a:t>
            </a:r>
            <a:r>
              <a:rPr lang="ko-KR" altLang="ko-KR" dirty="0" err="1"/>
              <a:t>user</a:t>
            </a:r>
            <a:r>
              <a:rPr lang="ko-KR" altLang="ko-KR" dirty="0"/>
              <a:t> </a:t>
            </a:r>
            <a:r>
              <a:rPr lang="ko-KR" altLang="ko-KR" dirty="0" err="1"/>
              <a:t>in</a:t>
            </a:r>
            <a:r>
              <a:rPr lang="ko-KR" altLang="ko-KR" dirty="0"/>
              <a:t> </a:t>
            </a:r>
            <a:r>
              <a:rPr lang="ko-KR" altLang="ko-KR" dirty="0" err="1"/>
              <a:t>users</a:t>
            </a:r>
            <a:r>
              <a:rPr lang="ko-KR" altLang="ko-KR" dirty="0"/>
              <a:t>]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8160C2-C70D-7067-9275-E0AA65929972}"/>
              </a:ext>
            </a:extLst>
          </p:cNvPr>
          <p:cNvSpPr/>
          <p:nvPr/>
        </p:nvSpPr>
        <p:spPr>
          <a:xfrm>
            <a:off x="6218852" y="946003"/>
            <a:ext cx="2572342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user_sql.py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63B9137-9BFA-65EB-5C74-2908053853A5}"/>
              </a:ext>
            </a:extLst>
          </p:cNvPr>
          <p:cNvSpPr/>
          <p:nvPr/>
        </p:nvSpPr>
        <p:spPr>
          <a:xfrm>
            <a:off x="2603240" y="2913438"/>
            <a:ext cx="5696621" cy="92891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F007FE4-56DF-4B29-A051-774903E718A2}"/>
              </a:ext>
            </a:extLst>
          </p:cNvPr>
          <p:cNvSpPr/>
          <p:nvPr/>
        </p:nvSpPr>
        <p:spPr>
          <a:xfrm>
            <a:off x="422200" y="4077478"/>
            <a:ext cx="2032460" cy="9143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438828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AF69E-E6FE-1654-A0B2-AF0F4B69E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EA6A56C3-2912-BAA2-C70C-CA034CDF4A3A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1B4BF89A-E599-CFB8-D898-D88229EC22CB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C05FC10-F951-DA32-5C49-966297E9CC33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usersController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–  select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ko-KR" altLang="en-US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전체가져오기</a:t>
            </a:r>
            <a:endParaRPr lang="en-US" altLang="ko-KR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4412750-3EBF-C2D4-EBC4-9FCF44D17DF8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3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9EFBF1A0-600D-8C76-CBD5-C5835C7EB0BB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9FEF7DE-57D5-B362-6A87-FDABE24B19FD}"/>
              </a:ext>
            </a:extLst>
          </p:cNvPr>
          <p:cNvSpPr txBox="1"/>
          <p:nvPr/>
        </p:nvSpPr>
        <p:spPr>
          <a:xfrm>
            <a:off x="2603240" y="937614"/>
            <a:ext cx="7231225" cy="5940088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ko-KR" sz="1600" dirty="0" err="1"/>
              <a:t>from</a:t>
            </a:r>
            <a:r>
              <a:rPr lang="ko-KR" altLang="ko-KR" sz="1600" dirty="0"/>
              <a:t> </a:t>
            </a:r>
            <a:r>
              <a:rPr lang="ko-KR" altLang="ko-KR" sz="1600" dirty="0" err="1"/>
              <a:t>fastapi</a:t>
            </a:r>
            <a:r>
              <a:rPr lang="ko-KR" altLang="ko-KR" sz="1600" dirty="0"/>
              <a:t> </a:t>
            </a:r>
            <a:r>
              <a:rPr lang="ko-KR" altLang="ko-KR" sz="1600" dirty="0" err="1"/>
              <a:t>import</a:t>
            </a:r>
            <a:r>
              <a:rPr lang="ko-KR" altLang="ko-KR" sz="1600" dirty="0"/>
              <a:t> </a:t>
            </a:r>
            <a:r>
              <a:rPr lang="ko-KR" altLang="ko-KR" sz="1600" dirty="0" err="1"/>
              <a:t>APIRouter</a:t>
            </a:r>
            <a:r>
              <a:rPr lang="ko-KR" altLang="ko-KR" sz="1600" dirty="0"/>
              <a:t>, </a:t>
            </a:r>
            <a:r>
              <a:rPr lang="ko-KR" altLang="ko-KR" sz="1600" dirty="0" err="1"/>
              <a:t>HTTPException</a:t>
            </a:r>
            <a:endParaRPr lang="ko-KR" altLang="ko-KR" sz="1600" dirty="0"/>
          </a:p>
          <a:p>
            <a:r>
              <a:rPr lang="ko-KR" altLang="ko-KR" sz="1600" dirty="0" err="1"/>
              <a:t>import</a:t>
            </a:r>
            <a:r>
              <a:rPr lang="ko-KR" altLang="ko-KR" sz="1600" dirty="0"/>
              <a:t> sqlite3</a:t>
            </a:r>
          </a:p>
          <a:p>
            <a:r>
              <a:rPr lang="ko-KR" altLang="ko-KR" sz="1600" dirty="0" err="1"/>
              <a:t>from</a:t>
            </a:r>
            <a:r>
              <a:rPr lang="ko-KR" altLang="ko-KR" sz="1600" dirty="0"/>
              <a:t> </a:t>
            </a:r>
            <a:r>
              <a:rPr lang="ko-KR" altLang="ko-KR" sz="1600" dirty="0" err="1"/>
              <a:t>model</a:t>
            </a:r>
            <a:r>
              <a:rPr lang="ko-KR" altLang="ko-KR" sz="1600" dirty="0"/>
              <a:t> </a:t>
            </a:r>
            <a:r>
              <a:rPr lang="ko-KR" altLang="ko-KR" sz="1600" dirty="0" err="1"/>
              <a:t>import</a:t>
            </a:r>
            <a:r>
              <a:rPr lang="ko-KR" altLang="ko-KR" sz="1600" dirty="0"/>
              <a:t> </a:t>
            </a:r>
            <a:r>
              <a:rPr lang="ko-KR" altLang="ko-KR" sz="1600" dirty="0" err="1"/>
              <a:t>user_sql</a:t>
            </a:r>
            <a:endParaRPr lang="ko-KR" altLang="ko-KR" sz="1600" dirty="0"/>
          </a:p>
          <a:p>
            <a:endParaRPr lang="ko-KR" altLang="ko-KR" sz="1600" dirty="0"/>
          </a:p>
          <a:p>
            <a:r>
              <a:rPr lang="ko-KR" altLang="ko-KR" sz="1600" dirty="0" err="1"/>
              <a:t>router</a:t>
            </a:r>
            <a:r>
              <a:rPr lang="ko-KR" altLang="ko-KR" sz="1600" dirty="0"/>
              <a:t> = </a:t>
            </a:r>
            <a:r>
              <a:rPr lang="ko-KR" altLang="ko-KR" sz="1600" dirty="0" err="1"/>
              <a:t>APIRouter</a:t>
            </a:r>
            <a:r>
              <a:rPr lang="ko-KR" altLang="ko-KR" sz="1600" dirty="0"/>
              <a:t>(</a:t>
            </a:r>
          </a:p>
          <a:p>
            <a:r>
              <a:rPr lang="ko-KR" altLang="ko-KR" sz="1600" dirty="0"/>
              <a:t>    </a:t>
            </a:r>
            <a:r>
              <a:rPr lang="ko-KR" altLang="ko-KR" sz="1600" dirty="0" err="1"/>
              <a:t>prefix</a:t>
            </a:r>
            <a:r>
              <a:rPr lang="ko-KR" altLang="ko-KR" sz="1600" dirty="0"/>
              <a:t>="/</a:t>
            </a:r>
            <a:r>
              <a:rPr lang="ko-KR" altLang="ko-KR" sz="1600" dirty="0" err="1"/>
              <a:t>users</a:t>
            </a:r>
            <a:r>
              <a:rPr lang="ko-KR" altLang="ko-KR" sz="1600" dirty="0"/>
              <a:t>", </a:t>
            </a:r>
            <a:r>
              <a:rPr lang="ko-KR" altLang="ko-KR" sz="1600" dirty="0" err="1"/>
              <a:t>tags</a:t>
            </a:r>
            <a:r>
              <a:rPr lang="ko-KR" altLang="ko-KR" sz="1600" dirty="0"/>
              <a:t>= ["</a:t>
            </a:r>
            <a:r>
              <a:rPr lang="ko-KR" altLang="ko-KR" sz="1600" dirty="0" err="1"/>
              <a:t>users</a:t>
            </a:r>
            <a:r>
              <a:rPr lang="ko-KR" altLang="ko-KR" sz="1600" dirty="0"/>
              <a:t>"],</a:t>
            </a:r>
          </a:p>
          <a:p>
            <a:r>
              <a:rPr lang="ko-KR" altLang="ko-KR" sz="1600" dirty="0"/>
              <a:t>    </a:t>
            </a:r>
            <a:r>
              <a:rPr lang="ko-KR" altLang="ko-KR" sz="1600" dirty="0" err="1"/>
              <a:t>responses</a:t>
            </a:r>
            <a:r>
              <a:rPr lang="ko-KR" altLang="ko-KR" sz="1600" dirty="0"/>
              <a:t>={404:{"</a:t>
            </a:r>
            <a:r>
              <a:rPr lang="ko-KR" altLang="ko-KR" sz="1600" dirty="0" err="1"/>
              <a:t>description</a:t>
            </a:r>
            <a:r>
              <a:rPr lang="ko-KR" altLang="ko-KR" sz="1600" dirty="0"/>
              <a:t>":"페이지 없음"}},</a:t>
            </a:r>
          </a:p>
          <a:p>
            <a:r>
              <a:rPr lang="ko-KR" altLang="ko-KR" sz="1600" dirty="0"/>
              <a:t>)</a:t>
            </a:r>
          </a:p>
          <a:p>
            <a:endParaRPr lang="ko-KR" altLang="ko-KR" sz="1600" dirty="0"/>
          </a:p>
          <a:p>
            <a:r>
              <a:rPr lang="ko-KR" altLang="ko-KR" sz="1600" dirty="0"/>
              <a:t># </a:t>
            </a:r>
            <a:r>
              <a:rPr lang="ko-KR" altLang="ko-KR" sz="1600" dirty="0" err="1"/>
              <a:t>여러개</a:t>
            </a:r>
            <a:r>
              <a:rPr lang="ko-KR" altLang="ko-KR" sz="1600" dirty="0"/>
              <a:t> 검색 - </a:t>
            </a:r>
            <a:r>
              <a:rPr lang="ko-KR" altLang="ko-KR" sz="1600" dirty="0" err="1"/>
              <a:t>get</a:t>
            </a:r>
            <a:endParaRPr lang="ko-KR" altLang="ko-KR" sz="1600" dirty="0"/>
          </a:p>
          <a:p>
            <a:r>
              <a:rPr lang="ko-KR" altLang="ko-KR" sz="1600" dirty="0"/>
              <a:t>@router.get("/")</a:t>
            </a:r>
          </a:p>
          <a:p>
            <a:r>
              <a:rPr lang="ko-KR" altLang="ko-KR" sz="1600" dirty="0" err="1"/>
              <a:t>def</a:t>
            </a:r>
            <a:r>
              <a:rPr lang="ko-KR" altLang="ko-KR" sz="1600" dirty="0"/>
              <a:t> </a:t>
            </a:r>
            <a:r>
              <a:rPr lang="ko-KR" altLang="ko-KR" sz="1600" dirty="0" err="1"/>
              <a:t>read_user</a:t>
            </a:r>
            <a:r>
              <a:rPr lang="ko-KR" altLang="ko-KR" sz="1600" dirty="0"/>
              <a:t>():</a:t>
            </a:r>
          </a:p>
          <a:p>
            <a:r>
              <a:rPr lang="ko-KR" altLang="ko-KR" sz="1600" dirty="0"/>
              <a:t>    # 02.db 연결-config.py</a:t>
            </a:r>
          </a:p>
          <a:p>
            <a:r>
              <a:rPr lang="ko-KR" altLang="ko-KR" sz="1600" dirty="0"/>
              <a:t>    </a:t>
            </a:r>
            <a:r>
              <a:rPr lang="ko-KR" altLang="ko-KR" sz="1600" dirty="0" err="1"/>
              <a:t>users</a:t>
            </a:r>
            <a:r>
              <a:rPr lang="ko-KR" altLang="ko-KR" sz="1600" dirty="0"/>
              <a:t> = </a:t>
            </a:r>
            <a:r>
              <a:rPr lang="ko-KR" altLang="ko-KR" sz="1600" dirty="0" err="1"/>
              <a:t>user_sql.selectAll_users</a:t>
            </a:r>
            <a:r>
              <a:rPr lang="ko-KR" altLang="ko-KR" sz="1600" dirty="0"/>
              <a:t>()</a:t>
            </a:r>
          </a:p>
          <a:p>
            <a:r>
              <a:rPr lang="ko-KR" altLang="ko-KR" sz="1600" dirty="0"/>
              <a:t>    </a:t>
            </a:r>
            <a:r>
              <a:rPr lang="ko-KR" altLang="ko-KR" sz="1600" dirty="0" err="1"/>
              <a:t>return</a:t>
            </a:r>
            <a:r>
              <a:rPr lang="ko-KR" altLang="ko-KR" sz="1600" dirty="0"/>
              <a:t> {"</a:t>
            </a:r>
            <a:r>
              <a:rPr lang="ko-KR" altLang="ko-KR" sz="1600" dirty="0" err="1"/>
              <a:t>users</a:t>
            </a:r>
            <a:r>
              <a:rPr lang="ko-KR" altLang="ko-KR" sz="1600" dirty="0"/>
              <a:t>":</a:t>
            </a:r>
            <a:r>
              <a:rPr lang="ko-KR" altLang="ko-KR" sz="1600" dirty="0" err="1"/>
              <a:t>users</a:t>
            </a:r>
            <a:r>
              <a:rPr lang="ko-KR" altLang="ko-KR" sz="1600" dirty="0"/>
              <a:t>}</a:t>
            </a:r>
          </a:p>
          <a:p>
            <a:r>
              <a:rPr lang="ko-KR" altLang="ko-KR" sz="1600" dirty="0"/>
              <a:t>    </a:t>
            </a:r>
          </a:p>
          <a:p>
            <a:r>
              <a:rPr lang="ko-KR" altLang="ko-KR" sz="1600" dirty="0"/>
              <a:t>    # 01.직접연결방법 - 리스트타입</a:t>
            </a:r>
          </a:p>
          <a:p>
            <a:r>
              <a:rPr lang="ko-KR" altLang="ko-KR" sz="1600" dirty="0"/>
              <a:t>    # </a:t>
            </a:r>
            <a:r>
              <a:rPr lang="ko-KR" altLang="ko-KR" sz="1600" dirty="0" err="1"/>
              <a:t>conn</a:t>
            </a:r>
            <a:r>
              <a:rPr lang="ko-KR" altLang="ko-KR" sz="1600" dirty="0"/>
              <a:t> = sqlite3.connect("project01.db")</a:t>
            </a:r>
          </a:p>
          <a:p>
            <a:r>
              <a:rPr lang="ko-KR" altLang="ko-KR" sz="1600" dirty="0"/>
              <a:t>    # </a:t>
            </a:r>
            <a:r>
              <a:rPr lang="ko-KR" altLang="ko-KR" sz="1600" dirty="0" err="1"/>
              <a:t>cursor</a:t>
            </a:r>
            <a:r>
              <a:rPr lang="ko-KR" altLang="ko-KR" sz="1600" dirty="0"/>
              <a:t> = </a:t>
            </a:r>
            <a:r>
              <a:rPr lang="ko-KR" altLang="ko-KR" sz="1600" dirty="0" err="1"/>
              <a:t>conn.cursor</a:t>
            </a:r>
            <a:r>
              <a:rPr lang="ko-KR" altLang="ko-KR" sz="1600" dirty="0"/>
              <a:t>()</a:t>
            </a:r>
          </a:p>
          <a:p>
            <a:r>
              <a:rPr lang="ko-KR" altLang="ko-KR" sz="1600" dirty="0"/>
              <a:t>    # </a:t>
            </a:r>
            <a:r>
              <a:rPr lang="ko-KR" altLang="ko-KR" sz="1600" dirty="0" err="1"/>
              <a:t>cursor.execute</a:t>
            </a:r>
            <a:r>
              <a:rPr lang="ko-KR" altLang="ko-KR" sz="1600" dirty="0"/>
              <a:t>("SELECT * FROM </a:t>
            </a:r>
            <a:r>
              <a:rPr lang="ko-KR" altLang="ko-KR" sz="1600" dirty="0" err="1"/>
              <a:t>users</a:t>
            </a:r>
            <a:r>
              <a:rPr lang="ko-KR" altLang="ko-KR" sz="1600" dirty="0"/>
              <a:t>")</a:t>
            </a:r>
          </a:p>
          <a:p>
            <a:r>
              <a:rPr lang="ko-KR" altLang="ko-KR" sz="1600" dirty="0"/>
              <a:t>    # </a:t>
            </a:r>
            <a:r>
              <a:rPr lang="ko-KR" altLang="ko-KR" sz="1600" dirty="0" err="1"/>
              <a:t>users</a:t>
            </a:r>
            <a:r>
              <a:rPr lang="ko-KR" altLang="ko-KR" sz="1600" dirty="0"/>
              <a:t> = </a:t>
            </a:r>
            <a:r>
              <a:rPr lang="ko-KR" altLang="ko-KR" sz="1600" dirty="0" err="1"/>
              <a:t>cursor.fetchall</a:t>
            </a:r>
            <a:r>
              <a:rPr lang="ko-KR" altLang="ko-KR" sz="1600" dirty="0"/>
              <a:t>()</a:t>
            </a:r>
          </a:p>
          <a:p>
            <a:r>
              <a:rPr lang="ko-KR" altLang="ko-KR" sz="1600" dirty="0"/>
              <a:t>    # </a:t>
            </a:r>
            <a:r>
              <a:rPr lang="ko-KR" altLang="ko-KR" sz="1600" dirty="0" err="1"/>
              <a:t>conn.close</a:t>
            </a:r>
            <a:r>
              <a:rPr lang="ko-KR" altLang="ko-KR" sz="1600" dirty="0"/>
              <a:t>()</a:t>
            </a:r>
          </a:p>
          <a:p>
            <a:r>
              <a:rPr lang="ko-KR" altLang="ko-KR" sz="1600" dirty="0"/>
              <a:t>    # </a:t>
            </a:r>
            <a:r>
              <a:rPr lang="ko-KR" altLang="ko-KR" sz="1600" dirty="0" err="1"/>
              <a:t>return</a:t>
            </a:r>
            <a:r>
              <a:rPr lang="ko-KR" altLang="ko-KR" sz="1600" dirty="0"/>
              <a:t> {"</a:t>
            </a:r>
            <a:r>
              <a:rPr lang="ko-KR" altLang="ko-KR" sz="1600" dirty="0" err="1"/>
              <a:t>users</a:t>
            </a:r>
            <a:r>
              <a:rPr lang="ko-KR" altLang="ko-KR" sz="1600" dirty="0"/>
              <a:t>":</a:t>
            </a:r>
            <a:r>
              <a:rPr lang="ko-KR" altLang="ko-KR" sz="1600" dirty="0" err="1"/>
              <a:t>users</a:t>
            </a:r>
            <a:r>
              <a:rPr lang="ko-KR" altLang="ko-KR" sz="1600" dirty="0"/>
              <a:t>}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942E5B1-5849-3F14-97A0-4B586FF102EE}"/>
              </a:ext>
            </a:extLst>
          </p:cNvPr>
          <p:cNvSpPr/>
          <p:nvPr/>
        </p:nvSpPr>
        <p:spPr>
          <a:xfrm>
            <a:off x="7262123" y="946003"/>
            <a:ext cx="2572342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 err="1"/>
              <a:t>usersController</a:t>
            </a:r>
            <a:r>
              <a:rPr lang="en-US" altLang="ko-KR" dirty="0"/>
              <a:t>.py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D17B546-C9CB-458E-7B45-281943FDA8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569" y="1046800"/>
            <a:ext cx="2277600" cy="49693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E22B135-E63D-0EB9-D5B1-81B90C371C4C}"/>
              </a:ext>
            </a:extLst>
          </p:cNvPr>
          <p:cNvSpPr/>
          <p:nvPr/>
        </p:nvSpPr>
        <p:spPr>
          <a:xfrm>
            <a:off x="422200" y="3778898"/>
            <a:ext cx="2032460" cy="32657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68AC0E5-DD9B-A95C-D335-39D5A13CDC54}"/>
              </a:ext>
            </a:extLst>
          </p:cNvPr>
          <p:cNvSpPr/>
          <p:nvPr/>
        </p:nvSpPr>
        <p:spPr>
          <a:xfrm>
            <a:off x="2603240" y="3088433"/>
            <a:ext cx="5696621" cy="173549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776116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96C00-3042-371A-B754-96637417F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9AD5986-405B-B790-1182-4F9EDE8A07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569" y="1046800"/>
            <a:ext cx="2277600" cy="4969309"/>
          </a:xfrm>
          <a:prstGeom prst="rect">
            <a:avLst/>
          </a:prstGeom>
        </p:spPr>
      </p:pic>
      <p:sp>
        <p:nvSpPr>
          <p:cNvPr id="78" name="직사각형 77">
            <a:extLst>
              <a:ext uri="{FF2B5EF4-FFF2-40B4-BE49-F238E27FC236}">
                <a16:creationId xmlns:a16="http://schemas.microsoft.com/office/drawing/2014/main" id="{A4DD00FA-054D-05EA-BB75-BC046FF09804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2A93EA62-3B37-5A96-3212-25B1FA7B1469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A83C9B5-2B0B-2B7D-F8C7-EA73AC0CC8FB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user_sql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–  select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1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개</a:t>
            </a:r>
            <a:endParaRPr lang="en-US" altLang="ko-KR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E1C169D-2CE5-1FFE-E828-240714625A11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3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4001721C-5FA2-CC77-B089-E0A2C520A4E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7C9C25F-4B07-7E69-2123-80801C1F9BD8}"/>
              </a:ext>
            </a:extLst>
          </p:cNvPr>
          <p:cNvSpPr txBox="1"/>
          <p:nvPr/>
        </p:nvSpPr>
        <p:spPr>
          <a:xfrm>
            <a:off x="2603241" y="937614"/>
            <a:ext cx="6187954" cy="4801314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ko-KR" dirty="0"/>
              <a:t># 회원1명 - </a:t>
            </a:r>
            <a:r>
              <a:rPr lang="ko-KR" altLang="ko-KR" dirty="0" err="1"/>
              <a:t>select</a:t>
            </a:r>
            <a:endParaRPr lang="ko-KR" altLang="ko-KR" dirty="0"/>
          </a:p>
          <a:p>
            <a:r>
              <a:rPr lang="ko-KR" altLang="ko-KR" dirty="0" err="1"/>
              <a:t>def</a:t>
            </a:r>
            <a:r>
              <a:rPr lang="ko-KR" altLang="ko-KR" dirty="0"/>
              <a:t> </a:t>
            </a:r>
            <a:r>
              <a:rPr lang="ko-KR" altLang="ko-KR" dirty="0" err="1"/>
              <a:t>select_user</a:t>
            </a:r>
            <a:r>
              <a:rPr lang="ko-KR" altLang="ko-KR" dirty="0"/>
              <a:t>(</a:t>
            </a:r>
            <a:r>
              <a:rPr lang="ko-KR" altLang="ko-KR" dirty="0" err="1"/>
              <a:t>user_id:int</a:t>
            </a:r>
            <a:r>
              <a:rPr lang="ko-KR" altLang="ko-KR" dirty="0"/>
              <a:t>):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conn</a:t>
            </a:r>
            <a:r>
              <a:rPr lang="ko-KR" altLang="ko-KR" dirty="0"/>
              <a:t> = </a:t>
            </a:r>
            <a:r>
              <a:rPr lang="ko-KR" altLang="ko-KR" dirty="0" err="1"/>
              <a:t>config.get_connection</a:t>
            </a:r>
            <a:r>
              <a:rPr lang="ko-KR" altLang="ko-KR" dirty="0"/>
              <a:t>()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cursor</a:t>
            </a:r>
            <a:r>
              <a:rPr lang="ko-KR" altLang="ko-KR" dirty="0"/>
              <a:t> = </a:t>
            </a:r>
            <a:r>
              <a:rPr lang="ko-KR" altLang="ko-KR" dirty="0" err="1"/>
              <a:t>conn.cursor</a:t>
            </a:r>
            <a:r>
              <a:rPr lang="ko-KR" altLang="ko-KR" dirty="0"/>
              <a:t>()</a:t>
            </a:r>
          </a:p>
          <a:p>
            <a:br>
              <a:rPr lang="ko-KR" altLang="ko-KR" dirty="0"/>
            </a:br>
            <a:endParaRPr lang="ko-KR" altLang="ko-KR" dirty="0"/>
          </a:p>
          <a:p>
            <a:r>
              <a:rPr lang="ko-KR" altLang="ko-KR" dirty="0"/>
              <a:t>    </a:t>
            </a:r>
            <a:r>
              <a:rPr lang="ko-KR" altLang="ko-KR" dirty="0" err="1"/>
              <a:t>cursor.execute</a:t>
            </a:r>
            <a:r>
              <a:rPr lang="ko-KR" altLang="ko-KR" dirty="0"/>
              <a:t>("SELECT * FROM </a:t>
            </a:r>
            <a:r>
              <a:rPr lang="ko-KR" altLang="ko-KR" dirty="0" err="1"/>
              <a:t>users</a:t>
            </a:r>
            <a:r>
              <a:rPr lang="ko-KR" altLang="ko-KR" dirty="0"/>
              <a:t> </a:t>
            </a:r>
            <a:r>
              <a:rPr lang="ko-KR" altLang="ko-KR" dirty="0" err="1"/>
              <a:t>where</a:t>
            </a:r>
            <a:r>
              <a:rPr lang="ko-KR" altLang="ko-KR" dirty="0"/>
              <a:t> </a:t>
            </a:r>
            <a:r>
              <a:rPr lang="ko-KR" altLang="ko-KR" dirty="0" err="1"/>
              <a:t>id</a:t>
            </a:r>
            <a:r>
              <a:rPr lang="ko-KR" altLang="ko-KR" dirty="0"/>
              <a:t>=?",(</a:t>
            </a:r>
            <a:r>
              <a:rPr lang="ko-KR" altLang="ko-KR" dirty="0" err="1"/>
              <a:t>user_id</a:t>
            </a:r>
            <a:r>
              <a:rPr lang="ko-KR" altLang="ko-KR" dirty="0"/>
              <a:t>,)) #튜플 쉼표 있어야 함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user</a:t>
            </a:r>
            <a:r>
              <a:rPr lang="ko-KR" altLang="ko-KR" dirty="0"/>
              <a:t> = </a:t>
            </a:r>
            <a:r>
              <a:rPr lang="ko-KR" altLang="ko-KR" dirty="0" err="1"/>
              <a:t>cursor.fetchone</a:t>
            </a:r>
            <a:r>
              <a:rPr lang="ko-KR" altLang="ko-KR" dirty="0"/>
              <a:t>()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conn.close</a:t>
            </a:r>
            <a:r>
              <a:rPr lang="ko-KR" altLang="ko-KR" dirty="0"/>
              <a:t>()</a:t>
            </a:r>
          </a:p>
          <a:p>
            <a:r>
              <a:rPr lang="ko-KR" altLang="ko-KR" dirty="0"/>
              <a:t>    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if</a:t>
            </a:r>
            <a:r>
              <a:rPr lang="ko-KR" altLang="ko-KR" dirty="0"/>
              <a:t> </a:t>
            </a:r>
            <a:r>
              <a:rPr lang="ko-KR" altLang="ko-KR" dirty="0" err="1"/>
              <a:t>user</a:t>
            </a:r>
            <a:r>
              <a:rPr lang="ko-KR" altLang="ko-KR" dirty="0"/>
              <a:t> </a:t>
            </a:r>
            <a:r>
              <a:rPr lang="ko-KR" altLang="ko-KR" dirty="0" err="1"/>
              <a:t>is</a:t>
            </a:r>
            <a:r>
              <a:rPr lang="ko-KR" altLang="ko-KR" dirty="0"/>
              <a:t> </a:t>
            </a:r>
            <a:r>
              <a:rPr lang="ko-KR" altLang="ko-KR" dirty="0" err="1"/>
              <a:t>None</a:t>
            </a:r>
            <a:r>
              <a:rPr lang="ko-KR" altLang="ko-KR" dirty="0"/>
              <a:t>:</a:t>
            </a:r>
          </a:p>
          <a:p>
            <a:r>
              <a:rPr lang="ko-KR" altLang="ko-KR" dirty="0"/>
              <a:t>        </a:t>
            </a:r>
            <a:r>
              <a:rPr lang="ko-KR" altLang="ko-KR" dirty="0" err="1"/>
              <a:t>return</a:t>
            </a:r>
            <a:r>
              <a:rPr lang="ko-KR" altLang="ko-KR" dirty="0"/>
              <a:t> </a:t>
            </a:r>
            <a:r>
              <a:rPr lang="ko-KR" altLang="ko-KR" dirty="0" err="1"/>
              <a:t>None</a:t>
            </a:r>
            <a:endParaRPr lang="ko-KR" altLang="ko-KR" dirty="0"/>
          </a:p>
          <a:p>
            <a:br>
              <a:rPr lang="ko-KR" altLang="ko-KR" dirty="0"/>
            </a:br>
            <a:endParaRPr lang="ko-KR" altLang="ko-KR" dirty="0"/>
          </a:p>
          <a:p>
            <a:r>
              <a:rPr lang="ko-KR" altLang="ko-KR" dirty="0"/>
              <a:t>    # sqlite3.Row를 사용했기 때문에 결과를 </a:t>
            </a:r>
            <a:r>
              <a:rPr lang="ko-KR" altLang="ko-KR" dirty="0" err="1"/>
              <a:t>딕셔너리</a:t>
            </a:r>
            <a:r>
              <a:rPr lang="ko-KR" altLang="ko-KR" dirty="0"/>
              <a:t> 형태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return</a:t>
            </a:r>
            <a:r>
              <a:rPr lang="ko-KR" altLang="ko-KR" dirty="0"/>
              <a:t> </a:t>
            </a:r>
            <a:r>
              <a:rPr lang="ko-KR" altLang="ko-KR" dirty="0" err="1"/>
              <a:t>dict</a:t>
            </a:r>
            <a:r>
              <a:rPr lang="ko-KR" altLang="ko-KR" dirty="0"/>
              <a:t>(</a:t>
            </a:r>
            <a:r>
              <a:rPr lang="ko-KR" altLang="ko-KR" dirty="0" err="1"/>
              <a:t>user</a:t>
            </a:r>
            <a:r>
              <a:rPr lang="ko-KR" altLang="ko-KR" dirty="0"/>
              <a:t>)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9DE2AB0-FA1E-7131-9D7F-6CD28F54F734}"/>
              </a:ext>
            </a:extLst>
          </p:cNvPr>
          <p:cNvSpPr/>
          <p:nvPr/>
        </p:nvSpPr>
        <p:spPr>
          <a:xfrm>
            <a:off x="6218852" y="946003"/>
            <a:ext cx="2572342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user_sql.py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0876A0A-E62A-6274-C0F4-72A74AD0183A}"/>
              </a:ext>
            </a:extLst>
          </p:cNvPr>
          <p:cNvSpPr/>
          <p:nvPr/>
        </p:nvSpPr>
        <p:spPr>
          <a:xfrm>
            <a:off x="2603240" y="2600214"/>
            <a:ext cx="5696621" cy="126265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7C40C1E-1939-C31C-1726-F44F86A999DB}"/>
              </a:ext>
            </a:extLst>
          </p:cNvPr>
          <p:cNvSpPr/>
          <p:nvPr/>
        </p:nvSpPr>
        <p:spPr>
          <a:xfrm>
            <a:off x="422200" y="4077478"/>
            <a:ext cx="2032460" cy="9143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12292763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33BF6-B81B-0BD3-577F-3B9E21639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81514CCD-AA52-D0B6-CD08-D24937A1BDE2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51592F9-B885-E0EB-E282-B793CEA20826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569E0F2-6602-A239-62E2-72530D7186BE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usersController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–  select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1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개 가져오기</a:t>
            </a:r>
            <a:endParaRPr lang="en-US" altLang="ko-KR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3CA6004-A27D-ED96-709D-C2BEC1C5CDE0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3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879E39B2-174D-E803-A0CF-1C8FEBD80696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A7C8D696-B76A-8BD5-8CFC-71027CF83284}"/>
              </a:ext>
            </a:extLst>
          </p:cNvPr>
          <p:cNvSpPr txBox="1"/>
          <p:nvPr/>
        </p:nvSpPr>
        <p:spPr>
          <a:xfrm>
            <a:off x="2603240" y="937614"/>
            <a:ext cx="7231225" cy="2308324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ko-KR" dirty="0"/>
              <a:t># 1개 검색 - </a:t>
            </a:r>
            <a:r>
              <a:rPr lang="ko-KR" altLang="ko-KR" dirty="0" err="1"/>
              <a:t>get</a:t>
            </a:r>
            <a:endParaRPr lang="ko-KR" altLang="ko-KR" dirty="0"/>
          </a:p>
          <a:p>
            <a:r>
              <a:rPr lang="ko-KR" altLang="ko-KR" dirty="0"/>
              <a:t>@router.get("/{user_id}")</a:t>
            </a:r>
          </a:p>
          <a:p>
            <a:r>
              <a:rPr lang="ko-KR" altLang="ko-KR" dirty="0" err="1"/>
              <a:t>def</a:t>
            </a:r>
            <a:r>
              <a:rPr lang="ko-KR" altLang="ko-KR" dirty="0"/>
              <a:t> </a:t>
            </a:r>
            <a:r>
              <a:rPr lang="ko-KR" altLang="ko-KR" dirty="0" err="1"/>
              <a:t>read_user</a:t>
            </a:r>
            <a:r>
              <a:rPr lang="ko-KR" altLang="ko-KR" dirty="0"/>
              <a:t>(</a:t>
            </a:r>
            <a:r>
              <a:rPr lang="ko-KR" altLang="ko-KR" dirty="0" err="1"/>
              <a:t>user_id:str</a:t>
            </a:r>
            <a:r>
              <a:rPr lang="ko-KR" altLang="ko-KR" dirty="0"/>
              <a:t>):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user</a:t>
            </a:r>
            <a:r>
              <a:rPr lang="ko-KR" altLang="ko-KR" dirty="0"/>
              <a:t> = </a:t>
            </a:r>
            <a:r>
              <a:rPr lang="ko-KR" altLang="ko-KR" dirty="0" err="1"/>
              <a:t>user_sql.select_user</a:t>
            </a:r>
            <a:r>
              <a:rPr lang="ko-KR" altLang="ko-KR" dirty="0"/>
              <a:t>(</a:t>
            </a:r>
            <a:r>
              <a:rPr lang="ko-KR" altLang="ko-KR" dirty="0" err="1"/>
              <a:t>user_id</a:t>
            </a:r>
            <a:r>
              <a:rPr lang="ko-KR" altLang="ko-KR" dirty="0"/>
              <a:t>)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print</a:t>
            </a:r>
            <a:r>
              <a:rPr lang="ko-KR" altLang="ko-KR" dirty="0"/>
              <a:t>("</a:t>
            </a:r>
            <a:r>
              <a:rPr lang="ko-KR" altLang="ko-KR" dirty="0" err="1"/>
              <a:t>user</a:t>
            </a:r>
            <a:r>
              <a:rPr lang="ko-KR" altLang="ko-KR" dirty="0"/>
              <a:t> : ",</a:t>
            </a:r>
            <a:r>
              <a:rPr lang="ko-KR" altLang="ko-KR" dirty="0" err="1"/>
              <a:t>user</a:t>
            </a:r>
            <a:r>
              <a:rPr lang="ko-KR" altLang="ko-KR" dirty="0"/>
              <a:t>)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if</a:t>
            </a:r>
            <a:r>
              <a:rPr lang="ko-KR" altLang="ko-KR" dirty="0"/>
              <a:t> </a:t>
            </a:r>
            <a:r>
              <a:rPr lang="ko-KR" altLang="ko-KR" dirty="0" err="1"/>
              <a:t>user</a:t>
            </a:r>
            <a:r>
              <a:rPr lang="ko-KR" altLang="ko-KR" dirty="0"/>
              <a:t> </a:t>
            </a:r>
            <a:r>
              <a:rPr lang="ko-KR" altLang="ko-KR" dirty="0" err="1"/>
              <a:t>is</a:t>
            </a:r>
            <a:r>
              <a:rPr lang="ko-KR" altLang="ko-KR" dirty="0"/>
              <a:t> </a:t>
            </a:r>
            <a:r>
              <a:rPr lang="ko-KR" altLang="ko-KR" dirty="0" err="1"/>
              <a:t>None</a:t>
            </a:r>
            <a:r>
              <a:rPr lang="ko-KR" altLang="ko-KR" dirty="0"/>
              <a:t>:</a:t>
            </a:r>
          </a:p>
          <a:p>
            <a:r>
              <a:rPr lang="ko-KR" altLang="ko-KR" dirty="0"/>
              <a:t>        </a:t>
            </a:r>
            <a:r>
              <a:rPr lang="ko-KR" altLang="ko-KR" dirty="0" err="1"/>
              <a:t>return</a:t>
            </a:r>
            <a:r>
              <a:rPr lang="ko-KR" altLang="ko-KR" dirty="0"/>
              <a:t> {"</a:t>
            </a:r>
            <a:r>
              <a:rPr lang="ko-KR" altLang="ko-KR" dirty="0" err="1"/>
              <a:t>message</a:t>
            </a:r>
            <a:r>
              <a:rPr lang="ko-KR" altLang="ko-KR" dirty="0"/>
              <a:t>": "사용자를 찾을 수 없습니다."}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return</a:t>
            </a:r>
            <a:r>
              <a:rPr lang="ko-KR" altLang="ko-KR" dirty="0"/>
              <a:t> {"</a:t>
            </a:r>
            <a:r>
              <a:rPr lang="ko-KR" altLang="ko-KR" dirty="0" err="1"/>
              <a:t>user</a:t>
            </a:r>
            <a:r>
              <a:rPr lang="ko-KR" altLang="ko-KR" dirty="0"/>
              <a:t>":</a:t>
            </a:r>
            <a:r>
              <a:rPr lang="ko-KR" altLang="ko-KR" dirty="0" err="1"/>
              <a:t>user</a:t>
            </a:r>
            <a:r>
              <a:rPr lang="ko-KR" altLang="ko-KR" dirty="0"/>
              <a:t>}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1E127BD-A828-5FA5-8F49-8EBE2063D776}"/>
              </a:ext>
            </a:extLst>
          </p:cNvPr>
          <p:cNvSpPr/>
          <p:nvPr/>
        </p:nvSpPr>
        <p:spPr>
          <a:xfrm>
            <a:off x="7262123" y="946003"/>
            <a:ext cx="2572342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 err="1"/>
              <a:t>usersController</a:t>
            </a:r>
            <a:r>
              <a:rPr lang="en-US" altLang="ko-KR" dirty="0"/>
              <a:t>.py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2A21463-7FFB-01A8-8201-C1C6CADEC4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569" y="1046800"/>
            <a:ext cx="2277600" cy="49693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79CD4790-561D-1EA6-8C6F-4691431672D7}"/>
              </a:ext>
            </a:extLst>
          </p:cNvPr>
          <p:cNvSpPr/>
          <p:nvPr/>
        </p:nvSpPr>
        <p:spPr>
          <a:xfrm>
            <a:off x="422200" y="3778898"/>
            <a:ext cx="2032460" cy="32657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222768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048BA-6CFE-F920-5B69-AB64326D4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837D755-D720-FA82-AA68-0D360AD1F5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569" y="1046800"/>
            <a:ext cx="2277600" cy="4969309"/>
          </a:xfrm>
          <a:prstGeom prst="rect">
            <a:avLst/>
          </a:prstGeom>
        </p:spPr>
      </p:pic>
      <p:sp>
        <p:nvSpPr>
          <p:cNvPr id="78" name="직사각형 77">
            <a:extLst>
              <a:ext uri="{FF2B5EF4-FFF2-40B4-BE49-F238E27FC236}">
                <a16:creationId xmlns:a16="http://schemas.microsoft.com/office/drawing/2014/main" id="{75FD5D28-0619-3DC7-F9D7-A862A5F411C8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C6CB657F-D3E0-8DDA-8654-0C69BE8B4290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B173895-1747-2A55-60AE-A2ABDEA058B7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user_sql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–  insert 1</a:t>
            </a:r>
            <a:r>
              <a:rPr lang="ko-KR" altLang="en-US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개저장</a:t>
            </a:r>
            <a:endParaRPr lang="en-US" altLang="ko-KR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46F9923-E59B-9744-4303-9C1FC2512DFF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3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D0450BA1-A856-E3FA-858E-19021B5E3140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1F77179-BD01-0D92-C98B-9B5FCCC01E7F}"/>
              </a:ext>
            </a:extLst>
          </p:cNvPr>
          <p:cNvSpPr txBox="1"/>
          <p:nvPr/>
        </p:nvSpPr>
        <p:spPr>
          <a:xfrm>
            <a:off x="2603241" y="937614"/>
            <a:ext cx="6187954" cy="535531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ko-KR" dirty="0"/>
              <a:t># 회원1명저장 - </a:t>
            </a:r>
            <a:r>
              <a:rPr lang="ko-KR" altLang="ko-KR" dirty="0" err="1"/>
              <a:t>insert</a:t>
            </a:r>
            <a:endParaRPr lang="ko-KR" altLang="ko-KR" dirty="0"/>
          </a:p>
          <a:p>
            <a:r>
              <a:rPr lang="ko-KR" altLang="ko-KR" dirty="0" err="1"/>
              <a:t>def</a:t>
            </a:r>
            <a:r>
              <a:rPr lang="ko-KR" altLang="ko-KR" dirty="0"/>
              <a:t> </a:t>
            </a:r>
            <a:r>
              <a:rPr lang="ko-KR" altLang="ko-KR" dirty="0" err="1"/>
              <a:t>create_user</a:t>
            </a:r>
            <a:r>
              <a:rPr lang="ko-KR" altLang="ko-KR" dirty="0"/>
              <a:t>(</a:t>
            </a:r>
            <a:r>
              <a:rPr lang="ko-KR" altLang="ko-KR" dirty="0" err="1"/>
              <a:t>user_id:int,name:str,email:str</a:t>
            </a:r>
            <a:r>
              <a:rPr lang="ko-KR" altLang="ko-KR" dirty="0"/>
              <a:t>):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conn</a:t>
            </a:r>
            <a:r>
              <a:rPr lang="ko-KR" altLang="ko-KR" dirty="0"/>
              <a:t> = </a:t>
            </a:r>
            <a:r>
              <a:rPr lang="ko-KR" altLang="ko-KR" dirty="0" err="1"/>
              <a:t>config.get_connection</a:t>
            </a:r>
            <a:r>
              <a:rPr lang="ko-KR" altLang="ko-KR" dirty="0"/>
              <a:t>()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cursor</a:t>
            </a:r>
            <a:r>
              <a:rPr lang="ko-KR" altLang="ko-KR" dirty="0"/>
              <a:t> = </a:t>
            </a:r>
            <a:r>
              <a:rPr lang="ko-KR" altLang="ko-KR" dirty="0" err="1"/>
              <a:t>conn.cursor</a:t>
            </a:r>
            <a:r>
              <a:rPr lang="ko-KR" altLang="ko-KR" dirty="0"/>
              <a:t>()</a:t>
            </a:r>
          </a:p>
          <a:p>
            <a:br>
              <a:rPr lang="ko-KR" altLang="ko-KR" dirty="0"/>
            </a:br>
            <a:endParaRPr lang="ko-KR" altLang="ko-KR" dirty="0"/>
          </a:p>
          <a:p>
            <a:r>
              <a:rPr lang="ko-KR" altLang="ko-KR" dirty="0"/>
              <a:t>    </a:t>
            </a:r>
            <a:r>
              <a:rPr lang="ko-KR" altLang="ko-KR" dirty="0" err="1"/>
              <a:t>cursor.execute</a:t>
            </a:r>
            <a:r>
              <a:rPr lang="ko-KR" altLang="ko-KR" dirty="0"/>
              <a:t>(</a:t>
            </a:r>
          </a:p>
          <a:p>
            <a:r>
              <a:rPr lang="ko-KR" altLang="ko-KR" dirty="0"/>
              <a:t>        "INSERT INTO </a:t>
            </a:r>
            <a:r>
              <a:rPr lang="ko-KR" altLang="ko-KR" dirty="0" err="1"/>
              <a:t>users</a:t>
            </a:r>
            <a:r>
              <a:rPr lang="ko-KR" altLang="ko-KR" dirty="0"/>
              <a:t> (</a:t>
            </a:r>
            <a:r>
              <a:rPr lang="ko-KR" altLang="ko-KR" dirty="0" err="1"/>
              <a:t>id</a:t>
            </a:r>
            <a:r>
              <a:rPr lang="ko-KR" altLang="ko-KR" dirty="0"/>
              <a:t>, </a:t>
            </a:r>
            <a:r>
              <a:rPr lang="ko-KR" altLang="ko-KR" dirty="0" err="1"/>
              <a:t>name</a:t>
            </a:r>
            <a:r>
              <a:rPr lang="ko-KR" altLang="ko-KR" dirty="0"/>
              <a:t>, </a:t>
            </a:r>
            <a:r>
              <a:rPr lang="ko-KR" altLang="ko-KR" dirty="0" err="1"/>
              <a:t>email</a:t>
            </a:r>
            <a:r>
              <a:rPr lang="ko-KR" altLang="ko-KR" dirty="0"/>
              <a:t>) VALUES (?, ?, ?)",</a:t>
            </a:r>
          </a:p>
          <a:p>
            <a:r>
              <a:rPr lang="ko-KR" altLang="ko-KR" dirty="0"/>
              <a:t>        (</a:t>
            </a:r>
            <a:r>
              <a:rPr lang="ko-KR" altLang="ko-KR" dirty="0" err="1"/>
              <a:t>user_id</a:t>
            </a:r>
            <a:r>
              <a:rPr lang="ko-KR" altLang="ko-KR" dirty="0"/>
              <a:t>, </a:t>
            </a:r>
            <a:r>
              <a:rPr lang="ko-KR" altLang="ko-KR" dirty="0" err="1"/>
              <a:t>name</a:t>
            </a:r>
            <a:r>
              <a:rPr lang="ko-KR" altLang="ko-KR" dirty="0"/>
              <a:t>, </a:t>
            </a:r>
            <a:r>
              <a:rPr lang="ko-KR" altLang="ko-KR" dirty="0" err="1"/>
              <a:t>email</a:t>
            </a:r>
            <a:r>
              <a:rPr lang="ko-KR" altLang="ko-KR" dirty="0"/>
              <a:t>)</a:t>
            </a:r>
          </a:p>
          <a:p>
            <a:r>
              <a:rPr lang="ko-KR" altLang="ko-KR" dirty="0"/>
              <a:t>    )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conn.commit</a:t>
            </a:r>
            <a:r>
              <a:rPr lang="ko-KR" altLang="ko-KR" dirty="0"/>
              <a:t>()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conn.close</a:t>
            </a:r>
            <a:r>
              <a:rPr lang="ko-KR" altLang="ko-KR" dirty="0"/>
              <a:t>()</a:t>
            </a:r>
          </a:p>
          <a:p>
            <a:r>
              <a:rPr lang="ko-KR" altLang="ko-KR" dirty="0"/>
              <a:t>    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print</a:t>
            </a:r>
            <a:r>
              <a:rPr lang="ko-KR" altLang="ko-KR" dirty="0"/>
              <a:t>("데이터 저장성공")</a:t>
            </a:r>
          </a:p>
          <a:p>
            <a:r>
              <a:rPr lang="ko-KR" altLang="ko-KR" dirty="0"/>
              <a:t>    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return</a:t>
            </a:r>
            <a:r>
              <a:rPr lang="ko-KR" altLang="ko-KR" dirty="0"/>
              <a:t> {</a:t>
            </a:r>
          </a:p>
          <a:p>
            <a:r>
              <a:rPr lang="ko-KR" altLang="ko-KR" dirty="0"/>
              <a:t>        "</a:t>
            </a:r>
            <a:r>
              <a:rPr lang="ko-KR" altLang="ko-KR" dirty="0" err="1"/>
              <a:t>id</a:t>
            </a:r>
            <a:r>
              <a:rPr lang="ko-KR" altLang="ko-KR" dirty="0"/>
              <a:t>": user_</a:t>
            </a:r>
            <a:r>
              <a:rPr lang="ko-KR" altLang="ko-KR" dirty="0" err="1"/>
              <a:t>id</a:t>
            </a:r>
            <a:r>
              <a:rPr lang="ko-KR" altLang="ko-KR" dirty="0"/>
              <a:t>,"</a:t>
            </a:r>
            <a:r>
              <a:rPr lang="ko-KR" altLang="ko-KR" dirty="0" err="1"/>
              <a:t>name</a:t>
            </a:r>
            <a:r>
              <a:rPr lang="ko-KR" altLang="ko-KR" dirty="0"/>
              <a:t>": </a:t>
            </a:r>
            <a:r>
              <a:rPr lang="ko-KR" altLang="ko-KR" dirty="0" err="1"/>
              <a:t>name</a:t>
            </a:r>
            <a:r>
              <a:rPr lang="ko-KR" altLang="ko-KR" dirty="0"/>
              <a:t>,"</a:t>
            </a:r>
            <a:r>
              <a:rPr lang="ko-KR" altLang="ko-KR" dirty="0" err="1"/>
              <a:t>email</a:t>
            </a:r>
            <a:r>
              <a:rPr lang="ko-KR" altLang="ko-KR" dirty="0"/>
              <a:t>": </a:t>
            </a:r>
            <a:r>
              <a:rPr lang="ko-KR" altLang="ko-KR" dirty="0" err="1"/>
              <a:t>email</a:t>
            </a:r>
            <a:endParaRPr lang="ko-KR" altLang="ko-KR" dirty="0"/>
          </a:p>
          <a:p>
            <a:r>
              <a:rPr lang="ko-KR" altLang="ko-KR" dirty="0"/>
              <a:t>    }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3E9F575-C6EA-2AE8-FDA9-43C7AEDAB985}"/>
              </a:ext>
            </a:extLst>
          </p:cNvPr>
          <p:cNvSpPr/>
          <p:nvPr/>
        </p:nvSpPr>
        <p:spPr>
          <a:xfrm>
            <a:off x="6218852" y="946003"/>
            <a:ext cx="2572342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user_sql.py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4E60057-B030-1479-9454-24CAD3D23AA9}"/>
              </a:ext>
            </a:extLst>
          </p:cNvPr>
          <p:cNvSpPr/>
          <p:nvPr/>
        </p:nvSpPr>
        <p:spPr>
          <a:xfrm>
            <a:off x="422200" y="4077478"/>
            <a:ext cx="2032460" cy="9143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009020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28683-C4ED-4DBC-B36C-2994243D0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9AC28370-8FCB-3F5B-71E7-54AC5FA4338F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9D0868BF-6EFF-789A-572B-24FE0A4BA874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6019E4A-12A5-90BF-31F1-F1A47A2C8C24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usersController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–  insert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1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개 저장</a:t>
            </a:r>
            <a:endParaRPr lang="en-US" altLang="ko-KR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1A2610E-3E3A-F78A-B0B1-091C2E939157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3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A676EDB6-C892-6916-0384-EF1EE3625CD0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557A034-CE04-DB58-90AA-4B8C57133083}"/>
              </a:ext>
            </a:extLst>
          </p:cNvPr>
          <p:cNvSpPr txBox="1"/>
          <p:nvPr/>
        </p:nvSpPr>
        <p:spPr>
          <a:xfrm>
            <a:off x="2603240" y="937614"/>
            <a:ext cx="7231225" cy="286232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ko-KR" dirty="0"/>
              <a:t># 저장 - POST </a:t>
            </a:r>
          </a:p>
          <a:p>
            <a:r>
              <a:rPr lang="ko-KR" altLang="ko-KR" dirty="0"/>
              <a:t>@router.post("/{user_id}")</a:t>
            </a:r>
          </a:p>
          <a:p>
            <a:r>
              <a:rPr lang="ko-KR" altLang="ko-KR" dirty="0" err="1"/>
              <a:t>def</a:t>
            </a:r>
            <a:r>
              <a:rPr lang="ko-KR" altLang="ko-KR" dirty="0"/>
              <a:t> </a:t>
            </a:r>
            <a:r>
              <a:rPr lang="ko-KR" altLang="ko-KR" dirty="0" err="1"/>
              <a:t>create_user</a:t>
            </a:r>
            <a:r>
              <a:rPr lang="ko-KR" altLang="ko-KR" dirty="0"/>
              <a:t>(</a:t>
            </a:r>
            <a:r>
              <a:rPr lang="ko-KR" altLang="ko-KR" dirty="0" err="1"/>
              <a:t>user_id:int</a:t>
            </a:r>
            <a:r>
              <a:rPr lang="ko-KR" altLang="ko-KR" dirty="0"/>
              <a:t>, </a:t>
            </a:r>
            <a:r>
              <a:rPr lang="ko-KR" altLang="ko-KR" dirty="0" err="1"/>
              <a:t>name</a:t>
            </a:r>
            <a:r>
              <a:rPr lang="ko-KR" altLang="ko-KR" dirty="0"/>
              <a:t>: </a:t>
            </a:r>
            <a:r>
              <a:rPr lang="ko-KR" altLang="ko-KR" dirty="0" err="1"/>
              <a:t>str</a:t>
            </a:r>
            <a:r>
              <a:rPr lang="ko-KR" altLang="ko-KR" dirty="0"/>
              <a:t>, </a:t>
            </a:r>
            <a:r>
              <a:rPr lang="ko-KR" altLang="ko-KR" dirty="0" err="1"/>
              <a:t>email</a:t>
            </a:r>
            <a:r>
              <a:rPr lang="ko-KR" altLang="ko-KR" dirty="0"/>
              <a:t>: </a:t>
            </a:r>
            <a:r>
              <a:rPr lang="ko-KR" altLang="ko-KR" dirty="0" err="1"/>
              <a:t>str</a:t>
            </a:r>
            <a:r>
              <a:rPr lang="ko-KR" altLang="ko-KR" dirty="0"/>
              <a:t>):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user</a:t>
            </a:r>
            <a:r>
              <a:rPr lang="ko-KR" altLang="ko-KR" dirty="0"/>
              <a:t> = </a:t>
            </a:r>
            <a:r>
              <a:rPr lang="ko-KR" altLang="ko-KR" dirty="0" err="1"/>
              <a:t>user_sql.create_user</a:t>
            </a:r>
            <a:r>
              <a:rPr lang="ko-KR" altLang="ko-KR" dirty="0"/>
              <a:t>(</a:t>
            </a:r>
            <a:r>
              <a:rPr lang="ko-KR" altLang="ko-KR" dirty="0" err="1"/>
              <a:t>user_id,name,email</a:t>
            </a:r>
            <a:r>
              <a:rPr lang="ko-KR" altLang="ko-KR" dirty="0"/>
              <a:t>)</a:t>
            </a:r>
          </a:p>
          <a:p>
            <a:br>
              <a:rPr lang="ko-KR" altLang="ko-KR" dirty="0"/>
            </a:br>
            <a:endParaRPr lang="ko-KR" altLang="ko-KR" dirty="0"/>
          </a:p>
          <a:p>
            <a:r>
              <a:rPr lang="ko-KR" altLang="ko-KR" dirty="0"/>
              <a:t>    </a:t>
            </a:r>
            <a:r>
              <a:rPr lang="ko-KR" altLang="ko-KR" dirty="0" err="1"/>
              <a:t>return</a:t>
            </a:r>
            <a:r>
              <a:rPr lang="ko-KR" altLang="ko-KR" dirty="0"/>
              <a:t> {</a:t>
            </a:r>
          </a:p>
          <a:p>
            <a:r>
              <a:rPr lang="ko-KR" altLang="ko-KR" dirty="0"/>
              <a:t>        "</a:t>
            </a:r>
            <a:r>
              <a:rPr lang="ko-KR" altLang="ko-KR" dirty="0" err="1"/>
              <a:t>message</a:t>
            </a:r>
            <a:r>
              <a:rPr lang="ko-KR" altLang="ko-KR" dirty="0"/>
              <a:t>": "사용자가 추가되었습니다.",</a:t>
            </a:r>
          </a:p>
          <a:p>
            <a:r>
              <a:rPr lang="ko-KR" altLang="ko-KR" dirty="0"/>
              <a:t>        "</a:t>
            </a:r>
            <a:r>
              <a:rPr lang="ko-KR" altLang="ko-KR" dirty="0" err="1"/>
              <a:t>user</a:t>
            </a:r>
            <a:r>
              <a:rPr lang="ko-KR" altLang="ko-KR" dirty="0"/>
              <a:t>": </a:t>
            </a:r>
            <a:r>
              <a:rPr lang="ko-KR" altLang="ko-KR" dirty="0" err="1"/>
              <a:t>user</a:t>
            </a:r>
            <a:endParaRPr lang="ko-KR" altLang="ko-KR" dirty="0"/>
          </a:p>
          <a:p>
            <a:r>
              <a:rPr lang="ko-KR" altLang="ko-KR" dirty="0"/>
              <a:t>    }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31C9FD1-4567-E4AC-836C-06687697B225}"/>
              </a:ext>
            </a:extLst>
          </p:cNvPr>
          <p:cNvSpPr/>
          <p:nvPr/>
        </p:nvSpPr>
        <p:spPr>
          <a:xfrm>
            <a:off x="7262123" y="946003"/>
            <a:ext cx="2572342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 err="1"/>
              <a:t>usersController</a:t>
            </a:r>
            <a:r>
              <a:rPr lang="en-US" altLang="ko-KR" dirty="0"/>
              <a:t>.py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EE550C3-2ED4-CCBF-2C93-6767337F1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569" y="1046800"/>
            <a:ext cx="2277600" cy="49693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6FA6191-EF91-87D7-6033-F26165F5E198}"/>
              </a:ext>
            </a:extLst>
          </p:cNvPr>
          <p:cNvSpPr/>
          <p:nvPr/>
        </p:nvSpPr>
        <p:spPr>
          <a:xfrm>
            <a:off x="422200" y="3778898"/>
            <a:ext cx="2032460" cy="32657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1317824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52A0C-C878-0F9D-AD39-A572EC49F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DCE4A62-8F4A-ACF7-ACDD-130740A3A8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569" y="1046800"/>
            <a:ext cx="2277600" cy="4969309"/>
          </a:xfrm>
          <a:prstGeom prst="rect">
            <a:avLst/>
          </a:prstGeom>
        </p:spPr>
      </p:pic>
      <p:sp>
        <p:nvSpPr>
          <p:cNvPr id="78" name="직사각형 77">
            <a:extLst>
              <a:ext uri="{FF2B5EF4-FFF2-40B4-BE49-F238E27FC236}">
                <a16:creationId xmlns:a16="http://schemas.microsoft.com/office/drawing/2014/main" id="{5FE08359-7BEC-88C1-7E57-F859D48D9758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2F32F56A-AFB1-1262-B771-0348870316E0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B82D545-9E72-579A-0AA8-7705924B7AE9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user_sql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–  update 1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개 수정</a:t>
            </a:r>
            <a:endParaRPr lang="en-US" altLang="ko-KR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900B51E-7EE1-29B6-C7AB-BF200AD4626C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3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62689A27-2524-29E1-CCD2-0BC75D8326BB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023E9E3-33B6-43DF-3CD4-C00109BBC259}"/>
              </a:ext>
            </a:extLst>
          </p:cNvPr>
          <p:cNvSpPr txBox="1"/>
          <p:nvPr/>
        </p:nvSpPr>
        <p:spPr>
          <a:xfrm>
            <a:off x="2603240" y="937614"/>
            <a:ext cx="6848669" cy="590931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ko-KR" dirty="0"/>
              <a:t># 회원1명수정 - </a:t>
            </a:r>
            <a:r>
              <a:rPr lang="ko-KR" altLang="ko-KR" dirty="0" err="1"/>
              <a:t>update</a:t>
            </a:r>
            <a:endParaRPr lang="ko-KR" altLang="ko-KR" dirty="0"/>
          </a:p>
          <a:p>
            <a:r>
              <a:rPr lang="ko-KR" altLang="ko-KR" dirty="0" err="1"/>
              <a:t>def</a:t>
            </a:r>
            <a:r>
              <a:rPr lang="ko-KR" altLang="ko-KR" dirty="0"/>
              <a:t> </a:t>
            </a:r>
            <a:r>
              <a:rPr lang="ko-KR" altLang="ko-KR" dirty="0" err="1"/>
              <a:t>update_user</a:t>
            </a:r>
            <a:r>
              <a:rPr lang="ko-KR" altLang="ko-KR" dirty="0"/>
              <a:t>(</a:t>
            </a:r>
            <a:r>
              <a:rPr lang="ko-KR" altLang="ko-KR" dirty="0" err="1"/>
              <a:t>user_id:int,name:str,email:str</a:t>
            </a:r>
            <a:r>
              <a:rPr lang="ko-KR" altLang="ko-KR" dirty="0"/>
              <a:t>):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conn</a:t>
            </a:r>
            <a:r>
              <a:rPr lang="ko-KR" altLang="ko-KR" dirty="0"/>
              <a:t> = </a:t>
            </a:r>
            <a:r>
              <a:rPr lang="ko-KR" altLang="ko-KR" dirty="0" err="1"/>
              <a:t>config.get_connection</a:t>
            </a:r>
            <a:r>
              <a:rPr lang="ko-KR" altLang="ko-KR" dirty="0"/>
              <a:t>()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cursor</a:t>
            </a:r>
            <a:r>
              <a:rPr lang="ko-KR" altLang="ko-KR" dirty="0"/>
              <a:t> = </a:t>
            </a:r>
            <a:r>
              <a:rPr lang="ko-KR" altLang="ko-KR" dirty="0" err="1"/>
              <a:t>conn.cursor</a:t>
            </a:r>
            <a:r>
              <a:rPr lang="ko-KR" altLang="ko-KR" dirty="0"/>
              <a:t>()</a:t>
            </a:r>
          </a:p>
          <a:p>
            <a:br>
              <a:rPr lang="ko-KR" altLang="ko-KR" dirty="0"/>
            </a:br>
            <a:endParaRPr lang="ko-KR" altLang="ko-KR" dirty="0"/>
          </a:p>
          <a:p>
            <a:r>
              <a:rPr lang="ko-KR" altLang="ko-KR" dirty="0"/>
              <a:t>    </a:t>
            </a:r>
            <a:r>
              <a:rPr lang="ko-KR" altLang="ko-KR" dirty="0" err="1"/>
              <a:t>cursor.execute</a:t>
            </a:r>
            <a:r>
              <a:rPr lang="ko-KR" altLang="ko-KR" dirty="0"/>
              <a:t>(</a:t>
            </a:r>
          </a:p>
          <a:p>
            <a:r>
              <a:rPr lang="ko-KR" altLang="ko-KR" dirty="0"/>
              <a:t>        "UPDATE </a:t>
            </a:r>
            <a:r>
              <a:rPr lang="ko-KR" altLang="ko-KR" dirty="0" err="1"/>
              <a:t>users</a:t>
            </a:r>
            <a:r>
              <a:rPr lang="ko-KR" altLang="ko-KR" dirty="0"/>
              <a:t> SET </a:t>
            </a:r>
            <a:r>
              <a:rPr lang="ko-KR" altLang="ko-KR" dirty="0" err="1"/>
              <a:t>name</a:t>
            </a:r>
            <a:r>
              <a:rPr lang="ko-KR" altLang="ko-KR" dirty="0"/>
              <a:t> = ?, </a:t>
            </a:r>
            <a:r>
              <a:rPr lang="ko-KR" altLang="ko-KR" dirty="0" err="1"/>
              <a:t>email</a:t>
            </a:r>
            <a:r>
              <a:rPr lang="ko-KR" altLang="ko-KR" dirty="0"/>
              <a:t> = ? WHERE </a:t>
            </a:r>
            <a:r>
              <a:rPr lang="ko-KR" altLang="ko-KR" dirty="0" err="1"/>
              <a:t>id</a:t>
            </a:r>
            <a:r>
              <a:rPr lang="ko-KR" altLang="ko-KR" dirty="0"/>
              <a:t> = ?",</a:t>
            </a:r>
          </a:p>
          <a:p>
            <a:r>
              <a:rPr lang="ko-KR" altLang="ko-KR" dirty="0"/>
              <a:t>        (</a:t>
            </a:r>
            <a:r>
              <a:rPr lang="ko-KR" altLang="ko-KR" dirty="0" err="1"/>
              <a:t>name</a:t>
            </a:r>
            <a:r>
              <a:rPr lang="ko-KR" altLang="ko-KR" dirty="0"/>
              <a:t>, </a:t>
            </a:r>
            <a:r>
              <a:rPr lang="ko-KR" altLang="ko-KR" dirty="0" err="1"/>
              <a:t>email</a:t>
            </a:r>
            <a:r>
              <a:rPr lang="ko-KR" altLang="ko-KR" dirty="0"/>
              <a:t>, </a:t>
            </a:r>
            <a:r>
              <a:rPr lang="ko-KR" altLang="ko-KR" dirty="0" err="1"/>
              <a:t>user_id</a:t>
            </a:r>
            <a:r>
              <a:rPr lang="ko-KR" altLang="ko-KR" dirty="0"/>
              <a:t>)</a:t>
            </a:r>
          </a:p>
          <a:p>
            <a:r>
              <a:rPr lang="ko-KR" altLang="ko-KR" dirty="0"/>
              <a:t>    )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conn.commit</a:t>
            </a:r>
            <a:r>
              <a:rPr lang="ko-KR" altLang="ko-KR" dirty="0"/>
              <a:t>()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updated_count</a:t>
            </a:r>
            <a:r>
              <a:rPr lang="ko-KR" altLang="ko-KR" dirty="0"/>
              <a:t> = </a:t>
            </a:r>
            <a:r>
              <a:rPr lang="ko-KR" altLang="ko-KR" dirty="0" err="1"/>
              <a:t>cursor.rowcount</a:t>
            </a:r>
            <a:r>
              <a:rPr lang="ko-KR" altLang="ko-KR" dirty="0"/>
              <a:t>  # </a:t>
            </a:r>
            <a:r>
              <a:rPr lang="ko-KR" altLang="ko-KR" dirty="0" err="1"/>
              <a:t>없을경우</a:t>
            </a:r>
            <a:endParaRPr lang="ko-KR" altLang="ko-KR" dirty="0"/>
          </a:p>
          <a:p>
            <a:r>
              <a:rPr lang="ko-KR" altLang="ko-KR" dirty="0"/>
              <a:t>    </a:t>
            </a:r>
            <a:r>
              <a:rPr lang="ko-KR" altLang="ko-KR" dirty="0" err="1"/>
              <a:t>conn.close</a:t>
            </a:r>
            <a:r>
              <a:rPr lang="ko-KR" altLang="ko-KR" dirty="0"/>
              <a:t>()</a:t>
            </a:r>
          </a:p>
          <a:p>
            <a:br>
              <a:rPr lang="ko-KR" altLang="ko-KR" dirty="0"/>
            </a:br>
            <a:endParaRPr lang="ko-KR" altLang="ko-KR" dirty="0"/>
          </a:p>
          <a:p>
            <a:r>
              <a:rPr lang="ko-KR" altLang="ko-KR" dirty="0"/>
              <a:t>    </a:t>
            </a:r>
            <a:r>
              <a:rPr lang="ko-KR" altLang="ko-KR" dirty="0" err="1"/>
              <a:t>if</a:t>
            </a:r>
            <a:r>
              <a:rPr lang="ko-KR" altLang="ko-KR" dirty="0"/>
              <a:t> </a:t>
            </a:r>
            <a:r>
              <a:rPr lang="ko-KR" altLang="ko-KR" dirty="0" err="1"/>
              <a:t>updated_count</a:t>
            </a:r>
            <a:r>
              <a:rPr lang="ko-KR" altLang="ko-KR" dirty="0"/>
              <a:t> == 0:</a:t>
            </a:r>
          </a:p>
          <a:p>
            <a:r>
              <a:rPr lang="ko-KR" altLang="ko-KR" dirty="0"/>
              <a:t>        </a:t>
            </a:r>
            <a:r>
              <a:rPr lang="ko-KR" altLang="ko-KR" dirty="0" err="1"/>
              <a:t>return</a:t>
            </a:r>
            <a:r>
              <a:rPr lang="ko-KR" altLang="ko-KR" dirty="0"/>
              <a:t> </a:t>
            </a:r>
            <a:r>
              <a:rPr lang="ko-KR" altLang="ko-KR" dirty="0" err="1"/>
              <a:t>None</a:t>
            </a:r>
            <a:endParaRPr lang="ko-KR" altLang="ko-KR" dirty="0"/>
          </a:p>
          <a:p>
            <a:r>
              <a:rPr lang="ko-KR" altLang="ko-KR" dirty="0"/>
              <a:t>    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return</a:t>
            </a:r>
            <a:r>
              <a:rPr lang="ko-KR" altLang="ko-KR" dirty="0"/>
              <a:t> {</a:t>
            </a:r>
          </a:p>
          <a:p>
            <a:r>
              <a:rPr lang="ko-KR" altLang="ko-KR" dirty="0"/>
              <a:t>        "</a:t>
            </a:r>
            <a:r>
              <a:rPr lang="ko-KR" altLang="ko-KR" dirty="0" err="1"/>
              <a:t>id</a:t>
            </a:r>
            <a:r>
              <a:rPr lang="ko-KR" altLang="ko-KR" dirty="0"/>
              <a:t>": user_</a:t>
            </a:r>
            <a:r>
              <a:rPr lang="ko-KR" altLang="ko-KR" dirty="0" err="1"/>
              <a:t>id</a:t>
            </a:r>
            <a:r>
              <a:rPr lang="ko-KR" altLang="ko-KR" dirty="0"/>
              <a:t>,"</a:t>
            </a:r>
            <a:r>
              <a:rPr lang="ko-KR" altLang="ko-KR" dirty="0" err="1"/>
              <a:t>name</a:t>
            </a:r>
            <a:r>
              <a:rPr lang="ko-KR" altLang="ko-KR" dirty="0"/>
              <a:t>": </a:t>
            </a:r>
            <a:r>
              <a:rPr lang="ko-KR" altLang="ko-KR" dirty="0" err="1"/>
              <a:t>name</a:t>
            </a:r>
            <a:r>
              <a:rPr lang="ko-KR" altLang="ko-KR" dirty="0"/>
              <a:t>,"</a:t>
            </a:r>
            <a:r>
              <a:rPr lang="ko-KR" altLang="ko-KR" dirty="0" err="1"/>
              <a:t>email</a:t>
            </a:r>
            <a:r>
              <a:rPr lang="ko-KR" altLang="ko-KR" dirty="0"/>
              <a:t>": </a:t>
            </a:r>
            <a:r>
              <a:rPr lang="ko-KR" altLang="ko-KR" dirty="0" err="1"/>
              <a:t>email</a:t>
            </a:r>
            <a:endParaRPr lang="ko-KR" altLang="ko-KR" dirty="0"/>
          </a:p>
          <a:p>
            <a:r>
              <a:rPr lang="ko-KR" altLang="ko-KR" dirty="0"/>
              <a:t>    }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0191EED-F343-F873-4052-DDE97E2932A9}"/>
              </a:ext>
            </a:extLst>
          </p:cNvPr>
          <p:cNvSpPr/>
          <p:nvPr/>
        </p:nvSpPr>
        <p:spPr>
          <a:xfrm>
            <a:off x="6879567" y="946003"/>
            <a:ext cx="2572342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user_sql.py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E9D210-E8A5-5281-2E07-D74D4F8E673B}"/>
              </a:ext>
            </a:extLst>
          </p:cNvPr>
          <p:cNvSpPr/>
          <p:nvPr/>
        </p:nvSpPr>
        <p:spPr>
          <a:xfrm>
            <a:off x="422200" y="4077478"/>
            <a:ext cx="2032460" cy="9143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223530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4AE45-CBCF-66DC-A756-6F5193CEF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E4BE3B03-5A8F-5115-BE9D-6B33BC0EB4C4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A782E674-ED0D-039D-7C86-4DE5906D1286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B21B4E7-C2AB-0AC9-9FD6-7DB18F0E6E71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usersController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–  update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1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개 수정</a:t>
            </a:r>
            <a:endParaRPr lang="en-US" altLang="ko-KR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F1805BE-7425-52B3-96C2-88697D3C63C7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3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E6B1D8F8-321E-D725-11C8-47D095F8D5B0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749FDCD1-39F7-E7FE-62C7-9261A1094441}"/>
              </a:ext>
            </a:extLst>
          </p:cNvPr>
          <p:cNvSpPr txBox="1"/>
          <p:nvPr/>
        </p:nvSpPr>
        <p:spPr>
          <a:xfrm>
            <a:off x="2603240" y="937614"/>
            <a:ext cx="7231225" cy="3970318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ko-KR" dirty="0"/>
              <a:t># 수정 - </a:t>
            </a:r>
            <a:r>
              <a:rPr lang="ko-KR" altLang="ko-KR" dirty="0" err="1"/>
              <a:t>put</a:t>
            </a:r>
            <a:endParaRPr lang="ko-KR" altLang="ko-KR" dirty="0"/>
          </a:p>
          <a:p>
            <a:r>
              <a:rPr lang="ko-KR" altLang="ko-KR" dirty="0"/>
              <a:t>@router.put("/{user_id}")  # 수정</a:t>
            </a:r>
          </a:p>
          <a:p>
            <a:r>
              <a:rPr lang="ko-KR" altLang="ko-KR" dirty="0" err="1"/>
              <a:t>def</a:t>
            </a:r>
            <a:r>
              <a:rPr lang="ko-KR" altLang="ko-KR" dirty="0"/>
              <a:t> </a:t>
            </a:r>
            <a:r>
              <a:rPr lang="ko-KR" altLang="ko-KR" dirty="0" err="1"/>
              <a:t>update_user</a:t>
            </a:r>
            <a:r>
              <a:rPr lang="ko-KR" altLang="ko-KR" dirty="0"/>
              <a:t>(</a:t>
            </a:r>
            <a:r>
              <a:rPr lang="ko-KR" altLang="ko-KR" dirty="0" err="1"/>
              <a:t>user_id</a:t>
            </a:r>
            <a:r>
              <a:rPr lang="ko-KR" altLang="ko-KR" dirty="0"/>
              <a:t>: </a:t>
            </a:r>
            <a:r>
              <a:rPr lang="ko-KR" altLang="ko-KR" dirty="0" err="1"/>
              <a:t>int</a:t>
            </a:r>
            <a:r>
              <a:rPr lang="ko-KR" altLang="ko-KR" dirty="0"/>
              <a:t>, </a:t>
            </a:r>
            <a:r>
              <a:rPr lang="ko-KR" altLang="ko-KR" dirty="0" err="1"/>
              <a:t>name</a:t>
            </a:r>
            <a:r>
              <a:rPr lang="ko-KR" altLang="ko-KR" dirty="0"/>
              <a:t>: </a:t>
            </a:r>
            <a:r>
              <a:rPr lang="ko-KR" altLang="ko-KR" dirty="0" err="1"/>
              <a:t>str</a:t>
            </a:r>
            <a:r>
              <a:rPr lang="ko-KR" altLang="ko-KR" dirty="0"/>
              <a:t>, </a:t>
            </a:r>
            <a:r>
              <a:rPr lang="ko-KR" altLang="ko-KR" dirty="0" err="1"/>
              <a:t>email</a:t>
            </a:r>
            <a:r>
              <a:rPr lang="ko-KR" altLang="ko-KR" dirty="0"/>
              <a:t>: </a:t>
            </a:r>
            <a:r>
              <a:rPr lang="ko-KR" altLang="ko-KR" dirty="0" err="1"/>
              <a:t>str</a:t>
            </a:r>
            <a:r>
              <a:rPr lang="ko-KR" altLang="ko-KR" dirty="0"/>
              <a:t>):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user</a:t>
            </a:r>
            <a:r>
              <a:rPr lang="ko-KR" altLang="ko-KR" dirty="0"/>
              <a:t> = </a:t>
            </a:r>
            <a:r>
              <a:rPr lang="ko-KR" altLang="ko-KR" dirty="0" err="1"/>
              <a:t>user_sql.update_user</a:t>
            </a:r>
            <a:r>
              <a:rPr lang="ko-KR" altLang="ko-KR" dirty="0"/>
              <a:t>(</a:t>
            </a:r>
            <a:r>
              <a:rPr lang="ko-KR" altLang="ko-KR" dirty="0" err="1"/>
              <a:t>user_id,name,email</a:t>
            </a:r>
            <a:r>
              <a:rPr lang="ko-KR" altLang="ko-KR" dirty="0"/>
              <a:t>)</a:t>
            </a:r>
          </a:p>
          <a:p>
            <a:r>
              <a:rPr lang="ko-KR" altLang="ko-KR" dirty="0"/>
              <a:t>    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if</a:t>
            </a:r>
            <a:r>
              <a:rPr lang="ko-KR" altLang="ko-KR" dirty="0"/>
              <a:t> </a:t>
            </a:r>
            <a:r>
              <a:rPr lang="ko-KR" altLang="ko-KR" dirty="0" err="1"/>
              <a:t>user</a:t>
            </a:r>
            <a:r>
              <a:rPr lang="ko-KR" altLang="ko-KR" dirty="0"/>
              <a:t> </a:t>
            </a:r>
            <a:r>
              <a:rPr lang="ko-KR" altLang="ko-KR" dirty="0" err="1"/>
              <a:t>is</a:t>
            </a:r>
            <a:r>
              <a:rPr lang="ko-KR" altLang="ko-KR" dirty="0"/>
              <a:t> </a:t>
            </a:r>
            <a:r>
              <a:rPr lang="ko-KR" altLang="ko-KR" dirty="0" err="1"/>
              <a:t>None</a:t>
            </a:r>
            <a:r>
              <a:rPr lang="ko-KR" altLang="ko-KR" dirty="0"/>
              <a:t>:</a:t>
            </a:r>
          </a:p>
          <a:p>
            <a:r>
              <a:rPr lang="ko-KR" altLang="ko-KR" dirty="0"/>
              <a:t>        </a:t>
            </a:r>
            <a:r>
              <a:rPr lang="ko-KR" altLang="ko-KR" dirty="0" err="1"/>
              <a:t>return</a:t>
            </a:r>
            <a:r>
              <a:rPr lang="ko-KR" altLang="ko-KR" dirty="0"/>
              <a:t> {</a:t>
            </a:r>
          </a:p>
          <a:p>
            <a:r>
              <a:rPr lang="ko-KR" altLang="ko-KR" dirty="0"/>
              <a:t>            "</a:t>
            </a:r>
            <a:r>
              <a:rPr lang="ko-KR" altLang="ko-KR" dirty="0" err="1"/>
              <a:t>message</a:t>
            </a:r>
            <a:r>
              <a:rPr lang="ko-KR" altLang="ko-KR" dirty="0"/>
              <a:t>": "해당 사용자를 찾을 수 없습니다."</a:t>
            </a:r>
          </a:p>
          <a:p>
            <a:r>
              <a:rPr lang="ko-KR" altLang="ko-KR" dirty="0"/>
              <a:t>        }</a:t>
            </a:r>
          </a:p>
          <a:p>
            <a:r>
              <a:rPr lang="ko-KR" altLang="ko-KR" dirty="0"/>
              <a:t>    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return</a:t>
            </a:r>
            <a:r>
              <a:rPr lang="ko-KR" altLang="ko-KR" dirty="0"/>
              <a:t> {</a:t>
            </a:r>
          </a:p>
          <a:p>
            <a:r>
              <a:rPr lang="ko-KR" altLang="ko-KR" dirty="0"/>
              <a:t>        "</a:t>
            </a:r>
            <a:r>
              <a:rPr lang="ko-KR" altLang="ko-KR" dirty="0" err="1"/>
              <a:t>message</a:t>
            </a:r>
            <a:r>
              <a:rPr lang="ko-KR" altLang="ko-KR" dirty="0"/>
              <a:t>": "사용자 정보가 수정되었습니다.",</a:t>
            </a:r>
          </a:p>
          <a:p>
            <a:r>
              <a:rPr lang="ko-KR" altLang="ko-KR" dirty="0"/>
              <a:t>        "</a:t>
            </a:r>
            <a:r>
              <a:rPr lang="ko-KR" altLang="ko-KR" dirty="0" err="1"/>
              <a:t>user</a:t>
            </a:r>
            <a:r>
              <a:rPr lang="ko-KR" altLang="ko-KR" dirty="0"/>
              <a:t>": </a:t>
            </a:r>
            <a:r>
              <a:rPr lang="ko-KR" altLang="ko-KR" dirty="0" err="1"/>
              <a:t>user</a:t>
            </a:r>
            <a:endParaRPr lang="ko-KR" altLang="ko-KR" dirty="0"/>
          </a:p>
          <a:p>
            <a:r>
              <a:rPr lang="ko-KR" altLang="ko-KR" dirty="0"/>
              <a:t>    }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EA3A0F3-5458-0A34-C14C-2AE3B8E01588}"/>
              </a:ext>
            </a:extLst>
          </p:cNvPr>
          <p:cNvSpPr/>
          <p:nvPr/>
        </p:nvSpPr>
        <p:spPr>
          <a:xfrm>
            <a:off x="7262123" y="946003"/>
            <a:ext cx="2572342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 err="1"/>
              <a:t>usersController</a:t>
            </a:r>
            <a:r>
              <a:rPr lang="en-US" altLang="ko-KR" dirty="0"/>
              <a:t>.py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8F6D4B-9DC9-9905-30E8-59E8B5D3C4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569" y="1046800"/>
            <a:ext cx="2277600" cy="49693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EEA8A789-874A-0B4F-7915-A12332B15DD8}"/>
              </a:ext>
            </a:extLst>
          </p:cNvPr>
          <p:cNvSpPr/>
          <p:nvPr/>
        </p:nvSpPr>
        <p:spPr>
          <a:xfrm>
            <a:off x="422200" y="3778898"/>
            <a:ext cx="2032460" cy="32657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010391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98544-12E9-CFC0-E897-736B73109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B39B3A3-CC22-2A57-42E4-5AB373F6D3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569" y="1046800"/>
            <a:ext cx="2277600" cy="4969309"/>
          </a:xfrm>
          <a:prstGeom prst="rect">
            <a:avLst/>
          </a:prstGeom>
        </p:spPr>
      </p:pic>
      <p:sp>
        <p:nvSpPr>
          <p:cNvPr id="78" name="직사각형 77">
            <a:extLst>
              <a:ext uri="{FF2B5EF4-FFF2-40B4-BE49-F238E27FC236}">
                <a16:creationId xmlns:a16="http://schemas.microsoft.com/office/drawing/2014/main" id="{4DDAB02B-40E7-DCEB-8951-F55031673CEF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2F9F41E0-50BE-7F19-1B5D-5080EC202BB0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7F23BB7-E1D5-FFBE-909B-6B00F3768D7A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user_sql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–  delete 1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개 삭제</a:t>
            </a:r>
            <a:endParaRPr lang="en-US" altLang="ko-KR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10CE3AD-C883-7EA0-0528-EE36A3E978D7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3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E5C071B4-8243-506D-49B5-B91BBF6D349A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B11180B-3D56-868A-D6BB-7B4E8417C984}"/>
              </a:ext>
            </a:extLst>
          </p:cNvPr>
          <p:cNvSpPr txBox="1"/>
          <p:nvPr/>
        </p:nvSpPr>
        <p:spPr>
          <a:xfrm>
            <a:off x="2603240" y="937614"/>
            <a:ext cx="6848669" cy="5078313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ko-KR" dirty="0"/>
              <a:t># 회원1명삭제 - </a:t>
            </a:r>
            <a:r>
              <a:rPr lang="ko-KR" altLang="ko-KR" dirty="0" err="1"/>
              <a:t>delete</a:t>
            </a:r>
            <a:endParaRPr lang="ko-KR" altLang="ko-KR" dirty="0"/>
          </a:p>
          <a:p>
            <a:r>
              <a:rPr lang="ko-KR" altLang="ko-KR" dirty="0" err="1"/>
              <a:t>def</a:t>
            </a:r>
            <a:r>
              <a:rPr lang="ko-KR" altLang="ko-KR" dirty="0"/>
              <a:t> </a:t>
            </a:r>
            <a:r>
              <a:rPr lang="ko-KR" altLang="ko-KR" dirty="0" err="1"/>
              <a:t>delete_user</a:t>
            </a:r>
            <a:r>
              <a:rPr lang="ko-KR" altLang="ko-KR" dirty="0"/>
              <a:t>(</a:t>
            </a:r>
            <a:r>
              <a:rPr lang="ko-KR" altLang="ko-KR" dirty="0" err="1"/>
              <a:t>user_id:int</a:t>
            </a:r>
            <a:r>
              <a:rPr lang="ko-KR" altLang="ko-KR" dirty="0"/>
              <a:t>):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conn</a:t>
            </a:r>
            <a:r>
              <a:rPr lang="ko-KR" altLang="ko-KR" dirty="0"/>
              <a:t> = </a:t>
            </a:r>
            <a:r>
              <a:rPr lang="ko-KR" altLang="ko-KR" dirty="0" err="1"/>
              <a:t>config.get_connection</a:t>
            </a:r>
            <a:r>
              <a:rPr lang="ko-KR" altLang="ko-KR" dirty="0"/>
              <a:t>()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cursor</a:t>
            </a:r>
            <a:r>
              <a:rPr lang="ko-KR" altLang="ko-KR" dirty="0"/>
              <a:t> = </a:t>
            </a:r>
            <a:r>
              <a:rPr lang="ko-KR" altLang="ko-KR" dirty="0" err="1"/>
              <a:t>conn.cursor</a:t>
            </a:r>
            <a:r>
              <a:rPr lang="ko-KR" altLang="ko-KR" dirty="0"/>
              <a:t>()</a:t>
            </a:r>
          </a:p>
          <a:p>
            <a:br>
              <a:rPr lang="ko-KR" altLang="ko-KR" dirty="0"/>
            </a:br>
            <a:endParaRPr lang="ko-KR" altLang="ko-KR" dirty="0"/>
          </a:p>
          <a:p>
            <a:r>
              <a:rPr lang="ko-KR" altLang="ko-KR" dirty="0"/>
              <a:t>    </a:t>
            </a:r>
            <a:r>
              <a:rPr lang="ko-KR" altLang="ko-KR" dirty="0" err="1"/>
              <a:t>cursor.execute</a:t>
            </a:r>
            <a:r>
              <a:rPr lang="ko-KR" altLang="ko-KR" dirty="0"/>
              <a:t>(</a:t>
            </a:r>
          </a:p>
          <a:p>
            <a:r>
              <a:rPr lang="ko-KR" altLang="ko-KR" dirty="0"/>
              <a:t>        "DELETE FROM </a:t>
            </a:r>
            <a:r>
              <a:rPr lang="ko-KR" altLang="ko-KR" dirty="0" err="1"/>
              <a:t>users</a:t>
            </a:r>
            <a:r>
              <a:rPr lang="ko-KR" altLang="ko-KR" dirty="0"/>
              <a:t> WHERE </a:t>
            </a:r>
            <a:r>
              <a:rPr lang="ko-KR" altLang="ko-KR" dirty="0" err="1"/>
              <a:t>id</a:t>
            </a:r>
            <a:r>
              <a:rPr lang="ko-KR" altLang="ko-KR" dirty="0"/>
              <a:t> = ?", (</a:t>
            </a:r>
            <a:r>
              <a:rPr lang="ko-KR" altLang="ko-KR" dirty="0" err="1"/>
              <a:t>user_id</a:t>
            </a:r>
            <a:r>
              <a:rPr lang="ko-KR" altLang="ko-KR" dirty="0"/>
              <a:t>,)</a:t>
            </a:r>
          </a:p>
          <a:p>
            <a:r>
              <a:rPr lang="ko-KR" altLang="ko-KR" dirty="0"/>
              <a:t>    )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conn.commit</a:t>
            </a:r>
            <a:r>
              <a:rPr lang="ko-KR" altLang="ko-KR" dirty="0"/>
              <a:t>()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updated_count</a:t>
            </a:r>
            <a:r>
              <a:rPr lang="ko-KR" altLang="ko-KR" dirty="0"/>
              <a:t> = </a:t>
            </a:r>
            <a:r>
              <a:rPr lang="ko-KR" altLang="ko-KR" dirty="0" err="1"/>
              <a:t>cursor.rowcount</a:t>
            </a:r>
            <a:r>
              <a:rPr lang="ko-KR" altLang="ko-KR" dirty="0"/>
              <a:t>  # </a:t>
            </a:r>
            <a:r>
              <a:rPr lang="ko-KR" altLang="ko-KR" dirty="0" err="1"/>
              <a:t>없을경우</a:t>
            </a:r>
            <a:endParaRPr lang="ko-KR" altLang="ko-KR" dirty="0"/>
          </a:p>
          <a:p>
            <a:r>
              <a:rPr lang="ko-KR" altLang="ko-KR" dirty="0"/>
              <a:t>    </a:t>
            </a:r>
            <a:r>
              <a:rPr lang="ko-KR" altLang="ko-KR" dirty="0" err="1"/>
              <a:t>conn.close</a:t>
            </a:r>
            <a:r>
              <a:rPr lang="ko-KR" altLang="ko-KR" dirty="0"/>
              <a:t>()</a:t>
            </a:r>
          </a:p>
          <a:p>
            <a:br>
              <a:rPr lang="ko-KR" altLang="ko-KR" dirty="0"/>
            </a:br>
            <a:endParaRPr lang="ko-KR" altLang="ko-KR" dirty="0"/>
          </a:p>
          <a:p>
            <a:r>
              <a:rPr lang="ko-KR" altLang="ko-KR" dirty="0"/>
              <a:t>    </a:t>
            </a:r>
            <a:r>
              <a:rPr lang="ko-KR" altLang="ko-KR" dirty="0" err="1"/>
              <a:t>if</a:t>
            </a:r>
            <a:r>
              <a:rPr lang="ko-KR" altLang="ko-KR" dirty="0"/>
              <a:t> </a:t>
            </a:r>
            <a:r>
              <a:rPr lang="ko-KR" altLang="ko-KR" dirty="0" err="1"/>
              <a:t>updated_count</a:t>
            </a:r>
            <a:r>
              <a:rPr lang="ko-KR" altLang="ko-KR" dirty="0"/>
              <a:t> == 0:</a:t>
            </a:r>
          </a:p>
          <a:p>
            <a:r>
              <a:rPr lang="ko-KR" altLang="ko-KR" dirty="0"/>
              <a:t>        </a:t>
            </a:r>
            <a:r>
              <a:rPr lang="ko-KR" altLang="ko-KR" dirty="0" err="1"/>
              <a:t>return</a:t>
            </a:r>
            <a:r>
              <a:rPr lang="ko-KR" altLang="ko-KR" dirty="0"/>
              <a:t> </a:t>
            </a:r>
            <a:r>
              <a:rPr lang="ko-KR" altLang="ko-KR" dirty="0" err="1"/>
              <a:t>None</a:t>
            </a:r>
            <a:endParaRPr lang="ko-KR" altLang="ko-KR" dirty="0"/>
          </a:p>
          <a:p>
            <a:r>
              <a:rPr lang="ko-KR" altLang="ko-KR" dirty="0"/>
              <a:t>    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return</a:t>
            </a:r>
            <a:r>
              <a:rPr lang="ko-KR" altLang="ko-KR" dirty="0"/>
              <a:t> { "</a:t>
            </a:r>
            <a:r>
              <a:rPr lang="ko-KR" altLang="ko-KR" dirty="0" err="1"/>
              <a:t>id</a:t>
            </a:r>
            <a:r>
              <a:rPr lang="ko-KR" altLang="ko-KR" dirty="0"/>
              <a:t>": </a:t>
            </a:r>
            <a:r>
              <a:rPr lang="ko-KR" altLang="ko-KR" dirty="0" err="1"/>
              <a:t>user_id</a:t>
            </a:r>
            <a:r>
              <a:rPr lang="ko-KR" altLang="ko-KR" dirty="0"/>
              <a:t> }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7444CC1-529C-7CEF-53D9-BC5378E8A16C}"/>
              </a:ext>
            </a:extLst>
          </p:cNvPr>
          <p:cNvSpPr/>
          <p:nvPr/>
        </p:nvSpPr>
        <p:spPr>
          <a:xfrm>
            <a:off x="6879567" y="946003"/>
            <a:ext cx="2572342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user_sql.py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0623B99-03E8-D3E5-4CE6-2FA8C2B8576F}"/>
              </a:ext>
            </a:extLst>
          </p:cNvPr>
          <p:cNvSpPr/>
          <p:nvPr/>
        </p:nvSpPr>
        <p:spPr>
          <a:xfrm>
            <a:off x="422200" y="4077478"/>
            <a:ext cx="2032460" cy="9143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11092747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59196-7268-74A7-1719-9424F259C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943A1AF6-D04D-0E34-5D32-A15FCC9073A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9949FD04-5A08-3953-D200-9939098CEA54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6EF6FF7-033D-2ACC-D644-AB4308CC6571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usersController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–  delete 1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개 삭제</a:t>
            </a:r>
            <a:endParaRPr lang="en-US" altLang="ko-KR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457A972-86A4-4C88-6B71-CFA6A6027EA6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3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FAA4E703-BE89-3ADB-25C1-80761ACCBE57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0EC796F0-65F8-BF83-CB43-19F81ECBFD6B}"/>
              </a:ext>
            </a:extLst>
          </p:cNvPr>
          <p:cNvSpPr txBox="1"/>
          <p:nvPr/>
        </p:nvSpPr>
        <p:spPr>
          <a:xfrm>
            <a:off x="2603240" y="937614"/>
            <a:ext cx="7231225" cy="4524315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ko-KR" dirty="0"/>
              <a:t># DELETE /</a:t>
            </a:r>
            <a:r>
              <a:rPr lang="ko-KR" altLang="ko-KR" dirty="0" err="1"/>
              <a:t>users</a:t>
            </a:r>
            <a:r>
              <a:rPr lang="ko-KR" altLang="ko-KR" dirty="0"/>
              <a:t>/1</a:t>
            </a:r>
          </a:p>
          <a:p>
            <a:r>
              <a:rPr lang="ko-KR" altLang="ko-KR" dirty="0"/>
              <a:t>@router.delete("/{user_id}")</a:t>
            </a:r>
          </a:p>
          <a:p>
            <a:r>
              <a:rPr lang="ko-KR" altLang="ko-KR" dirty="0" err="1"/>
              <a:t>def</a:t>
            </a:r>
            <a:r>
              <a:rPr lang="ko-KR" altLang="ko-KR" dirty="0"/>
              <a:t> </a:t>
            </a:r>
            <a:r>
              <a:rPr lang="ko-KR" altLang="ko-KR" dirty="0" err="1"/>
              <a:t>delete_user</a:t>
            </a:r>
            <a:r>
              <a:rPr lang="ko-KR" altLang="ko-KR" dirty="0"/>
              <a:t>(</a:t>
            </a:r>
            <a:r>
              <a:rPr lang="ko-KR" altLang="ko-KR" dirty="0" err="1"/>
              <a:t>user_id</a:t>
            </a:r>
            <a:r>
              <a:rPr lang="ko-KR" altLang="ko-KR" dirty="0"/>
              <a:t>: </a:t>
            </a:r>
            <a:r>
              <a:rPr lang="ko-KR" altLang="ko-KR" dirty="0" err="1"/>
              <a:t>int</a:t>
            </a:r>
            <a:r>
              <a:rPr lang="ko-KR" altLang="ko-KR" dirty="0"/>
              <a:t>):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user</a:t>
            </a:r>
            <a:r>
              <a:rPr lang="ko-KR" altLang="ko-KR" dirty="0"/>
              <a:t> = </a:t>
            </a:r>
            <a:r>
              <a:rPr lang="ko-KR" altLang="ko-KR" dirty="0" err="1"/>
              <a:t>user_sql.delete_user</a:t>
            </a:r>
            <a:r>
              <a:rPr lang="ko-KR" altLang="ko-KR" dirty="0"/>
              <a:t>(</a:t>
            </a:r>
            <a:r>
              <a:rPr lang="ko-KR" altLang="ko-KR" dirty="0" err="1"/>
              <a:t>user_id</a:t>
            </a:r>
            <a:r>
              <a:rPr lang="ko-KR" altLang="ko-KR" dirty="0"/>
              <a:t>)</a:t>
            </a:r>
          </a:p>
          <a:p>
            <a:r>
              <a:rPr lang="ko-KR" altLang="ko-KR" dirty="0"/>
              <a:t>    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if</a:t>
            </a:r>
            <a:r>
              <a:rPr lang="ko-KR" altLang="ko-KR" dirty="0"/>
              <a:t> </a:t>
            </a:r>
            <a:r>
              <a:rPr lang="ko-KR" altLang="ko-KR" dirty="0" err="1"/>
              <a:t>user</a:t>
            </a:r>
            <a:r>
              <a:rPr lang="ko-KR" altLang="ko-KR" dirty="0"/>
              <a:t> </a:t>
            </a:r>
            <a:r>
              <a:rPr lang="ko-KR" altLang="ko-KR" dirty="0" err="1"/>
              <a:t>is</a:t>
            </a:r>
            <a:r>
              <a:rPr lang="ko-KR" altLang="ko-KR" dirty="0"/>
              <a:t> </a:t>
            </a:r>
            <a:r>
              <a:rPr lang="ko-KR" altLang="ko-KR" dirty="0" err="1"/>
              <a:t>None</a:t>
            </a:r>
            <a:r>
              <a:rPr lang="ko-KR" altLang="ko-KR" dirty="0"/>
              <a:t>:</a:t>
            </a:r>
          </a:p>
          <a:p>
            <a:r>
              <a:rPr lang="ko-KR" altLang="ko-KR" dirty="0"/>
              <a:t>        </a:t>
            </a:r>
            <a:r>
              <a:rPr lang="ko-KR" altLang="ko-KR" dirty="0" err="1"/>
              <a:t>return</a:t>
            </a:r>
            <a:r>
              <a:rPr lang="ko-KR" altLang="ko-KR" dirty="0"/>
              <a:t> {</a:t>
            </a:r>
          </a:p>
          <a:p>
            <a:r>
              <a:rPr lang="ko-KR" altLang="ko-KR" dirty="0"/>
              <a:t>            "</a:t>
            </a:r>
            <a:r>
              <a:rPr lang="ko-KR" altLang="ko-KR" dirty="0" err="1"/>
              <a:t>message</a:t>
            </a:r>
            <a:r>
              <a:rPr lang="ko-KR" altLang="ko-KR" dirty="0"/>
              <a:t>": "해당 사용자를 찾을 수 없습니다."</a:t>
            </a:r>
          </a:p>
          <a:p>
            <a:r>
              <a:rPr lang="ko-KR" altLang="ko-KR" dirty="0"/>
              <a:t>        }</a:t>
            </a:r>
          </a:p>
          <a:p>
            <a:r>
              <a:rPr lang="ko-KR" altLang="ko-KR" dirty="0"/>
              <a:t>    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return</a:t>
            </a:r>
            <a:r>
              <a:rPr lang="ko-KR" altLang="ko-KR" dirty="0"/>
              <a:t> {</a:t>
            </a:r>
          </a:p>
          <a:p>
            <a:r>
              <a:rPr lang="ko-KR" altLang="ko-KR" dirty="0"/>
              <a:t>        "</a:t>
            </a:r>
            <a:r>
              <a:rPr lang="ko-KR" altLang="ko-KR" dirty="0" err="1"/>
              <a:t>message</a:t>
            </a:r>
            <a:r>
              <a:rPr lang="ko-KR" altLang="ko-KR" dirty="0"/>
              <a:t>": "사용자 정보가 삭제되었습니다.",</a:t>
            </a:r>
          </a:p>
          <a:p>
            <a:r>
              <a:rPr lang="ko-KR" altLang="ko-KR" dirty="0"/>
              <a:t>        "</a:t>
            </a:r>
            <a:r>
              <a:rPr lang="ko-KR" altLang="ko-KR" dirty="0" err="1"/>
              <a:t>user</a:t>
            </a:r>
            <a:r>
              <a:rPr lang="ko-KR" altLang="ko-KR" dirty="0"/>
              <a:t>": </a:t>
            </a:r>
            <a:r>
              <a:rPr lang="ko-KR" altLang="ko-KR" dirty="0" err="1"/>
              <a:t>user</a:t>
            </a:r>
            <a:endParaRPr lang="ko-KR" altLang="ko-KR" dirty="0"/>
          </a:p>
          <a:p>
            <a:r>
              <a:rPr lang="ko-KR" altLang="ko-KR" dirty="0"/>
              <a:t>    }</a:t>
            </a:r>
          </a:p>
          <a:p>
            <a:br>
              <a:rPr lang="ko-KR" altLang="ko-KR" dirty="0"/>
            </a:br>
            <a:endParaRPr lang="ko-KR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94EBA72-A0A0-347B-769F-DB1044FA40AA}"/>
              </a:ext>
            </a:extLst>
          </p:cNvPr>
          <p:cNvSpPr/>
          <p:nvPr/>
        </p:nvSpPr>
        <p:spPr>
          <a:xfrm>
            <a:off x="7262123" y="946003"/>
            <a:ext cx="2572342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 err="1"/>
              <a:t>usersController</a:t>
            </a:r>
            <a:r>
              <a:rPr lang="en-US" altLang="ko-KR" dirty="0"/>
              <a:t>.py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7AABBA5-45AA-6366-5C74-DF8A08C1C6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569" y="1046800"/>
            <a:ext cx="2277600" cy="49693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978FC600-D0B1-7FD8-1E84-57C45BC887DC}"/>
              </a:ext>
            </a:extLst>
          </p:cNvPr>
          <p:cNvSpPr/>
          <p:nvPr/>
        </p:nvSpPr>
        <p:spPr>
          <a:xfrm>
            <a:off x="422200" y="3778898"/>
            <a:ext cx="2032460" cy="32657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431723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CAF36-C41E-880B-B897-1FAD241DB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19283E41-AE07-0CE8-5B42-C55E4C018292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0FEC81D2-ED48-77CD-853C-E56429565EBC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41F77F6-C94E-B9FC-18EC-03B3E341BD80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20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0D1556-FC01-C3C4-4A69-0AA96DB2E79E}"/>
              </a:ext>
            </a:extLst>
          </p:cNvPr>
          <p:cNvSpPr txBox="1"/>
          <p:nvPr/>
        </p:nvSpPr>
        <p:spPr>
          <a:xfrm>
            <a:off x="3406804" y="3465259"/>
            <a:ext cx="5378395" cy="153888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5400" b="1" dirty="0"/>
              <a:t>SQLite Browser</a:t>
            </a:r>
            <a:br>
              <a:rPr lang="en-US" altLang="ko-KR" sz="5400" b="1" dirty="0"/>
            </a:br>
            <a:r>
              <a:rPr lang="en-US" altLang="ko-KR" sz="4000" b="1" dirty="0"/>
              <a:t> (</a:t>
            </a:r>
            <a:r>
              <a:rPr lang="ko-KR" altLang="en-US" sz="4000" b="1" dirty="0"/>
              <a:t>프로그램</a:t>
            </a:r>
            <a:r>
              <a:rPr lang="en-US" altLang="ko-KR" sz="4000" b="1" dirty="0"/>
              <a:t>)</a:t>
            </a:r>
            <a:endParaRPr lang="ko-KR" altLang="en-US" sz="5400" b="1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D153CC2C-F3C5-83C3-20DC-DE6F8C7F1144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7BF6BA29-C342-71DC-E89E-6F88E00DA451}"/>
              </a:ext>
            </a:extLst>
          </p:cNvPr>
          <p:cNvSpPr txBox="1"/>
          <p:nvPr/>
        </p:nvSpPr>
        <p:spPr>
          <a:xfrm>
            <a:off x="3406803" y="2354916"/>
            <a:ext cx="5378395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5400" b="1" dirty="0"/>
              <a:t>Database </a:t>
            </a:r>
            <a:r>
              <a:rPr lang="ko-KR" altLang="en-US" sz="5400" b="1" dirty="0"/>
              <a:t>생성</a:t>
            </a:r>
          </a:p>
        </p:txBody>
      </p:sp>
    </p:spTree>
    <p:extLst>
      <p:ext uri="{BB962C8B-B14F-4D97-AF65-F5344CB8AC3E}">
        <p14:creationId xmlns:p14="http://schemas.microsoft.com/office/powerpoint/2010/main" val="3442283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56377-3F28-8457-076E-563324391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C90F1A74-12A2-D4BA-DCCB-5F319F77CF24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6D85A886-02CC-4F3E-FC4D-0BF03BE97C2D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B26B102-5AF4-A6B4-9091-A530B83E626A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4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1B6582CB-9151-DDED-9CA3-186411F4FA7F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89EA9A8-0905-AA23-DDF4-BA83443AE86F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ORM(Object Relational Mapping)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이란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A67F605-8E12-3E31-F7B0-DD9945DD25A9}"/>
              </a:ext>
            </a:extLst>
          </p:cNvPr>
          <p:cNvSpPr/>
          <p:nvPr/>
        </p:nvSpPr>
        <p:spPr>
          <a:xfrm>
            <a:off x="416358" y="3079899"/>
            <a:ext cx="10937442" cy="10605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객체</a:t>
            </a:r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(Object)</a:t>
            </a:r>
            <a:r>
              <a:rPr lang="ko-KR" altLang="en-US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와 </a:t>
            </a:r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DB</a:t>
            </a:r>
            <a:r>
              <a:rPr lang="ko-KR" altLang="en-US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의 테이블을 자동으로 연결</a:t>
            </a:r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(Mapping)</a:t>
            </a:r>
            <a:r>
              <a:rPr lang="ko-KR" altLang="en-US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시켜 </a:t>
            </a:r>
            <a:br>
              <a:rPr lang="ko-KR" altLang="en-US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RDB </a:t>
            </a:r>
            <a:r>
              <a:rPr lang="ko-KR" altLang="en-US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테이블을 객체 지향적으로 사용하게 해주는 기술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831623C-D8B9-933E-00AF-029CE64175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2698" y="1457450"/>
            <a:ext cx="4164761" cy="1410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F55A468-3E32-C65B-3CFD-B7281733CD81}"/>
              </a:ext>
            </a:extLst>
          </p:cNvPr>
          <p:cNvSpPr txBox="1"/>
          <p:nvPr/>
        </p:nvSpPr>
        <p:spPr>
          <a:xfrm>
            <a:off x="2928668" y="4381376"/>
            <a:ext cx="618513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0" i="0" dirty="0">
                <a:solidFill>
                  <a:srgbClr val="242424"/>
                </a:solidFill>
                <a:effectLst/>
                <a:latin typeface="source-serif-pro"/>
              </a:rPr>
              <a:t>다만</a:t>
            </a:r>
            <a:r>
              <a:rPr lang="en-US" altLang="ko-KR" b="0" i="0" dirty="0">
                <a:solidFill>
                  <a:srgbClr val="242424"/>
                </a:solidFill>
                <a:effectLst/>
                <a:latin typeface="source-serif-pro"/>
              </a:rPr>
              <a:t>, ORM</a:t>
            </a:r>
            <a:r>
              <a:rPr lang="ko-KR" altLang="en-US" b="0" i="0" dirty="0">
                <a:solidFill>
                  <a:srgbClr val="242424"/>
                </a:solidFill>
                <a:effectLst/>
                <a:latin typeface="source-serif-pro"/>
              </a:rPr>
              <a:t>만으로는 </a:t>
            </a:r>
            <a:r>
              <a:rPr lang="en-US" altLang="ko-KR" b="0" i="0" dirty="0">
                <a:solidFill>
                  <a:srgbClr val="242424"/>
                </a:solidFill>
                <a:effectLst/>
                <a:latin typeface="source-serif-pro"/>
              </a:rPr>
              <a:t>SQL</a:t>
            </a:r>
            <a:r>
              <a:rPr lang="ko-KR" altLang="en-US" b="0" i="0" dirty="0">
                <a:solidFill>
                  <a:srgbClr val="242424"/>
                </a:solidFill>
                <a:effectLst/>
                <a:latin typeface="source-serif-pro"/>
              </a:rPr>
              <a:t>의 모든 부분을 다루기가 어려움</a:t>
            </a:r>
            <a:endParaRPr lang="en-US" altLang="ko-KR" b="0" i="0" dirty="0">
              <a:solidFill>
                <a:srgbClr val="242424"/>
              </a:solidFill>
              <a:effectLst/>
              <a:latin typeface="source-serif-pro"/>
            </a:endParaRPr>
          </a:p>
          <a:p>
            <a:endParaRPr lang="en-US" altLang="ko-KR" dirty="0">
              <a:solidFill>
                <a:srgbClr val="242424"/>
              </a:solidFill>
              <a:latin typeface="source-serif-pro"/>
            </a:endParaRPr>
          </a:p>
          <a:p>
            <a:r>
              <a:rPr lang="ko-KR" altLang="en-US" b="0" i="0" dirty="0" err="1">
                <a:solidFill>
                  <a:srgbClr val="242424"/>
                </a:solidFill>
                <a:effectLst/>
                <a:latin typeface="source-serif-pro"/>
              </a:rPr>
              <a:t>백엔드</a:t>
            </a:r>
            <a:r>
              <a:rPr lang="ko-KR" altLang="en-US" b="0" i="0" dirty="0">
                <a:solidFill>
                  <a:srgbClr val="242424"/>
                </a:solidFill>
                <a:effectLst/>
                <a:latin typeface="source-serif-pro"/>
              </a:rPr>
              <a:t> 개발 시 </a:t>
            </a:r>
            <a:r>
              <a:rPr lang="en-US" altLang="ko-KR" b="0" i="0" dirty="0">
                <a:solidFill>
                  <a:srgbClr val="242424"/>
                </a:solidFill>
                <a:effectLst/>
                <a:latin typeface="source-serif-pro"/>
              </a:rPr>
              <a:t>SQL </a:t>
            </a:r>
            <a:r>
              <a:rPr lang="ko-KR" altLang="en-US" b="0" i="0" dirty="0">
                <a:solidFill>
                  <a:srgbClr val="242424"/>
                </a:solidFill>
                <a:effectLst/>
                <a:latin typeface="source-serif-pro"/>
              </a:rPr>
              <a:t>쿼리에 대한 지식과 경험이 바탕이 되어야 </a:t>
            </a:r>
            <a:br>
              <a:rPr lang="en-US" altLang="ko-KR" b="0" i="0" dirty="0">
                <a:solidFill>
                  <a:srgbClr val="242424"/>
                </a:solidFill>
                <a:effectLst/>
                <a:latin typeface="source-serif-pro"/>
              </a:rPr>
            </a:br>
            <a:r>
              <a:rPr lang="ko-KR" altLang="en-US" b="0" i="0" dirty="0">
                <a:solidFill>
                  <a:srgbClr val="242424"/>
                </a:solidFill>
                <a:effectLst/>
                <a:latin typeface="source-serif-pro"/>
              </a:rPr>
              <a:t>더 효과적인 </a:t>
            </a:r>
            <a:r>
              <a:rPr lang="ko-KR" altLang="en-US" b="0" i="0" dirty="0" err="1">
                <a:solidFill>
                  <a:srgbClr val="242424"/>
                </a:solidFill>
                <a:effectLst/>
                <a:latin typeface="source-serif-pro"/>
              </a:rPr>
              <a:t>백엔드</a:t>
            </a:r>
            <a:r>
              <a:rPr lang="ko-KR" altLang="en-US" b="0" i="0" dirty="0">
                <a:solidFill>
                  <a:srgbClr val="242424"/>
                </a:solidFill>
                <a:effectLst/>
                <a:latin typeface="source-serif-pro"/>
              </a:rPr>
              <a:t> 개발이 가능하다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54573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74040-BCCB-E0A7-5DA4-D94C4BB70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810FB010-1C3F-E01D-5C7B-26910E35F699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13BF363B-F546-B1EA-C168-71402E8577F3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DA5C4173-1812-0A2B-7535-2D39706DEB46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1A4A920-4C81-7F12-5E61-6DB53ED9AFBD}"/>
              </a:ext>
            </a:extLst>
          </p:cNvPr>
          <p:cNvSpPr txBox="1"/>
          <p:nvPr/>
        </p:nvSpPr>
        <p:spPr>
          <a:xfrm>
            <a:off x="982511" y="203587"/>
            <a:ext cx="8130232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DB Browser for SQLite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다운로드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C32C490-7241-51A7-8E8A-AC66697657CD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20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C28FED7-91A3-39F4-155A-DB0F685F56D5}"/>
              </a:ext>
            </a:extLst>
          </p:cNvPr>
          <p:cNvSpPr/>
          <p:nvPr/>
        </p:nvSpPr>
        <p:spPr>
          <a:xfrm>
            <a:off x="416357" y="1195146"/>
            <a:ext cx="11126061" cy="683985"/>
          </a:xfrm>
          <a:prstGeom prst="rect">
            <a:avLst/>
          </a:prstGeom>
          <a:solidFill>
            <a:schemeClr val="accent6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https://sqlitebrowser.org/dl/</a:t>
            </a:r>
            <a:endParaRPr lang="ko-KR" altLang="en-US" sz="2000" spc="-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AAB9FC6-E8A7-CBA1-187D-A4DB861291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356" y="1979803"/>
            <a:ext cx="5545137" cy="467461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FF0088F-BF41-6644-45A9-A1DB65063BFF}"/>
              </a:ext>
            </a:extLst>
          </p:cNvPr>
          <p:cNvSpPr/>
          <p:nvPr/>
        </p:nvSpPr>
        <p:spPr>
          <a:xfrm>
            <a:off x="1782940" y="1979803"/>
            <a:ext cx="641478" cy="39428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651F6D8-D789-BC6C-821C-8E90693BC7AD}"/>
              </a:ext>
            </a:extLst>
          </p:cNvPr>
          <p:cNvSpPr/>
          <p:nvPr/>
        </p:nvSpPr>
        <p:spPr>
          <a:xfrm>
            <a:off x="793038" y="6260132"/>
            <a:ext cx="2579335" cy="39428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1253536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59C0B-6120-124F-53E7-3F7144203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E259879A-159F-28E3-2713-E49E53CDFB65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DB800568-B440-ADD5-477B-35ECF7F9E2A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17BCD5E-252C-B94D-6781-F68B0495B36F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9225452-2F9A-4870-7BE5-96732152AC51}"/>
              </a:ext>
            </a:extLst>
          </p:cNvPr>
          <p:cNvSpPr txBox="1"/>
          <p:nvPr/>
        </p:nvSpPr>
        <p:spPr>
          <a:xfrm>
            <a:off x="982511" y="203587"/>
            <a:ext cx="8130232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csv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파일 불러오기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5985C0-8EFD-51BB-F6D5-5C4F2FF1F147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20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934188B-E554-D1AE-BC96-3BD36286A3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2479" y="1528026"/>
            <a:ext cx="5505617" cy="3753506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45D2D409-4933-72AE-47A4-2AC1DAF3B7ED}"/>
              </a:ext>
            </a:extLst>
          </p:cNvPr>
          <p:cNvSpPr/>
          <p:nvPr/>
        </p:nvSpPr>
        <p:spPr>
          <a:xfrm>
            <a:off x="538480" y="1035654"/>
            <a:ext cx="17652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b="1" dirty="0"/>
              <a:t>1. </a:t>
            </a:r>
            <a:r>
              <a:rPr lang="ko-KR" altLang="en-US" b="1" dirty="0"/>
              <a:t>프로그램 클릭</a:t>
            </a:r>
            <a:endParaRPr lang="ko-KR" altLang="en-US" b="0" i="0" dirty="0">
              <a:effectLst/>
              <a:latin typeface="Noto Sans KR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2A723786-F184-C951-9529-E52826008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528026"/>
            <a:ext cx="5505617" cy="3817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DC08FA38-A1E9-4AF3-41DE-B70FA06890ED}"/>
              </a:ext>
            </a:extLst>
          </p:cNvPr>
          <p:cNvSpPr/>
          <p:nvPr/>
        </p:nvSpPr>
        <p:spPr>
          <a:xfrm>
            <a:off x="6096000" y="1035654"/>
            <a:ext cx="221406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b="1" dirty="0"/>
              <a:t>2. csv</a:t>
            </a:r>
            <a:r>
              <a:rPr lang="ko-KR" altLang="en-US" b="1" dirty="0"/>
              <a:t> 파일 불러오기</a:t>
            </a:r>
            <a:endParaRPr lang="ko-KR" altLang="en-US" b="0" i="0" dirty="0">
              <a:effectLst/>
              <a:latin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3815412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A98E2-901D-6B3F-35E0-62B9634EA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715C2C5C-A41E-4698-6533-7FFB2FE7961A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7AEB6057-B362-4B43-C523-40114DDC530B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DB169AC2-1F98-644C-29C3-EB0A76F64C39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59B42B6-009D-DA18-F05F-5A5D1DCEF9B8}"/>
              </a:ext>
            </a:extLst>
          </p:cNvPr>
          <p:cNvSpPr txBox="1"/>
          <p:nvPr/>
        </p:nvSpPr>
        <p:spPr>
          <a:xfrm>
            <a:off x="982511" y="203587"/>
            <a:ext cx="8130232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csv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파일 불러오기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3DDC54-60EF-0B57-FFB7-65D0CE62F782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20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0F1AD63-BA1F-E6A2-45A0-A0FABA0AF43F}"/>
              </a:ext>
            </a:extLst>
          </p:cNvPr>
          <p:cNvSpPr/>
          <p:nvPr/>
        </p:nvSpPr>
        <p:spPr>
          <a:xfrm>
            <a:off x="538480" y="1035654"/>
            <a:ext cx="40302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b="1" dirty="0"/>
              <a:t>3. </a:t>
            </a:r>
            <a:r>
              <a:rPr lang="ko-KR" altLang="en-US" b="1" dirty="0"/>
              <a:t>테이블 이름은 </a:t>
            </a:r>
            <a:r>
              <a:rPr lang="en-US" altLang="ko-KR" b="1" dirty="0"/>
              <a:t>table</a:t>
            </a:r>
            <a:r>
              <a:rPr lang="ko-KR" altLang="en-US" b="1" dirty="0"/>
              <a:t>명과 동일해야 함</a:t>
            </a:r>
            <a:r>
              <a:rPr lang="en-US" altLang="ko-KR" b="1" dirty="0"/>
              <a:t>.</a:t>
            </a:r>
            <a:endParaRPr lang="ko-KR" altLang="en-US" b="0" i="0" dirty="0">
              <a:effectLst/>
              <a:latin typeface="Noto Sans KR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CDC9404-5BF4-311B-C26A-EF08E410BECC}"/>
              </a:ext>
            </a:extLst>
          </p:cNvPr>
          <p:cNvSpPr/>
          <p:nvPr/>
        </p:nvSpPr>
        <p:spPr>
          <a:xfrm>
            <a:off x="6096000" y="1035654"/>
            <a:ext cx="26693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b="1" dirty="0"/>
              <a:t>4. </a:t>
            </a:r>
            <a:r>
              <a:rPr lang="ko-KR" altLang="en-US" b="1" dirty="0"/>
              <a:t>변경사항 저장하기 클릭</a:t>
            </a:r>
            <a:endParaRPr lang="ko-KR" altLang="en-US" b="0" i="0" dirty="0">
              <a:effectLst/>
              <a:latin typeface="Noto Sans KR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E4EA8F6-F19F-EEA9-16B8-225B30579F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" y="1569957"/>
            <a:ext cx="4951811" cy="470045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BF2E3E1D-5F57-9FA4-A47B-B29FD6967B7F}"/>
              </a:ext>
            </a:extLst>
          </p:cNvPr>
          <p:cNvSpPr/>
          <p:nvPr/>
        </p:nvSpPr>
        <p:spPr>
          <a:xfrm>
            <a:off x="1472548" y="1788800"/>
            <a:ext cx="1614602" cy="18261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D2D2116-970B-DA8F-E0F5-FF35605B81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158" y="1569957"/>
            <a:ext cx="5882295" cy="3863084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B3F71AE5-CB5B-D9FA-93A3-546DC48665D2}"/>
              </a:ext>
            </a:extLst>
          </p:cNvPr>
          <p:cNvSpPr/>
          <p:nvPr/>
        </p:nvSpPr>
        <p:spPr>
          <a:xfrm>
            <a:off x="7697179" y="1854939"/>
            <a:ext cx="935093" cy="22415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1546000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C6770-A384-771B-F09E-0E1EA17AB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991B967A-DD4E-182F-01D5-C29C652546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6499" y="1979803"/>
            <a:ext cx="7585775" cy="4760009"/>
          </a:xfrm>
          <a:prstGeom prst="rect">
            <a:avLst/>
          </a:prstGeom>
        </p:spPr>
      </p:pic>
      <p:sp>
        <p:nvSpPr>
          <p:cNvPr id="78" name="직사각형 77">
            <a:extLst>
              <a:ext uri="{FF2B5EF4-FFF2-40B4-BE49-F238E27FC236}">
                <a16:creationId xmlns:a16="http://schemas.microsoft.com/office/drawing/2014/main" id="{EA651772-20FE-FE15-977F-00208612932C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7A620AC2-3E55-AD22-6832-D53B23F69803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292A3728-2029-989F-24BE-A6D366199301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16B31F8-2C6B-90D2-41A4-71C14167B2DD}"/>
              </a:ext>
            </a:extLst>
          </p:cNvPr>
          <p:cNvSpPr txBox="1"/>
          <p:nvPr/>
        </p:nvSpPr>
        <p:spPr>
          <a:xfrm>
            <a:off x="982511" y="203587"/>
            <a:ext cx="8130232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모카루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–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데이터 파일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B970132-10CF-EEBE-1115-A4A20D7B450A}"/>
              </a:ext>
            </a:extLst>
          </p:cNvPr>
          <p:cNvSpPr txBox="1"/>
          <p:nvPr/>
        </p:nvSpPr>
        <p:spPr>
          <a:xfrm>
            <a:off x="111760" y="81617"/>
            <a:ext cx="4235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*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4EA888E-BFCC-C948-F186-1ABC18B9E781}"/>
              </a:ext>
            </a:extLst>
          </p:cNvPr>
          <p:cNvSpPr/>
          <p:nvPr/>
        </p:nvSpPr>
        <p:spPr>
          <a:xfrm>
            <a:off x="416357" y="1195146"/>
            <a:ext cx="11126061" cy="683985"/>
          </a:xfrm>
          <a:prstGeom prst="rect">
            <a:avLst/>
          </a:prstGeom>
          <a:solidFill>
            <a:schemeClr val="accent6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https://www.mockaroo.com/</a:t>
            </a:r>
            <a:endParaRPr lang="ko-KR" altLang="en-US" sz="2000" spc="-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52D18A5-1506-99AE-378F-9ED59D8BA0C9}"/>
              </a:ext>
            </a:extLst>
          </p:cNvPr>
          <p:cNvSpPr/>
          <p:nvPr/>
        </p:nvSpPr>
        <p:spPr>
          <a:xfrm>
            <a:off x="2186499" y="3332742"/>
            <a:ext cx="4652840" cy="174311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E52A6E1-DEF7-31F2-4BA1-96B56567599F}"/>
              </a:ext>
            </a:extLst>
          </p:cNvPr>
          <p:cNvSpPr/>
          <p:nvPr/>
        </p:nvSpPr>
        <p:spPr>
          <a:xfrm>
            <a:off x="4072302" y="6428083"/>
            <a:ext cx="854261" cy="39428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866777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45319-6A4B-5BD6-22BD-2ED3D146F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A18729F1-618E-3858-7EA0-2A670895FAD8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4F658FAF-97D3-04F4-089C-738620D7DF6D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827A7C4-EC95-354F-A51E-92FDBF422E19}"/>
              </a:ext>
            </a:extLst>
          </p:cNvPr>
          <p:cNvSpPr txBox="1"/>
          <p:nvPr/>
        </p:nvSpPr>
        <p:spPr>
          <a:xfrm>
            <a:off x="743519" y="203587"/>
            <a:ext cx="8251192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Json Placeholder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연결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3DB5F2D-8BEC-36C0-67EC-5C3FED98DC2B}"/>
              </a:ext>
            </a:extLst>
          </p:cNvPr>
          <p:cNvSpPr txBox="1"/>
          <p:nvPr/>
        </p:nvSpPr>
        <p:spPr>
          <a:xfrm>
            <a:off x="111760" y="81617"/>
            <a:ext cx="4235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*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8F766112-6610-A99E-BA04-88E21A229A68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직사각형 5">
            <a:extLst>
              <a:ext uri="{FF2B5EF4-FFF2-40B4-BE49-F238E27FC236}">
                <a16:creationId xmlns:a16="http://schemas.microsoft.com/office/drawing/2014/main" id="{B9075485-73AA-2DB4-9EC2-731D4CB1C61B}"/>
              </a:ext>
            </a:extLst>
          </p:cNvPr>
          <p:cNvSpPr/>
          <p:nvPr/>
        </p:nvSpPr>
        <p:spPr>
          <a:xfrm>
            <a:off x="416358" y="1038041"/>
            <a:ext cx="10937442" cy="615552"/>
          </a:xfrm>
          <a:prstGeom prst="rect">
            <a:avLst/>
          </a:prstGeom>
          <a:solidFill>
            <a:schemeClr val="accent6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pc="-150" dirty="0">
                <a:solidFill>
                  <a:schemeClr val="tx1">
                    <a:lumMod val="75000"/>
                    <a:lumOff val="25000"/>
                  </a:schemeClr>
                </a:solidFill>
                <a:hlinkClick r:id="rId2"/>
              </a:rPr>
              <a:t>https://jsonplaceholder.typicode.com/</a:t>
            </a:r>
            <a:endParaRPr lang="en-US" altLang="ko-KR" spc="-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BE77B8-00B5-E17E-5D33-42243FF158A5}"/>
              </a:ext>
            </a:extLst>
          </p:cNvPr>
          <p:cNvSpPr txBox="1"/>
          <p:nvPr/>
        </p:nvSpPr>
        <p:spPr>
          <a:xfrm>
            <a:off x="416359" y="1921549"/>
            <a:ext cx="394303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50"/>
              </a:spcBef>
              <a:spcAft>
                <a:spcPts val="750"/>
              </a:spcAft>
            </a:pPr>
            <a:r>
              <a:rPr lang="en-US" altLang="ko-KR" dirty="0">
                <a:solidFill>
                  <a:srgbClr val="000000"/>
                </a:solidFill>
                <a:latin typeface="nanumsquare" panose="020B0600000101010101" pitchFamily="50" charset="-127"/>
                <a:ea typeface="nanumsquare" panose="020B0600000101010101" pitchFamily="50" charset="-127"/>
              </a:rPr>
              <a:t>1.Json Placeholder </a:t>
            </a:r>
            <a:r>
              <a:rPr lang="ko-KR" altLang="en-US" dirty="0">
                <a:solidFill>
                  <a:srgbClr val="000000"/>
                </a:solidFill>
                <a:latin typeface="nanumsquare" panose="020B0600000101010101" pitchFamily="50" charset="-127"/>
                <a:ea typeface="nanumsquare" panose="020B0600000101010101" pitchFamily="50" charset="-127"/>
              </a:rPr>
              <a:t>연결</a:t>
            </a:r>
            <a:br>
              <a:rPr lang="en-US" altLang="ko-KR" dirty="0">
                <a:solidFill>
                  <a:srgbClr val="000000"/>
                </a:solidFill>
                <a:latin typeface="nanumsquare" panose="020B0600000101010101" pitchFamily="50" charset="-127"/>
                <a:ea typeface="nanumsquare" panose="020B0600000101010101" pitchFamily="50" charset="-127"/>
              </a:rPr>
            </a:br>
            <a:endParaRPr lang="en-US" altLang="ko-KR" dirty="0">
              <a:solidFill>
                <a:srgbClr val="000000"/>
              </a:solidFill>
              <a:latin typeface="nanumsquare" panose="020B0600000101010101" pitchFamily="50" charset="-127"/>
              <a:ea typeface="nanumsquare" panose="020B0600000101010101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C74292-3A27-4E1B-1CFB-2D64310BAE39}"/>
              </a:ext>
            </a:extLst>
          </p:cNvPr>
          <p:cNvSpPr txBox="1"/>
          <p:nvPr/>
        </p:nvSpPr>
        <p:spPr>
          <a:xfrm>
            <a:off x="4531158" y="1921549"/>
            <a:ext cx="682264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l">
              <a:spcBef>
                <a:spcPts val="750"/>
              </a:spcBef>
              <a:spcAft>
                <a:spcPts val="750"/>
              </a:spcAft>
            </a:pPr>
            <a:r>
              <a:rPr lang="ko-KR" altLang="en-US" dirty="0">
                <a:solidFill>
                  <a:srgbClr val="000000"/>
                </a:solidFill>
                <a:latin typeface="nanumsquare" panose="020B0600000101010101" pitchFamily="50" charset="-127"/>
                <a:ea typeface="nanumsquare" panose="020B0600000101010101" pitchFamily="50" charset="-127"/>
              </a:rPr>
              <a:t>링크 주소 </a:t>
            </a:r>
            <a:r>
              <a:rPr lang="en-US" altLang="ko-KR" dirty="0">
                <a:solidFill>
                  <a:srgbClr val="000000"/>
                </a:solidFill>
                <a:latin typeface="nanumsquare" panose="020B0600000101010101" pitchFamily="50" charset="-127"/>
                <a:ea typeface="nanumsquare" panose="020B0600000101010101" pitchFamily="50" charset="-127"/>
              </a:rPr>
              <a:t>: </a:t>
            </a:r>
            <a:r>
              <a:rPr lang="en-US" altLang="ko-KR" dirty="0">
                <a:solidFill>
                  <a:srgbClr val="000000"/>
                </a:solidFill>
                <a:latin typeface="nanumsquare" panose="020B0600000101010101" pitchFamily="50" charset="-127"/>
                <a:ea typeface="nanumsquare" panose="020B0600000101010101" pitchFamily="50" charset="-127"/>
                <a:hlinkClick r:id="rId3"/>
              </a:rPr>
              <a:t>https://jsonplaceholder.typicode.com/users</a:t>
            </a:r>
            <a:br>
              <a:rPr lang="en-US" altLang="ko-KR" dirty="0">
                <a:solidFill>
                  <a:srgbClr val="000000"/>
                </a:solidFill>
                <a:latin typeface="nanumsquare" panose="020B0600000101010101" pitchFamily="50" charset="-127"/>
                <a:ea typeface="nanumsquare" panose="020B0600000101010101" pitchFamily="50" charset="-127"/>
              </a:rPr>
            </a:br>
            <a:r>
              <a:rPr lang="ko-KR" altLang="en-US" dirty="0">
                <a:solidFill>
                  <a:srgbClr val="000000"/>
                </a:solidFill>
                <a:latin typeface="nanumsquare" panose="020B0600000101010101" pitchFamily="50" charset="-127"/>
                <a:ea typeface="nanumsquare" panose="020B0600000101010101" pitchFamily="50" charset="-127"/>
              </a:rPr>
              <a:t>보내면 더미 회원정보를 가져옴</a:t>
            </a:r>
            <a:r>
              <a:rPr lang="en-US" altLang="ko-KR" dirty="0">
                <a:solidFill>
                  <a:srgbClr val="000000"/>
                </a:solidFill>
                <a:latin typeface="nanumsquare" panose="020B0600000101010101" pitchFamily="50" charset="-127"/>
                <a:ea typeface="nanumsquare" panose="020B0600000101010101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170373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693F7-14BA-FA83-5B72-C9F6BD73A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CFD25691-E4C4-AE8A-97AE-7AC8BEEA1C85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A2DEACE6-82D4-5A29-48C6-C879A8871D90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99AF596-4C75-FA00-3A3E-6F29694A2C97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16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57E17C-B7A6-ACF6-4A89-5F9456188B1A}"/>
              </a:ext>
            </a:extLst>
          </p:cNvPr>
          <p:cNvSpPr txBox="1"/>
          <p:nvPr/>
        </p:nvSpPr>
        <p:spPr>
          <a:xfrm>
            <a:off x="3600765" y="2980067"/>
            <a:ext cx="499047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/>
              <a:t>공공데이터 출력 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A85523DE-E67F-72E4-528C-8DE8662B76C0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25482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80EB46-A41F-42D1-925C-1E1D34396238}"/>
              </a:ext>
            </a:extLst>
          </p:cNvPr>
          <p:cNvSpPr txBox="1"/>
          <p:nvPr/>
        </p:nvSpPr>
        <p:spPr>
          <a:xfrm>
            <a:off x="948528" y="227654"/>
            <a:ext cx="873527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공공데이터 출력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1 </a:t>
            </a:r>
            <a:endParaRPr lang="ko-KR" altLang="en-US" sz="3300" spc="-300" dirty="0">
              <a:solidFill>
                <a:schemeClr val="tx1">
                  <a:lumMod val="85000"/>
                  <a:lumOff val="15000"/>
                </a:schemeClr>
              </a:solidFill>
              <a:highlight>
                <a:srgbClr val="FFFF00"/>
              </a:highlight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75297CD-9753-4A7F-A617-C272413A0538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16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74B1E6-0CBD-47FF-9E1A-807CBFBAA370}"/>
              </a:ext>
            </a:extLst>
          </p:cNvPr>
          <p:cNvSpPr/>
          <p:nvPr/>
        </p:nvSpPr>
        <p:spPr>
          <a:xfrm>
            <a:off x="36422" y="979221"/>
            <a:ext cx="6020429" cy="587877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sz="1100" dirty="0"/>
              <a:t># </a:t>
            </a:r>
            <a:r>
              <a:rPr lang="ko-KR" altLang="en-US" sz="1100" dirty="0"/>
              <a:t>공공데이터 라이브러리 </a:t>
            </a:r>
            <a:r>
              <a:rPr lang="en-US" altLang="ko-KR" sz="1100" dirty="0"/>
              <a:t>import</a:t>
            </a:r>
          </a:p>
          <a:p>
            <a:r>
              <a:rPr lang="en-US" altLang="ko-KR" sz="1100" dirty="0"/>
              <a:t>import requests</a:t>
            </a:r>
          </a:p>
          <a:p>
            <a:r>
              <a:rPr lang="en-US" altLang="ko-KR" sz="1100" dirty="0"/>
              <a:t>import </a:t>
            </a:r>
            <a:r>
              <a:rPr lang="en-US" altLang="ko-KR" sz="1100" dirty="0" err="1"/>
              <a:t>pprint</a:t>
            </a:r>
            <a:endParaRPr lang="en-US" altLang="ko-KR" sz="1100" dirty="0"/>
          </a:p>
          <a:p>
            <a:r>
              <a:rPr lang="en-US" altLang="ko-KR" sz="1100" dirty="0"/>
              <a:t>import json</a:t>
            </a:r>
          </a:p>
          <a:p>
            <a:endParaRPr lang="en-US" altLang="ko-KR" sz="1200" dirty="0"/>
          </a:p>
          <a:p>
            <a:r>
              <a:rPr lang="en-US" altLang="ko-KR" sz="1200" dirty="0"/>
              <a:t>### </a:t>
            </a:r>
            <a:r>
              <a:rPr lang="ko-KR" altLang="en-US" sz="1200" dirty="0"/>
              <a:t>전역변수</a:t>
            </a:r>
          </a:p>
          <a:p>
            <a:r>
              <a:rPr lang="en-US" altLang="ko-KR" sz="1200" dirty="0" err="1"/>
              <a:t>dlist</a:t>
            </a:r>
            <a:r>
              <a:rPr lang="en-US" altLang="ko-KR" sz="1200" dirty="0"/>
              <a:t> = []</a:t>
            </a:r>
          </a:p>
          <a:p>
            <a:endParaRPr lang="en-US" altLang="ko-KR" sz="1100" dirty="0"/>
          </a:p>
          <a:p>
            <a:r>
              <a:rPr lang="en-US" altLang="ko-KR" sz="1400" dirty="0"/>
              <a:t># </a:t>
            </a:r>
            <a:r>
              <a:rPr lang="ko-KR" altLang="en-US" sz="1400" dirty="0"/>
              <a:t>공공데이터 리스트</a:t>
            </a:r>
          </a:p>
          <a:p>
            <a:r>
              <a:rPr lang="en-US" altLang="ko-KR" sz="1400" dirty="0"/>
              <a:t>def list(request):</a:t>
            </a:r>
          </a:p>
          <a:p>
            <a:r>
              <a:rPr lang="en-US" altLang="ko-KR" sz="1400" dirty="0"/>
              <a:t>    global </a:t>
            </a:r>
            <a:r>
              <a:rPr lang="en-US" altLang="ko-KR" sz="1400" dirty="0" err="1"/>
              <a:t>dlist</a:t>
            </a:r>
            <a:endParaRPr lang="en-US" altLang="ko-KR" sz="1400" dirty="0"/>
          </a:p>
          <a:p>
            <a:r>
              <a:rPr lang="en-US" altLang="ko-KR" sz="1400" dirty="0"/>
              <a:t>    </a:t>
            </a:r>
            <a:r>
              <a:rPr lang="en-US" altLang="ko-KR" sz="1400" dirty="0" err="1"/>
              <a:t>dlist</a:t>
            </a:r>
            <a:r>
              <a:rPr lang="en-US" altLang="ko-KR" sz="1400" dirty="0"/>
              <a:t> = </a:t>
            </a:r>
            <a:r>
              <a:rPr lang="en-US" altLang="ko-KR" sz="1400" dirty="0" err="1"/>
              <a:t>publicData</a:t>
            </a:r>
            <a:r>
              <a:rPr lang="en-US" altLang="ko-KR" sz="1400" dirty="0"/>
              <a:t>()</a:t>
            </a:r>
          </a:p>
          <a:p>
            <a:r>
              <a:rPr lang="en-US" altLang="ko-KR" sz="1400" dirty="0"/>
              <a:t>    context = {'list':</a:t>
            </a:r>
            <a:r>
              <a:rPr lang="en-US" altLang="ko-KR" sz="1400" dirty="0" err="1"/>
              <a:t>dlist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    return render(request,'</a:t>
            </a:r>
            <a:r>
              <a:rPr lang="en-US" altLang="ko-KR" sz="1400" dirty="0" err="1"/>
              <a:t>pboard</a:t>
            </a:r>
            <a:r>
              <a:rPr lang="en-US" altLang="ko-KR" sz="1400" dirty="0"/>
              <a:t>/</a:t>
            </a:r>
            <a:r>
              <a:rPr lang="en-US" altLang="ko-KR" sz="1400" dirty="0" err="1"/>
              <a:t>list.html',context</a:t>
            </a:r>
            <a:r>
              <a:rPr lang="en-US" altLang="ko-KR" sz="1400" dirty="0"/>
              <a:t>)</a:t>
            </a:r>
          </a:p>
          <a:p>
            <a:endParaRPr lang="en-US" altLang="ko-KR" sz="1200" dirty="0"/>
          </a:p>
          <a:p>
            <a:r>
              <a:rPr lang="en-US" altLang="ko-KR" sz="1400" dirty="0"/>
              <a:t># </a:t>
            </a:r>
            <a:r>
              <a:rPr lang="ko-KR" altLang="en-US" sz="1400" dirty="0"/>
              <a:t>공공데이터 상세보기 </a:t>
            </a:r>
            <a:r>
              <a:rPr lang="en-US" altLang="ko-KR" sz="1400" dirty="0"/>
              <a:t>- </a:t>
            </a:r>
            <a:r>
              <a:rPr lang="ko-KR" altLang="en-US" sz="1400" dirty="0"/>
              <a:t>공공데이터 다시 호출</a:t>
            </a:r>
          </a:p>
          <a:p>
            <a:r>
              <a:rPr lang="en-US" altLang="ko-KR" sz="1400" dirty="0"/>
              <a:t>def view(</a:t>
            </a:r>
            <a:r>
              <a:rPr lang="en-US" altLang="ko-KR" sz="1400" dirty="0" err="1"/>
              <a:t>request,galContentId</a:t>
            </a:r>
            <a:r>
              <a:rPr lang="en-US" altLang="ko-KR" sz="1400" dirty="0"/>
              <a:t>):</a:t>
            </a:r>
          </a:p>
          <a:p>
            <a:r>
              <a:rPr lang="en-US" altLang="ko-KR" sz="1400" dirty="0"/>
              <a:t>    global </a:t>
            </a:r>
            <a:r>
              <a:rPr lang="en-US" altLang="ko-KR" sz="1400" dirty="0" err="1"/>
              <a:t>dlist</a:t>
            </a:r>
            <a:endParaRPr lang="en-US" altLang="ko-KR" sz="1400" dirty="0"/>
          </a:p>
          <a:p>
            <a:r>
              <a:rPr lang="en-US" altLang="ko-KR" sz="1400" dirty="0"/>
              <a:t>    print('</a:t>
            </a:r>
            <a:r>
              <a:rPr lang="ko-KR" altLang="en-US" sz="1400" dirty="0"/>
              <a:t>넘어온 </a:t>
            </a:r>
            <a:r>
              <a:rPr lang="en-US" altLang="ko-KR" sz="1400" dirty="0" err="1"/>
              <a:t>galContentId</a:t>
            </a:r>
            <a:r>
              <a:rPr lang="en-US" altLang="ko-KR" sz="1400" dirty="0"/>
              <a:t> : ',</a:t>
            </a:r>
            <a:r>
              <a:rPr lang="en-US" altLang="ko-KR" sz="1400" dirty="0" err="1"/>
              <a:t>galContentId</a:t>
            </a:r>
            <a:r>
              <a:rPr lang="en-US" altLang="ko-KR" sz="1400" dirty="0"/>
              <a:t>)</a:t>
            </a:r>
          </a:p>
          <a:p>
            <a:r>
              <a:rPr lang="en-US" altLang="ko-KR" sz="1400" dirty="0"/>
              <a:t>    print('</a:t>
            </a:r>
            <a:r>
              <a:rPr lang="ko-KR" altLang="en-US" sz="1400" dirty="0"/>
              <a:t>넘어온 </a:t>
            </a:r>
            <a:r>
              <a:rPr lang="en-US" altLang="ko-KR" sz="1400" dirty="0" err="1"/>
              <a:t>dlist</a:t>
            </a:r>
            <a:r>
              <a:rPr lang="en-US" altLang="ko-KR" sz="1400" dirty="0"/>
              <a:t> : ',</a:t>
            </a:r>
            <a:r>
              <a:rPr lang="en-US" altLang="ko-KR" sz="1400" dirty="0" err="1"/>
              <a:t>dlist</a:t>
            </a:r>
            <a:r>
              <a:rPr lang="en-US" altLang="ko-KR" sz="1400" dirty="0"/>
              <a:t>)</a:t>
            </a:r>
          </a:p>
          <a:p>
            <a:r>
              <a:rPr lang="en-US" altLang="ko-KR" sz="1400" dirty="0"/>
              <a:t>    # </a:t>
            </a:r>
            <a:r>
              <a:rPr lang="ko-KR" altLang="en-US" sz="1400" dirty="0"/>
              <a:t>공공데이터 호출</a:t>
            </a:r>
          </a:p>
          <a:p>
            <a:r>
              <a:rPr lang="ko-KR" altLang="en-US" sz="1400" dirty="0"/>
              <a:t>    </a:t>
            </a:r>
            <a:r>
              <a:rPr lang="en-US" altLang="ko-KR" sz="1400" dirty="0"/>
              <a:t># </a:t>
            </a:r>
            <a:r>
              <a:rPr lang="en-US" altLang="ko-KR" sz="1400" dirty="0" err="1"/>
              <a:t>dlist</a:t>
            </a:r>
            <a:r>
              <a:rPr lang="en-US" altLang="ko-KR" sz="1400" dirty="0"/>
              <a:t> = </a:t>
            </a:r>
            <a:r>
              <a:rPr lang="en-US" altLang="ko-KR" sz="1400" dirty="0" err="1"/>
              <a:t>publicData</a:t>
            </a:r>
            <a:r>
              <a:rPr lang="en-US" altLang="ko-KR" sz="1400" dirty="0"/>
              <a:t>()</a:t>
            </a:r>
          </a:p>
          <a:p>
            <a:r>
              <a:rPr lang="en-US" altLang="ko-KR" sz="1400" dirty="0"/>
              <a:t>    for d in </a:t>
            </a:r>
            <a:r>
              <a:rPr lang="en-US" altLang="ko-KR" sz="1400" dirty="0" err="1"/>
              <a:t>dlist</a:t>
            </a:r>
            <a:r>
              <a:rPr lang="en-US" altLang="ko-KR" sz="1400" dirty="0"/>
              <a:t>:</a:t>
            </a:r>
          </a:p>
          <a:p>
            <a:r>
              <a:rPr lang="en-US" altLang="ko-KR" sz="1400" dirty="0"/>
              <a:t>        </a:t>
            </a:r>
            <a:r>
              <a:rPr lang="en-US" altLang="ko-KR" sz="1400" b="1" dirty="0">
                <a:solidFill>
                  <a:srgbClr val="FF0000"/>
                </a:solidFill>
              </a:rPr>
              <a:t>if d['</a:t>
            </a:r>
            <a:r>
              <a:rPr lang="en-US" altLang="ko-KR" sz="1400" b="1" dirty="0" err="1">
                <a:solidFill>
                  <a:srgbClr val="FF0000"/>
                </a:solidFill>
              </a:rPr>
              <a:t>galContentId</a:t>
            </a:r>
            <a:r>
              <a:rPr lang="en-US" altLang="ko-KR" sz="1400" b="1" dirty="0">
                <a:solidFill>
                  <a:srgbClr val="FF0000"/>
                </a:solidFill>
              </a:rPr>
              <a:t>'] == str(</a:t>
            </a:r>
            <a:r>
              <a:rPr lang="en-US" altLang="ko-KR" sz="1400" b="1" dirty="0" err="1">
                <a:solidFill>
                  <a:srgbClr val="FF0000"/>
                </a:solidFill>
              </a:rPr>
              <a:t>galContentId</a:t>
            </a:r>
            <a:r>
              <a:rPr lang="en-US" altLang="ko-KR" sz="1400" b="1" dirty="0">
                <a:solidFill>
                  <a:srgbClr val="FF0000"/>
                </a:solidFill>
              </a:rPr>
              <a:t>): # </a:t>
            </a:r>
            <a:r>
              <a:rPr lang="ko-KR" altLang="en-US" sz="1400" b="1">
                <a:solidFill>
                  <a:srgbClr val="FF0000"/>
                </a:solidFill>
              </a:rPr>
              <a:t>타입확인 할것</a:t>
            </a:r>
            <a:endParaRPr lang="ko-KR" altLang="en-US" sz="1400" b="1" dirty="0">
              <a:solidFill>
                <a:srgbClr val="FF0000"/>
              </a:solidFill>
            </a:endParaRPr>
          </a:p>
          <a:p>
            <a:r>
              <a:rPr lang="ko-KR" altLang="en-US" sz="1400" b="1" dirty="0">
                <a:solidFill>
                  <a:srgbClr val="FF0000"/>
                </a:solidFill>
              </a:rPr>
              <a:t>            </a:t>
            </a:r>
            <a:r>
              <a:rPr lang="en-US" altLang="ko-KR" sz="1400" b="1" dirty="0" err="1">
                <a:solidFill>
                  <a:srgbClr val="FF0000"/>
                </a:solidFill>
              </a:rPr>
              <a:t>dData</a:t>
            </a:r>
            <a:r>
              <a:rPr lang="en-US" altLang="ko-KR" sz="1400" b="1" dirty="0">
                <a:solidFill>
                  <a:srgbClr val="FF0000"/>
                </a:solidFill>
              </a:rPr>
              <a:t> = d</a:t>
            </a:r>
          </a:p>
          <a:p>
            <a:r>
              <a:rPr lang="en-US" altLang="ko-KR" sz="1400" b="1" dirty="0">
                <a:solidFill>
                  <a:srgbClr val="FF0000"/>
                </a:solidFill>
              </a:rPr>
              <a:t>            break</a:t>
            </a:r>
          </a:p>
          <a:p>
            <a:r>
              <a:rPr lang="en-US" altLang="ko-KR" sz="1400" dirty="0"/>
              <a:t>        </a:t>
            </a:r>
          </a:p>
          <a:p>
            <a:r>
              <a:rPr lang="en-US" altLang="ko-KR" sz="1400" dirty="0"/>
              <a:t>    context = {'</a:t>
            </a:r>
            <a:r>
              <a:rPr lang="en-US" altLang="ko-KR" sz="1400" dirty="0" err="1"/>
              <a:t>dData</a:t>
            </a:r>
            <a:r>
              <a:rPr lang="en-US" altLang="ko-KR" sz="1400" dirty="0"/>
              <a:t>':</a:t>
            </a:r>
            <a:r>
              <a:rPr lang="en-US" altLang="ko-KR" sz="1400" dirty="0" err="1"/>
              <a:t>dData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    return render(request,'</a:t>
            </a:r>
            <a:r>
              <a:rPr lang="en-US" altLang="ko-KR" sz="1400" dirty="0" err="1"/>
              <a:t>pboard</a:t>
            </a:r>
            <a:r>
              <a:rPr lang="en-US" altLang="ko-KR" sz="1400" dirty="0"/>
              <a:t>/</a:t>
            </a:r>
            <a:r>
              <a:rPr lang="en-US" altLang="ko-KR" sz="1400" dirty="0" err="1"/>
              <a:t>view.html',context</a:t>
            </a:r>
            <a:r>
              <a:rPr lang="en-US" altLang="ko-KR" sz="1400" dirty="0"/>
              <a:t>)</a:t>
            </a:r>
          </a:p>
          <a:p>
            <a:br>
              <a:rPr lang="en-US" altLang="ko-KR" dirty="0"/>
            </a:br>
            <a:br>
              <a:rPr lang="en-US" altLang="ko-KR" dirty="0"/>
            </a:br>
            <a:endParaRPr lang="en-US" altLang="ko-KR" dirty="0"/>
          </a:p>
          <a:p>
            <a:endParaRPr lang="en-US" altLang="ko-KR" sz="12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1D42943-2E38-403A-A952-FC36E4FD1405}"/>
              </a:ext>
            </a:extLst>
          </p:cNvPr>
          <p:cNvSpPr/>
          <p:nvPr/>
        </p:nvSpPr>
        <p:spPr>
          <a:xfrm>
            <a:off x="4627927" y="989177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Views.py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5B61F7F-3778-4E54-AA42-700CBC6F1C65}"/>
              </a:ext>
            </a:extLst>
          </p:cNvPr>
          <p:cNvSpPr/>
          <p:nvPr/>
        </p:nvSpPr>
        <p:spPr>
          <a:xfrm>
            <a:off x="6135218" y="979223"/>
            <a:ext cx="6020429" cy="512796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br>
              <a:rPr lang="en-US" altLang="ko-KR" sz="1400" dirty="0"/>
            </a:br>
            <a:r>
              <a:rPr lang="en-US" altLang="ko-KR" sz="1400" dirty="0"/>
              <a:t># </a:t>
            </a:r>
            <a:r>
              <a:rPr lang="ko-KR" altLang="en-US" sz="1400" dirty="0"/>
              <a:t>공공데이터 가져오기 함수    </a:t>
            </a:r>
          </a:p>
          <a:p>
            <a:r>
              <a:rPr lang="en-US" altLang="ko-KR" sz="1400" dirty="0"/>
              <a:t>def </a:t>
            </a:r>
            <a:r>
              <a:rPr lang="en-US" altLang="ko-KR" sz="1400" dirty="0" err="1"/>
              <a:t>publicData</a:t>
            </a:r>
            <a:r>
              <a:rPr lang="en-US" altLang="ko-KR" sz="1400" dirty="0"/>
              <a:t>():</a:t>
            </a:r>
          </a:p>
          <a:p>
            <a:r>
              <a:rPr lang="en-US" altLang="ko-KR" sz="1400" dirty="0"/>
              <a:t>    </a:t>
            </a:r>
            <a:r>
              <a:rPr lang="en-US" altLang="ko-KR" sz="1400" dirty="0" err="1"/>
              <a:t>public_key</a:t>
            </a:r>
            <a:r>
              <a:rPr lang="en-US" altLang="ko-KR" sz="1400" dirty="0"/>
              <a:t> = '918RE13GA7OY7ZEmUzApgbOeAcQoZ%2FaHsXWcqPAKQ9YNNPj83KOstRMRIUrCFIAcm9qj2R6b7NFZjp%2FYsYzJLg%3D%3D'</a:t>
            </a:r>
          </a:p>
          <a:p>
            <a:r>
              <a:rPr lang="en-US" altLang="ko-KR" sz="1400" dirty="0"/>
              <a:t>    </a:t>
            </a:r>
            <a:r>
              <a:rPr lang="en-US" altLang="ko-KR" sz="1400" dirty="0" err="1"/>
              <a:t>pageNo</a:t>
            </a:r>
            <a:r>
              <a:rPr lang="en-US" altLang="ko-KR" sz="1400" dirty="0"/>
              <a:t> = 1</a:t>
            </a:r>
          </a:p>
          <a:p>
            <a:r>
              <a:rPr lang="en-US" altLang="ko-KR" sz="1400" dirty="0"/>
              <a:t>    </a:t>
            </a:r>
            <a:r>
              <a:rPr lang="en-US" altLang="ko-KR" sz="1400" dirty="0" err="1"/>
              <a:t>url</a:t>
            </a:r>
            <a:r>
              <a:rPr lang="en-US" altLang="ko-KR" sz="1400" dirty="0"/>
              <a:t> = </a:t>
            </a:r>
            <a:r>
              <a:rPr lang="en-US" altLang="ko-KR" sz="1400" dirty="0" err="1"/>
              <a:t>f'http</a:t>
            </a:r>
            <a:r>
              <a:rPr lang="en-US" altLang="ko-KR" sz="1400" dirty="0"/>
              <a:t>://apis.data.go.kr/B551011/PhotoGalleryService1/galleryList1?serviceKey={</a:t>
            </a:r>
            <a:r>
              <a:rPr lang="en-US" altLang="ko-KR" sz="1400" dirty="0" err="1"/>
              <a:t>public_key</a:t>
            </a:r>
            <a:r>
              <a:rPr lang="en-US" altLang="ko-KR" sz="1400" dirty="0"/>
              <a:t>}&amp;</a:t>
            </a:r>
            <a:r>
              <a:rPr lang="en-US" altLang="ko-KR" sz="1400" dirty="0" err="1"/>
              <a:t>numOfRows</a:t>
            </a:r>
            <a:r>
              <a:rPr lang="en-US" altLang="ko-KR" sz="1400" dirty="0"/>
              <a:t>=10&amp;pageNo={</a:t>
            </a:r>
            <a:r>
              <a:rPr lang="en-US" altLang="ko-KR" sz="1400" dirty="0" err="1"/>
              <a:t>pageNo</a:t>
            </a:r>
            <a:r>
              <a:rPr lang="en-US" altLang="ko-KR" sz="1400" dirty="0"/>
              <a:t>}&amp;</a:t>
            </a:r>
            <a:r>
              <a:rPr lang="en-US" altLang="ko-KR" sz="1400" dirty="0" err="1"/>
              <a:t>MobileOS</a:t>
            </a:r>
            <a:r>
              <a:rPr lang="en-US" altLang="ko-KR" sz="1400" dirty="0"/>
              <a:t>=</a:t>
            </a:r>
            <a:r>
              <a:rPr lang="en-US" altLang="ko-KR" sz="1400" dirty="0" err="1"/>
              <a:t>ETC&amp;MobileApp</a:t>
            </a:r>
            <a:r>
              <a:rPr lang="en-US" altLang="ko-KR" sz="1400" dirty="0"/>
              <a:t>=</a:t>
            </a:r>
            <a:r>
              <a:rPr lang="en-US" altLang="ko-KR" sz="1400" dirty="0" err="1"/>
              <a:t>AppTest&amp;arrange</a:t>
            </a:r>
            <a:r>
              <a:rPr lang="en-US" altLang="ko-KR" sz="1400" dirty="0"/>
              <a:t>=</a:t>
            </a:r>
            <a:r>
              <a:rPr lang="en-US" altLang="ko-KR" sz="1400" dirty="0" err="1"/>
              <a:t>A&amp;_type</a:t>
            </a:r>
            <a:r>
              <a:rPr lang="en-US" altLang="ko-KR" sz="1400" dirty="0"/>
              <a:t>=</a:t>
            </a:r>
            <a:r>
              <a:rPr lang="en-US" altLang="ko-KR" sz="1400" dirty="0" err="1"/>
              <a:t>json</a:t>
            </a:r>
            <a:r>
              <a:rPr lang="en-US" altLang="ko-KR" sz="1400" dirty="0"/>
              <a:t>'</a:t>
            </a:r>
          </a:p>
          <a:p>
            <a:r>
              <a:rPr lang="en-US" altLang="ko-KR" sz="1400" dirty="0"/>
              <a:t>    # </a:t>
            </a:r>
            <a:r>
              <a:rPr lang="ko-KR" altLang="en-US" sz="1400" dirty="0" err="1"/>
              <a:t>웹스크래핑</a:t>
            </a:r>
            <a:r>
              <a:rPr lang="ko-KR" altLang="en-US" sz="1400" dirty="0"/>
              <a:t> </a:t>
            </a:r>
            <a:r>
              <a:rPr lang="en-US" altLang="ko-KR" sz="1400" dirty="0"/>
              <a:t>requests</a:t>
            </a:r>
          </a:p>
          <a:p>
            <a:r>
              <a:rPr lang="en-US" altLang="ko-KR" sz="1400" dirty="0"/>
              <a:t>    response = </a:t>
            </a:r>
            <a:r>
              <a:rPr lang="en-US" altLang="ko-KR" sz="1400" dirty="0" err="1"/>
              <a:t>requests.get</a:t>
            </a:r>
            <a:r>
              <a:rPr lang="en-US" altLang="ko-KR" sz="1400" dirty="0"/>
              <a:t>(</a:t>
            </a:r>
            <a:r>
              <a:rPr lang="en-US" altLang="ko-KR" sz="1400" dirty="0" err="1"/>
              <a:t>url</a:t>
            </a:r>
            <a:r>
              <a:rPr lang="en-US" altLang="ko-KR" sz="1400" dirty="0"/>
              <a:t>)</a:t>
            </a:r>
          </a:p>
          <a:p>
            <a:r>
              <a:rPr lang="en-US" altLang="ko-KR" sz="1400" dirty="0"/>
              <a:t>    #print("</a:t>
            </a:r>
            <a:r>
              <a:rPr lang="ko-KR" altLang="en-US" sz="1400" dirty="0"/>
              <a:t>공공데이터 </a:t>
            </a:r>
            <a:r>
              <a:rPr lang="en-US" altLang="ko-KR" sz="1400" dirty="0"/>
              <a:t>: ",</a:t>
            </a:r>
            <a:r>
              <a:rPr lang="en-US" altLang="ko-KR" sz="1400" dirty="0" err="1"/>
              <a:t>response.text</a:t>
            </a:r>
            <a:r>
              <a:rPr lang="en-US" altLang="ko-KR" sz="1400" dirty="0"/>
              <a:t>)  # str</a:t>
            </a:r>
            <a:r>
              <a:rPr lang="ko-KR" altLang="en-US" sz="1400" dirty="0"/>
              <a:t>타입</a:t>
            </a:r>
          </a:p>
          <a:p>
            <a:r>
              <a:rPr lang="ko-KR" altLang="en-US" sz="1400" dirty="0"/>
              <a:t>    </a:t>
            </a:r>
          </a:p>
          <a:p>
            <a:r>
              <a:rPr lang="ko-KR" altLang="en-US" sz="1400" dirty="0"/>
              <a:t>    </a:t>
            </a:r>
            <a:r>
              <a:rPr lang="en-US" altLang="ko-KR" sz="1400" dirty="0"/>
              <a:t># </a:t>
            </a:r>
            <a:r>
              <a:rPr lang="ko-KR" altLang="en-US" sz="1400" dirty="0"/>
              <a:t>문자열 </a:t>
            </a:r>
            <a:r>
              <a:rPr lang="en-US" altLang="ko-KR" sz="1400" dirty="0"/>
              <a:t>-&gt; </a:t>
            </a:r>
            <a:r>
              <a:rPr lang="en-US" altLang="ko-KR" sz="1400" dirty="0" err="1"/>
              <a:t>json</a:t>
            </a:r>
            <a:r>
              <a:rPr lang="ko-KR" altLang="en-US" sz="1400" dirty="0"/>
              <a:t>타입으로 변경</a:t>
            </a:r>
          </a:p>
          <a:p>
            <a:r>
              <a:rPr lang="ko-KR" altLang="en-US" sz="1400" dirty="0"/>
              <a:t>    </a:t>
            </a:r>
            <a:r>
              <a:rPr lang="en-US" altLang="ko-KR" sz="1400" dirty="0" err="1"/>
              <a:t>json_data</a:t>
            </a:r>
            <a:r>
              <a:rPr lang="en-US" altLang="ko-KR" sz="1400" dirty="0"/>
              <a:t> = </a:t>
            </a:r>
            <a:r>
              <a:rPr lang="en-US" altLang="ko-KR" sz="1400" dirty="0" err="1"/>
              <a:t>json.loads</a:t>
            </a:r>
            <a:r>
              <a:rPr lang="en-US" altLang="ko-KR" sz="1400" dirty="0"/>
              <a:t>(</a:t>
            </a:r>
            <a:r>
              <a:rPr lang="en-US" altLang="ko-KR" sz="1400" dirty="0" err="1"/>
              <a:t>response.text</a:t>
            </a:r>
            <a:r>
              <a:rPr lang="en-US" altLang="ko-KR" sz="1400" dirty="0"/>
              <a:t>)</a:t>
            </a:r>
          </a:p>
          <a:p>
            <a:r>
              <a:rPr lang="en-US" altLang="ko-KR" sz="1400" dirty="0"/>
              <a:t>    </a:t>
            </a:r>
            <a:r>
              <a:rPr lang="en-US" altLang="ko-KR" sz="1400" dirty="0" err="1"/>
              <a:t>dlist</a:t>
            </a:r>
            <a:r>
              <a:rPr lang="en-US" altLang="ko-KR" sz="1400" dirty="0"/>
              <a:t> = </a:t>
            </a:r>
            <a:r>
              <a:rPr lang="en-US" altLang="ko-KR" sz="1400" dirty="0" err="1"/>
              <a:t>json_data</a:t>
            </a:r>
            <a:r>
              <a:rPr lang="en-US" altLang="ko-KR" sz="1400" dirty="0"/>
              <a:t>['response']['body']['items']['item']</a:t>
            </a:r>
          </a:p>
          <a:p>
            <a:r>
              <a:rPr lang="en-US" altLang="ko-KR" sz="1400" dirty="0"/>
              <a:t>    # print('</a:t>
            </a:r>
            <a:r>
              <a:rPr lang="en-US" altLang="ko-KR" sz="1400" dirty="0" err="1"/>
              <a:t>json</a:t>
            </a:r>
            <a:r>
              <a:rPr lang="ko-KR" altLang="en-US" sz="1400" dirty="0"/>
              <a:t>데이터 </a:t>
            </a:r>
            <a:r>
              <a:rPr lang="en-US" altLang="ko-KR" sz="1400" dirty="0"/>
              <a:t>: ',</a:t>
            </a:r>
            <a:r>
              <a:rPr lang="en-US" altLang="ko-KR" sz="1400" dirty="0" err="1"/>
              <a:t>json_data</a:t>
            </a:r>
            <a:r>
              <a:rPr lang="en-US" altLang="ko-KR" sz="1400" dirty="0"/>
              <a:t>['response']['body']['items']['item'])     # </a:t>
            </a:r>
            <a:r>
              <a:rPr lang="en-US" altLang="ko-KR" sz="1400" dirty="0" err="1"/>
              <a:t>json</a:t>
            </a:r>
            <a:r>
              <a:rPr lang="ko-KR" altLang="en-US" sz="1400" dirty="0"/>
              <a:t>타입</a:t>
            </a:r>
          </a:p>
          <a:p>
            <a:r>
              <a:rPr lang="ko-KR" altLang="en-US" sz="1400" dirty="0"/>
              <a:t>    </a:t>
            </a:r>
            <a:r>
              <a:rPr lang="en-US" altLang="ko-KR" sz="1400" dirty="0"/>
              <a:t># print('</a:t>
            </a:r>
            <a:r>
              <a:rPr lang="en-US" altLang="ko-KR" sz="1400" dirty="0" err="1"/>
              <a:t>json</a:t>
            </a:r>
            <a:r>
              <a:rPr lang="ko-KR" altLang="en-US" sz="1400" dirty="0"/>
              <a:t>데이터 </a:t>
            </a:r>
            <a:r>
              <a:rPr lang="en-US" altLang="ko-KR" sz="1400" dirty="0"/>
              <a:t>1</a:t>
            </a:r>
            <a:r>
              <a:rPr lang="ko-KR" altLang="en-US" sz="1400" dirty="0"/>
              <a:t>개 </a:t>
            </a:r>
            <a:r>
              <a:rPr lang="en-US" altLang="ko-KR" sz="1400" dirty="0"/>
              <a:t>: ',</a:t>
            </a:r>
            <a:r>
              <a:rPr lang="en-US" altLang="ko-KR" sz="1400" dirty="0" err="1"/>
              <a:t>json_data</a:t>
            </a:r>
            <a:r>
              <a:rPr lang="en-US" altLang="ko-KR" sz="1400" dirty="0"/>
              <a:t>['response']['body']['items']['item'][0])</a:t>
            </a:r>
          </a:p>
          <a:p>
            <a:r>
              <a:rPr lang="en-US" altLang="ko-KR" sz="1400" dirty="0"/>
              <a:t>    </a:t>
            </a:r>
          </a:p>
          <a:p>
            <a:r>
              <a:rPr lang="en-US" altLang="ko-KR" sz="1400" dirty="0"/>
              <a:t>    return </a:t>
            </a:r>
            <a:r>
              <a:rPr lang="en-US" altLang="ko-KR" sz="1400" dirty="0" err="1"/>
              <a:t>dlist</a:t>
            </a:r>
            <a:r>
              <a:rPr lang="en-US" altLang="ko-KR" sz="1400" dirty="0"/>
              <a:t>  </a:t>
            </a:r>
          </a:p>
          <a:p>
            <a:r>
              <a:rPr lang="en-US" altLang="ko-KR" sz="1200" dirty="0"/>
              <a:t>    </a:t>
            </a:r>
            <a:endParaRPr lang="en-US" altLang="ko-KR" sz="900" dirty="0"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D906D1-58F0-D168-E735-E1EF1B69A920}"/>
              </a:ext>
            </a:extLst>
          </p:cNvPr>
          <p:cNvSpPr txBox="1"/>
          <p:nvPr/>
        </p:nvSpPr>
        <p:spPr>
          <a:xfrm>
            <a:off x="6135151" y="6261014"/>
            <a:ext cx="602042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FF0000"/>
                </a:solidFill>
              </a:rPr>
              <a:t>https://   : s</a:t>
            </a:r>
            <a:r>
              <a:rPr lang="ko-KR" altLang="en-US" sz="1600" dirty="0">
                <a:solidFill>
                  <a:srgbClr val="FF0000"/>
                </a:solidFill>
              </a:rPr>
              <a:t>를 넣으면 에러 발생 </a:t>
            </a:r>
            <a:r>
              <a:rPr lang="en-US" altLang="ko-KR" sz="1600" dirty="0">
                <a:solidFill>
                  <a:srgbClr val="FF0000"/>
                </a:solidFill>
              </a:rPr>
              <a:t>( </a:t>
            </a:r>
            <a:r>
              <a:rPr lang="en-US" altLang="ko-KR" sz="1600" b="0" i="0" dirty="0" err="1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SSLError</a:t>
            </a:r>
            <a:r>
              <a:rPr lang="en-US" altLang="ko-KR" sz="1600" b="0" i="0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 … )</a:t>
            </a:r>
          </a:p>
          <a:p>
            <a:r>
              <a:rPr lang="en-US" altLang="ko-KR" sz="1600" b="0" i="0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Http://</a:t>
            </a:r>
            <a:r>
              <a:rPr lang="ko-KR" altLang="en-US" sz="1600" b="0" i="0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해야 함</a:t>
            </a:r>
            <a:endParaRPr lang="en-US" altLang="ko-KR" sz="1600" b="0" i="0" dirty="0"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1642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FF2E4-1747-C3E6-886A-4FF188A25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2FD1D4E2-61AF-1052-BD76-134F35AF2F3C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3024AE4D-207B-175D-B167-DCD45EC79553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AC8D469-BC10-7719-79B5-55BFBDE61D52}"/>
              </a:ext>
            </a:extLst>
          </p:cNvPr>
          <p:cNvSpPr txBox="1"/>
          <p:nvPr/>
        </p:nvSpPr>
        <p:spPr>
          <a:xfrm>
            <a:off x="948528" y="227654"/>
            <a:ext cx="873527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공공데이터 출력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1 – ajax/views.py </a:t>
            </a:r>
            <a:endParaRPr lang="ko-KR" altLang="en-US" sz="3300" spc="-300" dirty="0">
              <a:solidFill>
                <a:schemeClr val="tx1">
                  <a:lumMod val="85000"/>
                  <a:lumOff val="15000"/>
                </a:schemeClr>
              </a:solidFill>
              <a:highlight>
                <a:srgbClr val="FFFF00"/>
              </a:highlight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A846500-16A9-2C2D-F2D5-A1F77C33D59D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16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4BE4AE3D-5AB5-DB9C-24CD-A922C4A3A7B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569EC05-C90E-BBD1-DBD3-EB92F25CD09D}"/>
              </a:ext>
            </a:extLst>
          </p:cNvPr>
          <p:cNvSpPr/>
          <p:nvPr/>
        </p:nvSpPr>
        <p:spPr>
          <a:xfrm>
            <a:off x="36422" y="979221"/>
            <a:ext cx="6020429" cy="587877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sz="1100" dirty="0"/>
              <a:t># </a:t>
            </a:r>
            <a:r>
              <a:rPr lang="ko-KR" altLang="en-US" sz="1100" dirty="0"/>
              <a:t>공공데이터 라이브러리 </a:t>
            </a:r>
            <a:r>
              <a:rPr lang="en-US" altLang="ko-KR" sz="1100" dirty="0"/>
              <a:t>import</a:t>
            </a:r>
          </a:p>
          <a:p>
            <a:r>
              <a:rPr lang="en-US" altLang="ko-KR" sz="1100" dirty="0"/>
              <a:t>import requests</a:t>
            </a:r>
          </a:p>
          <a:p>
            <a:r>
              <a:rPr lang="en-US" altLang="ko-KR" sz="1100" dirty="0"/>
              <a:t>import </a:t>
            </a:r>
            <a:r>
              <a:rPr lang="en-US" altLang="ko-KR" sz="1100" dirty="0" err="1"/>
              <a:t>pprint</a:t>
            </a:r>
            <a:endParaRPr lang="en-US" altLang="ko-KR" sz="1100" dirty="0"/>
          </a:p>
          <a:p>
            <a:r>
              <a:rPr lang="en-US" altLang="ko-KR" sz="1100" dirty="0"/>
              <a:t>import json</a:t>
            </a:r>
          </a:p>
          <a:p>
            <a:endParaRPr lang="en-US" altLang="ko-KR" sz="1200" dirty="0"/>
          </a:p>
          <a:p>
            <a:r>
              <a:rPr lang="en-US" altLang="ko-KR" sz="1200" dirty="0"/>
              <a:t>### </a:t>
            </a:r>
            <a:r>
              <a:rPr lang="ko-KR" altLang="en-US" sz="1200" dirty="0"/>
              <a:t>전역변수</a:t>
            </a:r>
          </a:p>
          <a:p>
            <a:r>
              <a:rPr lang="en-US" altLang="ko-KR" sz="1200" dirty="0" err="1"/>
              <a:t>dlist</a:t>
            </a:r>
            <a:r>
              <a:rPr lang="en-US" altLang="ko-KR" sz="1200" dirty="0"/>
              <a:t> = []</a:t>
            </a:r>
          </a:p>
          <a:p>
            <a:endParaRPr lang="en-US" altLang="ko-KR" sz="1100" dirty="0"/>
          </a:p>
          <a:p>
            <a:r>
              <a:rPr lang="en-US" altLang="ko-KR" dirty="0"/>
              <a:t># </a:t>
            </a:r>
            <a:r>
              <a:rPr lang="ko-KR" altLang="en-US" dirty="0"/>
              <a:t>공공데이터 리스트</a:t>
            </a:r>
          </a:p>
          <a:p>
            <a:r>
              <a:rPr lang="en-US" altLang="ko-KR" dirty="0"/>
              <a:t>def list(request):</a:t>
            </a:r>
          </a:p>
          <a:p>
            <a:r>
              <a:rPr lang="en-US" altLang="ko-KR" dirty="0"/>
              <a:t>    global </a:t>
            </a:r>
            <a:r>
              <a:rPr lang="en-US" altLang="ko-KR" dirty="0" err="1"/>
              <a:t>dlist</a:t>
            </a:r>
            <a:endParaRPr lang="en-US" altLang="ko-KR" dirty="0"/>
          </a:p>
          <a:p>
            <a:r>
              <a:rPr lang="en-US" altLang="ko-KR" dirty="0"/>
              <a:t>    </a:t>
            </a:r>
            <a:r>
              <a:rPr lang="en-US" altLang="ko-KR" dirty="0" err="1">
                <a:solidFill>
                  <a:srgbClr val="FF0000"/>
                </a:solidFill>
              </a:rPr>
              <a:t>json_data</a:t>
            </a:r>
            <a:r>
              <a:rPr lang="en-US" altLang="ko-KR" dirty="0">
                <a:solidFill>
                  <a:srgbClr val="FF0000"/>
                </a:solidFill>
              </a:rPr>
              <a:t> = </a:t>
            </a:r>
            <a:r>
              <a:rPr lang="en-US" altLang="ko-KR" dirty="0" err="1">
                <a:solidFill>
                  <a:srgbClr val="FF0000"/>
                </a:solidFill>
              </a:rPr>
              <a:t>json.loads</a:t>
            </a:r>
            <a:r>
              <a:rPr lang="en-US" altLang="ko-KR" dirty="0">
                <a:solidFill>
                  <a:srgbClr val="FF0000"/>
                </a:solidFill>
              </a:rPr>
              <a:t>(</a:t>
            </a:r>
            <a:r>
              <a:rPr lang="en-US" altLang="ko-KR" dirty="0" err="1">
                <a:solidFill>
                  <a:srgbClr val="FF0000"/>
                </a:solidFill>
              </a:rPr>
              <a:t>response.text</a:t>
            </a:r>
            <a:r>
              <a:rPr lang="en-US" altLang="ko-KR" dirty="0">
                <a:solidFill>
                  <a:srgbClr val="FF0000"/>
                </a:solidFill>
              </a:rPr>
              <a:t>)</a:t>
            </a:r>
          </a:p>
          <a:p>
            <a:r>
              <a:rPr lang="en-US" altLang="ko-KR" dirty="0">
                <a:solidFill>
                  <a:srgbClr val="FF0000"/>
                </a:solidFill>
              </a:rPr>
              <a:t>    </a:t>
            </a:r>
            <a:r>
              <a:rPr lang="en-US" altLang="ko-KR" dirty="0" err="1">
                <a:solidFill>
                  <a:srgbClr val="FF0000"/>
                </a:solidFill>
              </a:rPr>
              <a:t>dlist</a:t>
            </a:r>
            <a:r>
              <a:rPr lang="en-US" altLang="ko-KR" dirty="0">
                <a:solidFill>
                  <a:srgbClr val="FF0000"/>
                </a:solidFill>
              </a:rPr>
              <a:t> = </a:t>
            </a:r>
            <a:r>
              <a:rPr lang="en-US" altLang="ko-KR" dirty="0" err="1">
                <a:solidFill>
                  <a:srgbClr val="FF0000"/>
                </a:solidFill>
              </a:rPr>
              <a:t>json_data</a:t>
            </a:r>
            <a:r>
              <a:rPr lang="en-US" altLang="ko-KR" dirty="0">
                <a:solidFill>
                  <a:srgbClr val="FF0000"/>
                </a:solidFill>
              </a:rPr>
              <a:t>['response']['body']['items']['item’]</a:t>
            </a:r>
          </a:p>
          <a:p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>
                <a:solidFill>
                  <a:srgbClr val="FF0000"/>
                </a:solidFill>
              </a:rPr>
              <a:t>    # </a:t>
            </a:r>
            <a:r>
              <a:rPr lang="ko-KR" altLang="en-US" dirty="0">
                <a:solidFill>
                  <a:srgbClr val="FF0000"/>
                </a:solidFill>
              </a:rPr>
              <a:t>데이터 처리 로직</a:t>
            </a:r>
          </a:p>
          <a:p>
            <a:r>
              <a:rPr lang="ko-KR" altLang="en-US" dirty="0">
                <a:solidFill>
                  <a:srgbClr val="FF0000"/>
                </a:solidFill>
              </a:rPr>
              <a:t>    </a:t>
            </a:r>
            <a:r>
              <a:rPr lang="en-US" altLang="ko-KR" dirty="0" err="1">
                <a:solidFill>
                  <a:srgbClr val="FF0000"/>
                </a:solidFill>
              </a:rPr>
              <a:t>processed_data</a:t>
            </a:r>
            <a:r>
              <a:rPr lang="en-US" altLang="ko-KR" dirty="0">
                <a:solidFill>
                  <a:srgbClr val="FF0000"/>
                </a:solidFill>
              </a:rPr>
              <a:t> = {</a:t>
            </a:r>
          </a:p>
          <a:p>
            <a:r>
              <a:rPr lang="en-US" altLang="ko-KR" dirty="0">
                <a:solidFill>
                  <a:srgbClr val="FF0000"/>
                </a:solidFill>
              </a:rPr>
              <a:t>           "received": data</a:t>
            </a:r>
          </a:p>
          <a:p>
            <a:r>
              <a:rPr lang="en-US" altLang="ko-KR" dirty="0">
                <a:solidFill>
                  <a:srgbClr val="FF0000"/>
                </a:solidFill>
              </a:rPr>
              <a:t>    }</a:t>
            </a:r>
          </a:p>
          <a:p>
            <a:r>
              <a:rPr lang="en-US" altLang="ko-KR" dirty="0">
                <a:solidFill>
                  <a:srgbClr val="FF0000"/>
                </a:solidFill>
              </a:rPr>
              <a:t>    return </a:t>
            </a:r>
            <a:r>
              <a:rPr lang="en-US" altLang="ko-KR" dirty="0" err="1">
                <a:solidFill>
                  <a:srgbClr val="FF0000"/>
                </a:solidFill>
              </a:rPr>
              <a:t>JsonResponse</a:t>
            </a:r>
            <a:r>
              <a:rPr lang="en-US" altLang="ko-KR" dirty="0">
                <a:solidFill>
                  <a:srgbClr val="FF0000"/>
                </a:solidFill>
              </a:rPr>
              <a:t>(</a:t>
            </a:r>
            <a:r>
              <a:rPr lang="en-US" altLang="ko-KR" dirty="0" err="1">
                <a:solidFill>
                  <a:srgbClr val="FF0000"/>
                </a:solidFill>
              </a:rPr>
              <a:t>processed_data</a:t>
            </a:r>
            <a:r>
              <a:rPr lang="en-US" altLang="ko-KR" dirty="0">
                <a:solidFill>
                  <a:srgbClr val="FF0000"/>
                </a:solidFill>
              </a:rPr>
              <a:t>)</a:t>
            </a:r>
          </a:p>
          <a:p>
            <a:endParaRPr lang="en-US" altLang="ko-KR" sz="12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F197B33-555E-2E6C-9B36-A6EDC3891FA8}"/>
              </a:ext>
            </a:extLst>
          </p:cNvPr>
          <p:cNvSpPr/>
          <p:nvPr/>
        </p:nvSpPr>
        <p:spPr>
          <a:xfrm>
            <a:off x="4627927" y="989177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Views.py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42578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80EB46-A41F-42D1-925C-1E1D34396238}"/>
              </a:ext>
            </a:extLst>
          </p:cNvPr>
          <p:cNvSpPr txBox="1"/>
          <p:nvPr/>
        </p:nvSpPr>
        <p:spPr>
          <a:xfrm>
            <a:off x="948528" y="227654"/>
            <a:ext cx="873527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공공데이터 출력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2 </a:t>
            </a:r>
            <a:endParaRPr lang="ko-KR" altLang="en-US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75297CD-9753-4A7F-A617-C272413A0538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16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74B1E6-0CBD-47FF-9E1A-807CBFBAA370}"/>
              </a:ext>
            </a:extLst>
          </p:cNvPr>
          <p:cNvSpPr/>
          <p:nvPr/>
        </p:nvSpPr>
        <p:spPr>
          <a:xfrm>
            <a:off x="36422" y="979222"/>
            <a:ext cx="6020429" cy="203547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sz="1200" dirty="0"/>
              <a:t>{% for d in list %}</a:t>
            </a:r>
          </a:p>
          <a:p>
            <a:r>
              <a:rPr lang="en-US" altLang="ko-KR" sz="1200" dirty="0"/>
              <a:t>                                &lt;tr&gt;</a:t>
            </a:r>
          </a:p>
          <a:p>
            <a:r>
              <a:rPr lang="en-US" altLang="ko-KR" sz="1200" dirty="0"/>
              <a:t>                                    &lt;td class="</a:t>
            </a:r>
            <a:r>
              <a:rPr lang="en-US" altLang="ko-KR" sz="1200" dirty="0" err="1"/>
              <a:t>tnone</a:t>
            </a:r>
            <a:r>
              <a:rPr lang="en-US" altLang="ko-KR" sz="1200" dirty="0"/>
              <a:t>"&gt;{{</a:t>
            </a:r>
            <a:r>
              <a:rPr lang="en-US" altLang="ko-KR" sz="1200" dirty="0" err="1"/>
              <a:t>d.galContentId</a:t>
            </a:r>
            <a:r>
              <a:rPr lang="en-US" altLang="ko-KR" sz="1200" dirty="0"/>
              <a:t>}}&lt;/td&gt;</a:t>
            </a:r>
          </a:p>
          <a:p>
            <a:r>
              <a:rPr lang="en-US" altLang="ko-KR" sz="1200" dirty="0"/>
              <a:t>                                    &lt;td class="left"&gt;</a:t>
            </a:r>
          </a:p>
          <a:p>
            <a:r>
              <a:rPr lang="en-US" altLang="ko-KR" sz="1200" dirty="0"/>
              <a:t>                                        &lt;a </a:t>
            </a:r>
            <a:r>
              <a:rPr lang="en-US" altLang="ko-KR" sz="1200" dirty="0" err="1"/>
              <a:t>href</a:t>
            </a:r>
            <a:r>
              <a:rPr lang="en-US" altLang="ko-KR" sz="1200" dirty="0"/>
              <a:t>="/</a:t>
            </a:r>
            <a:r>
              <a:rPr lang="en-US" altLang="ko-KR" sz="1200" dirty="0" err="1"/>
              <a:t>pboard</a:t>
            </a:r>
            <a:r>
              <a:rPr lang="en-US" altLang="ko-KR" sz="1200" dirty="0"/>
              <a:t>/view/{{</a:t>
            </a:r>
            <a:r>
              <a:rPr lang="en-US" altLang="ko-KR" sz="1200" dirty="0" err="1"/>
              <a:t>d.galContentId</a:t>
            </a:r>
            <a:r>
              <a:rPr lang="en-US" altLang="ko-KR" sz="1200" dirty="0"/>
              <a:t>}}/"&gt;{{</a:t>
            </a:r>
            <a:r>
              <a:rPr lang="en-US" altLang="ko-KR" sz="1200" dirty="0" err="1"/>
              <a:t>d.galTitle</a:t>
            </a:r>
            <a:r>
              <a:rPr lang="en-US" altLang="ko-KR" sz="1200" dirty="0"/>
              <a:t>}}&lt;/a&gt;</a:t>
            </a:r>
          </a:p>
          <a:p>
            <a:r>
              <a:rPr lang="en-US" altLang="ko-KR" sz="1200" dirty="0"/>
              <a:t>                                    &lt;/td&gt;</a:t>
            </a:r>
          </a:p>
          <a:p>
            <a:r>
              <a:rPr lang="en-US" altLang="ko-KR" sz="1200" dirty="0"/>
              <a:t>                                    &lt;td&gt;{{</a:t>
            </a:r>
            <a:r>
              <a:rPr lang="en-US" altLang="ko-KR" sz="1200" dirty="0" err="1"/>
              <a:t>d.galPhotographyMonth</a:t>
            </a:r>
            <a:r>
              <a:rPr lang="en-US" altLang="ko-KR" sz="1200" dirty="0"/>
              <a:t>}}&lt;/td&gt;</a:t>
            </a:r>
          </a:p>
          <a:p>
            <a:r>
              <a:rPr lang="en-US" altLang="ko-KR" sz="1200" dirty="0"/>
              <a:t>                                    &lt;td class="</a:t>
            </a:r>
            <a:r>
              <a:rPr lang="en-US" altLang="ko-KR" sz="1200" dirty="0" err="1"/>
              <a:t>tnone</a:t>
            </a:r>
            <a:r>
              <a:rPr lang="en-US" altLang="ko-KR" sz="1200" dirty="0"/>
              <a:t> right"&gt;{{</a:t>
            </a:r>
            <a:r>
              <a:rPr lang="en-US" altLang="ko-KR" sz="1200" dirty="0" err="1"/>
              <a:t>d.galPhotographer</a:t>
            </a:r>
            <a:r>
              <a:rPr lang="en-US" altLang="ko-KR" sz="1200" dirty="0"/>
              <a:t>}}&lt;/td&gt;</a:t>
            </a:r>
          </a:p>
          <a:p>
            <a:r>
              <a:rPr lang="en-US" altLang="ko-KR" sz="1200" dirty="0"/>
              <a:t>                                &lt;/tr&gt;</a:t>
            </a:r>
          </a:p>
          <a:p>
            <a:r>
              <a:rPr lang="en-US" altLang="ko-KR" sz="1200" dirty="0"/>
              <a:t>{% </a:t>
            </a:r>
            <a:r>
              <a:rPr lang="en-US" altLang="ko-KR" sz="1200" dirty="0" err="1"/>
              <a:t>endfor</a:t>
            </a:r>
            <a:r>
              <a:rPr lang="en-US" altLang="ko-KR" sz="1200" dirty="0"/>
              <a:t> %}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1D42943-2E38-403A-A952-FC36E4FD1405}"/>
              </a:ext>
            </a:extLst>
          </p:cNvPr>
          <p:cNvSpPr/>
          <p:nvPr/>
        </p:nvSpPr>
        <p:spPr>
          <a:xfrm>
            <a:off x="4627927" y="989177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List.html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7C202FC-8EB3-A33B-E1A4-8FD3CE009C38}"/>
              </a:ext>
            </a:extLst>
          </p:cNvPr>
          <p:cNvSpPr/>
          <p:nvPr/>
        </p:nvSpPr>
        <p:spPr>
          <a:xfrm>
            <a:off x="6135149" y="979221"/>
            <a:ext cx="6020429" cy="529573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&lt;h2&gt;&lt;strong&gt;</a:t>
            </a:r>
            <a:r>
              <a:rPr lang="ko-KR" altLang="en-US" sz="1200" dirty="0"/>
              <a:t>공공데이터 상세보기</a:t>
            </a:r>
            <a:r>
              <a:rPr lang="en-US" altLang="ko-KR" sz="1200" dirty="0"/>
              <a:t>&lt;/strong&gt;&lt;span&gt;</a:t>
            </a:r>
            <a:r>
              <a:rPr lang="ko-KR" altLang="en-US" sz="1200" dirty="0" err="1"/>
              <a:t>쟈뎅샵</a:t>
            </a:r>
            <a:r>
              <a:rPr lang="ko-KR" altLang="en-US" sz="1200" dirty="0"/>
              <a:t> 소식을 전해드립니다</a:t>
            </a:r>
            <a:r>
              <a:rPr lang="en-US" altLang="ko-KR" sz="1200" dirty="0"/>
              <a:t>.&lt;/span&gt;&lt;/h2&gt;</a:t>
            </a:r>
          </a:p>
          <a:p>
            <a:br>
              <a:rPr lang="en-US" altLang="ko-KR" sz="1200" dirty="0"/>
            </a:br>
            <a:r>
              <a:rPr lang="en-US" altLang="ko-KR" sz="1200" dirty="0"/>
              <a:t>                    &lt;div class="</a:t>
            </a:r>
            <a:r>
              <a:rPr lang="en-US" altLang="ko-KR" sz="1200" dirty="0" err="1"/>
              <a:t>viewDivMt</a:t>
            </a:r>
            <a:r>
              <a:rPr lang="en-US" altLang="ko-KR" sz="1200" dirty="0"/>
              <a:t>"&gt;</a:t>
            </a:r>
          </a:p>
          <a:p>
            <a:r>
              <a:rPr lang="en-US" altLang="ko-KR" sz="1200" dirty="0"/>
              <a:t>                        &lt;div class="</a:t>
            </a:r>
            <a:r>
              <a:rPr lang="en-US" altLang="ko-KR" sz="1200" dirty="0" err="1"/>
              <a:t>viewHead</a:t>
            </a:r>
            <a:r>
              <a:rPr lang="en-US" altLang="ko-KR" sz="1200" dirty="0"/>
              <a:t>"&gt;</a:t>
            </a:r>
          </a:p>
          <a:p>
            <a:r>
              <a:rPr lang="en-US" altLang="ko-KR" sz="1200" dirty="0"/>
              <a:t>                            &lt;div class="subject"&gt;</a:t>
            </a:r>
          </a:p>
          <a:p>
            <a:r>
              <a:rPr lang="en-US" altLang="ko-KR" sz="1200" dirty="0"/>
              <a:t>                                &lt;ul&gt;</a:t>
            </a:r>
          </a:p>
          <a:p>
            <a:r>
              <a:rPr lang="en-US" altLang="ko-KR" sz="1200" dirty="0"/>
              <a:t>                                    &lt;li&gt;{{</a:t>
            </a:r>
            <a:r>
              <a:rPr lang="en-US" altLang="ko-KR" sz="1200" dirty="0" err="1"/>
              <a:t>dData.galTitle</a:t>
            </a:r>
            <a:r>
              <a:rPr lang="en-US" altLang="ko-KR" sz="1200" dirty="0"/>
              <a:t>}}&lt;/li&gt;</a:t>
            </a:r>
          </a:p>
          <a:p>
            <a:r>
              <a:rPr lang="en-US" altLang="ko-KR" sz="1200" dirty="0"/>
              <a:t>                                &lt;/ul&gt;</a:t>
            </a:r>
          </a:p>
          <a:p>
            <a:r>
              <a:rPr lang="en-US" altLang="ko-KR" sz="1200" dirty="0"/>
              <a:t>                            &lt;/div&gt;</a:t>
            </a:r>
          </a:p>
          <a:p>
            <a:r>
              <a:rPr lang="en-US" altLang="ko-KR" sz="1200" dirty="0"/>
              <a:t>                            &lt;div class="day"&gt;</a:t>
            </a:r>
          </a:p>
          <a:p>
            <a:r>
              <a:rPr lang="en-US" altLang="ko-KR" sz="1200" dirty="0"/>
              <a:t>                                &lt;p class="txt"&gt;</a:t>
            </a:r>
            <a:r>
              <a:rPr lang="ko-KR" altLang="en-US" sz="1200" dirty="0"/>
              <a:t>작성일</a:t>
            </a:r>
            <a:r>
              <a:rPr lang="en-US" altLang="ko-KR" sz="1200" dirty="0"/>
              <a:t>&lt;span&gt;{{</a:t>
            </a:r>
            <a:r>
              <a:rPr lang="en-US" altLang="ko-KR" sz="1200" dirty="0" err="1"/>
              <a:t>dData.galPhotographyMonth</a:t>
            </a:r>
            <a:r>
              <a:rPr lang="en-US" altLang="ko-KR" sz="1200" dirty="0"/>
              <a:t>}}&lt;/span&gt;&lt;/p&gt;</a:t>
            </a:r>
          </a:p>
          <a:p>
            <a:r>
              <a:rPr lang="en-US" altLang="ko-KR" sz="1200" dirty="0"/>
              <a:t>                            &lt;/div&gt;</a:t>
            </a:r>
          </a:p>
          <a:p>
            <a:r>
              <a:rPr lang="en-US" altLang="ko-KR" sz="1200" dirty="0"/>
              <a:t>                        &lt;/div&gt;</a:t>
            </a:r>
          </a:p>
          <a:p>
            <a:br>
              <a:rPr lang="en-US" altLang="ko-KR" sz="1200" dirty="0"/>
            </a:br>
            <a:r>
              <a:rPr lang="en-US" altLang="ko-KR" sz="1200" dirty="0"/>
              <a:t>                        &lt;div class="</a:t>
            </a:r>
            <a:r>
              <a:rPr lang="en-US" altLang="ko-KR" sz="1200" dirty="0" err="1"/>
              <a:t>viewContents</a:t>
            </a:r>
            <a:r>
              <a:rPr lang="en-US" altLang="ko-KR" sz="1200" dirty="0"/>
              <a:t>"&gt;</a:t>
            </a:r>
          </a:p>
          <a:p>
            <a:r>
              <a:rPr lang="en-US" altLang="ko-KR" sz="1200" dirty="0"/>
              <a:t>                            {{</a:t>
            </a:r>
            <a:r>
              <a:rPr lang="en-US" altLang="ko-KR" sz="1200" dirty="0" err="1"/>
              <a:t>dData.galPhotographyLocation</a:t>
            </a:r>
            <a:r>
              <a:rPr lang="en-US" altLang="ko-KR" sz="1200" dirty="0"/>
              <a:t>}}&lt;</a:t>
            </a:r>
            <a:r>
              <a:rPr lang="en-US" altLang="ko-KR" sz="1200" dirty="0" err="1"/>
              <a:t>br</a:t>
            </a:r>
            <a:r>
              <a:rPr lang="en-US" altLang="ko-KR" sz="1200" dirty="0"/>
              <a:t>/&gt;</a:t>
            </a:r>
          </a:p>
          <a:p>
            <a:r>
              <a:rPr lang="en-US" altLang="ko-KR" sz="1200" dirty="0"/>
              <a:t>                            &lt;</a:t>
            </a:r>
            <a:r>
              <a:rPr lang="en-US" altLang="ko-KR" sz="1200" dirty="0" err="1"/>
              <a:t>br</a:t>
            </a:r>
            <a:r>
              <a:rPr lang="en-US" altLang="ko-KR" sz="1200" dirty="0"/>
              <a:t>/&gt;</a:t>
            </a:r>
          </a:p>
          <a:p>
            <a:r>
              <a:rPr lang="en-US" altLang="ko-KR" sz="1200" dirty="0"/>
              <a:t>                            {{</a:t>
            </a:r>
            <a:r>
              <a:rPr lang="en-US" altLang="ko-KR" sz="1200" dirty="0" err="1"/>
              <a:t>dData.galSearchKeyword</a:t>
            </a:r>
            <a:r>
              <a:rPr lang="en-US" altLang="ko-KR" sz="1200" dirty="0"/>
              <a:t>}}&lt;</a:t>
            </a:r>
            <a:r>
              <a:rPr lang="en-US" altLang="ko-KR" sz="1200" dirty="0" err="1"/>
              <a:t>br</a:t>
            </a:r>
            <a:r>
              <a:rPr lang="en-US" altLang="ko-KR" sz="1200" dirty="0"/>
              <a:t>/&gt;</a:t>
            </a:r>
          </a:p>
          <a:p>
            <a:r>
              <a:rPr lang="en-US" altLang="ko-KR" sz="1200" dirty="0"/>
              <a:t>                        &lt;/div&gt;</a:t>
            </a:r>
          </a:p>
          <a:p>
            <a:r>
              <a:rPr lang="en-US" altLang="ko-KR" sz="1200" dirty="0"/>
              <a:t>                        &lt;div class="</a:t>
            </a:r>
            <a:r>
              <a:rPr lang="en-US" altLang="ko-KR" sz="1200" dirty="0" err="1"/>
              <a:t>viewContents</a:t>
            </a:r>
            <a:r>
              <a:rPr lang="en-US" altLang="ko-KR" sz="1200" dirty="0"/>
              <a:t>"&gt;</a:t>
            </a:r>
          </a:p>
          <a:p>
            <a:r>
              <a:rPr lang="en-US" altLang="ko-KR" sz="1200" dirty="0"/>
              <a:t>                            &lt;</a:t>
            </a:r>
            <a:r>
              <a:rPr lang="en-US" altLang="ko-KR" sz="1200" dirty="0" err="1"/>
              <a:t>img</a:t>
            </a:r>
            <a:r>
              <a:rPr lang="en-US" altLang="ko-KR" sz="1200" dirty="0"/>
              <a:t> </a:t>
            </a:r>
            <a:r>
              <a:rPr lang="en-US" altLang="ko-KR" sz="1200" dirty="0" err="1"/>
              <a:t>src</a:t>
            </a:r>
            <a:r>
              <a:rPr lang="en-US" altLang="ko-KR" sz="1200" dirty="0"/>
              <a:t>='{{</a:t>
            </a:r>
            <a:r>
              <a:rPr lang="en-US" altLang="ko-KR" sz="1200" dirty="0" err="1"/>
              <a:t>dData.galWebImageUrl</a:t>
            </a:r>
            <a:r>
              <a:rPr lang="en-US" altLang="ko-KR" sz="1200" dirty="0"/>
              <a:t>}}' style='width:50%;'&gt;&lt;</a:t>
            </a:r>
            <a:r>
              <a:rPr lang="en-US" altLang="ko-KR" sz="1200" dirty="0" err="1"/>
              <a:t>br</a:t>
            </a:r>
            <a:r>
              <a:rPr lang="en-US" altLang="ko-KR" sz="1200" dirty="0"/>
              <a:t>&gt;</a:t>
            </a:r>
          </a:p>
          <a:p>
            <a:r>
              <a:rPr lang="en-US" altLang="ko-KR" sz="1200" dirty="0"/>
              <a:t>                        &lt;/div&gt;</a:t>
            </a:r>
          </a:p>
          <a:p>
            <a:r>
              <a:rPr lang="en-US" altLang="ko-KR" sz="1200" dirty="0"/>
              <a:t>                    &lt;/div&gt;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84D9B0E-7BD4-FF86-2D8F-8F65F2F2DCD8}"/>
              </a:ext>
            </a:extLst>
          </p:cNvPr>
          <p:cNvSpPr/>
          <p:nvPr/>
        </p:nvSpPr>
        <p:spPr>
          <a:xfrm>
            <a:off x="10726654" y="989177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view.</a:t>
            </a:r>
            <a:r>
              <a:rPr lang="en-US" altLang="ko-KR" dirty="0"/>
              <a:t>html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92286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E8314-9286-CDEB-01A5-6902BD940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84869D2E-24E2-6C41-01BB-CFD013110DA3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2B0C7752-6830-2183-3844-78A40D80132E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E46B734-2C43-CDA5-826C-3BE95606DE84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18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8ED9B7-081D-BFFA-2FAB-A4308109B783}"/>
              </a:ext>
            </a:extLst>
          </p:cNvPr>
          <p:cNvSpPr txBox="1"/>
          <p:nvPr/>
        </p:nvSpPr>
        <p:spPr>
          <a:xfrm>
            <a:off x="4383031" y="2980067"/>
            <a:ext cx="3425938" cy="15388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/>
              <a:t>오라클 </a:t>
            </a:r>
            <a:r>
              <a:rPr lang="en-US" altLang="ko-KR" sz="5400" b="1" dirty="0" err="1"/>
              <a:t>db</a:t>
            </a:r>
            <a:br>
              <a:rPr lang="en-US" altLang="ko-KR" sz="5400" b="1" dirty="0"/>
            </a:br>
            <a:r>
              <a:rPr lang="en-US" altLang="ko-KR" sz="4000" b="1" dirty="0"/>
              <a:t> (</a:t>
            </a:r>
            <a:r>
              <a:rPr lang="en-US" altLang="ko-KR" sz="4000" b="1" dirty="0" err="1"/>
              <a:t>sql</a:t>
            </a:r>
            <a:r>
              <a:rPr lang="en-US" altLang="ko-KR" sz="4000" b="1" dirty="0"/>
              <a:t> </a:t>
            </a:r>
            <a:r>
              <a:rPr lang="ko-KR" altLang="en-US" sz="4000" b="1" dirty="0"/>
              <a:t>직접연결</a:t>
            </a:r>
            <a:r>
              <a:rPr lang="en-US" altLang="ko-KR" sz="4000" b="1" dirty="0"/>
              <a:t>)</a:t>
            </a:r>
            <a:endParaRPr lang="ko-KR" altLang="en-US" sz="5400" b="1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A417C8E6-AB80-395D-07C0-B2F2121A7509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46562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80EB46-A41F-42D1-925C-1E1D34396238}"/>
              </a:ext>
            </a:extLst>
          </p:cNvPr>
          <p:cNvSpPr txBox="1"/>
          <p:nvPr/>
        </p:nvSpPr>
        <p:spPr>
          <a:xfrm>
            <a:off x="982511" y="203587"/>
            <a:ext cx="111260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오라클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db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 환경설정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- connection</a:t>
            </a:r>
            <a:endParaRPr lang="ko-KR" altLang="en-US" sz="3300" spc="-300" dirty="0">
              <a:solidFill>
                <a:schemeClr val="tx1">
                  <a:lumMod val="85000"/>
                  <a:lumOff val="15000"/>
                </a:schemeClr>
              </a:solidFill>
              <a:highlight>
                <a:srgbClr val="FFFF00"/>
              </a:highlight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75297CD-9753-4A7F-A617-C272413A0538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18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80E3450B-2174-4DCD-C2FC-55A201494774}"/>
              </a:ext>
            </a:extLst>
          </p:cNvPr>
          <p:cNvSpPr/>
          <p:nvPr/>
        </p:nvSpPr>
        <p:spPr>
          <a:xfrm>
            <a:off x="416357" y="1195146"/>
            <a:ext cx="11126061" cy="1007410"/>
          </a:xfrm>
          <a:prstGeom prst="rect">
            <a:avLst/>
          </a:prstGeom>
          <a:solidFill>
            <a:schemeClr val="accent6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데이터 분석</a:t>
            </a:r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ko-KR" altLang="en-US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라이브러리 설치</a:t>
            </a:r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b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ko-KR" altLang="en-US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대체 </a:t>
            </a:r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python -m pip install </a:t>
            </a:r>
            <a:r>
              <a:rPr lang="en-US" altLang="ko-KR" sz="2000" spc="-15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oracledb</a:t>
            </a:r>
            <a:endParaRPr lang="en-US" altLang="ko-KR" sz="2000" spc="-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ctr"/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3.10 </a:t>
            </a:r>
            <a:r>
              <a:rPr lang="ko-KR" altLang="en-US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이전 버전 </a:t>
            </a:r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pip install </a:t>
            </a:r>
            <a:r>
              <a:rPr lang="en-US" altLang="ko-KR" sz="2000" spc="-15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cx_Oracle</a:t>
            </a:r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: </a:t>
            </a:r>
            <a:endParaRPr lang="ko-KR" altLang="en-US" sz="2000" spc="-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0D7B66-2EB4-F439-B11E-A35348ABA470}"/>
              </a:ext>
            </a:extLst>
          </p:cNvPr>
          <p:cNvSpPr txBox="1"/>
          <p:nvPr/>
        </p:nvSpPr>
        <p:spPr>
          <a:xfrm>
            <a:off x="416358" y="2298257"/>
            <a:ext cx="11135282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pt-BR" altLang="ko-KR" dirty="0"/>
              <a:t>import oracledb </a:t>
            </a:r>
            <a:r>
              <a:rPr lang="en-US" altLang="ko-KR" dirty="0"/>
              <a:t>as</a:t>
            </a:r>
            <a:r>
              <a:rPr lang="ko-KR" altLang="en-US" dirty="0"/>
              <a:t> </a:t>
            </a:r>
            <a:r>
              <a:rPr lang="en-US" altLang="ko-KR" dirty="0" err="1"/>
              <a:t>ora</a:t>
            </a:r>
            <a:r>
              <a:rPr lang="pt-BR" altLang="ko-KR" dirty="0"/>
              <a:t> </a:t>
            </a:r>
            <a:br>
              <a:rPr lang="pt-BR" altLang="ko-KR" dirty="0"/>
            </a:br>
            <a:br>
              <a:rPr lang="pt-BR" altLang="ko-KR" dirty="0"/>
            </a:br>
            <a:r>
              <a:rPr lang="en-US" altLang="ko-KR" dirty="0"/>
              <a:t>#</a:t>
            </a:r>
            <a:r>
              <a:rPr lang="ko-KR" altLang="en-US" dirty="0"/>
              <a:t>오라클 </a:t>
            </a:r>
            <a:r>
              <a:rPr lang="en-US" altLang="ko-KR" dirty="0"/>
              <a:t>connection </a:t>
            </a:r>
            <a:r>
              <a:rPr lang="ko-KR" altLang="en-US" dirty="0"/>
              <a:t>연결</a:t>
            </a:r>
          </a:p>
          <a:p>
            <a:r>
              <a:rPr lang="en-US" altLang="ko-KR" dirty="0"/>
              <a:t>##  conn = </a:t>
            </a:r>
            <a:r>
              <a:rPr lang="en-US" altLang="ko-KR" dirty="0" err="1"/>
              <a:t>ora.connect</a:t>
            </a:r>
            <a:r>
              <a:rPr lang="en-US" altLang="ko-KR" dirty="0"/>
              <a:t>(‘localhost:1521/</a:t>
            </a:r>
            <a:r>
              <a:rPr lang="en-US" altLang="ko-KR" dirty="0" err="1"/>
              <a:t>xe</a:t>
            </a:r>
            <a:r>
              <a:rPr lang="en-US" altLang="ko-KR" dirty="0"/>
              <a:t>’)</a:t>
            </a:r>
          </a:p>
          <a:p>
            <a:r>
              <a:rPr lang="en-US" altLang="ko-KR" dirty="0"/>
              <a:t>conn = connections()</a:t>
            </a:r>
          </a:p>
          <a:p>
            <a:r>
              <a:rPr lang="en-US" altLang="ko-KR" dirty="0"/>
              <a:t>print(</a:t>
            </a:r>
            <a:r>
              <a:rPr lang="en-US" altLang="ko-KR" dirty="0" err="1"/>
              <a:t>conn.version</a:t>
            </a:r>
            <a:r>
              <a:rPr lang="en-US" altLang="ko-KR" dirty="0"/>
              <a:t>)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529F33A-0C25-AFA7-75AE-4B95176C5056}"/>
              </a:ext>
            </a:extLst>
          </p:cNvPr>
          <p:cNvSpPr/>
          <p:nvPr/>
        </p:nvSpPr>
        <p:spPr>
          <a:xfrm>
            <a:off x="6096000" y="4184634"/>
            <a:ext cx="5446418" cy="233361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sz="1400" dirty="0"/>
              <a:t># </a:t>
            </a:r>
            <a:r>
              <a:rPr lang="en-US" altLang="ko-KR" sz="1400" dirty="0" err="1"/>
              <a:t>db</a:t>
            </a:r>
            <a:r>
              <a:rPr lang="ko-KR" altLang="en-US" sz="1400" dirty="0"/>
              <a:t>연결부분을 함수로 정의</a:t>
            </a:r>
          </a:p>
          <a:p>
            <a:r>
              <a:rPr lang="en-US" altLang="ko-KR" sz="1400" dirty="0"/>
              <a:t>def connections():</a:t>
            </a:r>
          </a:p>
          <a:p>
            <a:r>
              <a:rPr lang="en-US" altLang="ko-KR" sz="1400" dirty="0"/>
              <a:t>    try:</a:t>
            </a:r>
          </a:p>
          <a:p>
            <a:r>
              <a:rPr lang="en-US" altLang="ko-KR" sz="1400" dirty="0"/>
              <a:t>        conn = </a:t>
            </a:r>
            <a:r>
              <a:rPr lang="en-US" altLang="ko-KR" sz="1400" dirty="0" err="1"/>
              <a:t>oracledb.connect</a:t>
            </a:r>
            <a:r>
              <a:rPr lang="en-US" altLang="ko-KR" sz="1400" dirty="0"/>
              <a:t>(user=“</a:t>
            </a:r>
            <a:r>
              <a:rPr lang="en-US" altLang="ko-KR" sz="1400" dirty="0" err="1"/>
              <a:t>ora_user</a:t>
            </a:r>
            <a:r>
              <a:rPr lang="en-US" altLang="ko-KR" sz="1400" dirty="0"/>
              <a:t>", password=“1111", </a:t>
            </a:r>
            <a:r>
              <a:rPr lang="en-US" altLang="ko-KR" sz="1400" dirty="0" err="1"/>
              <a:t>dsn</a:t>
            </a:r>
            <a:r>
              <a:rPr lang="en-US" altLang="ko-KR" sz="1400" dirty="0"/>
              <a:t>=“localhost:1521/</a:t>
            </a:r>
            <a:r>
              <a:rPr lang="en-US" altLang="ko-KR" sz="1400" dirty="0" err="1"/>
              <a:t>xe</a:t>
            </a:r>
            <a:r>
              <a:rPr lang="en-US" altLang="ko-KR" sz="1400" dirty="0"/>
              <a:t>")   </a:t>
            </a:r>
          </a:p>
          <a:p>
            <a:r>
              <a:rPr lang="en-US" altLang="ko-KR" sz="1400" dirty="0"/>
              <a:t># DB</a:t>
            </a:r>
            <a:r>
              <a:rPr lang="ko-KR" altLang="en-US" sz="1400" dirty="0"/>
              <a:t>에 연결 </a:t>
            </a:r>
            <a:r>
              <a:rPr lang="en-US" altLang="ko-KR" sz="1400" dirty="0"/>
              <a:t>(</a:t>
            </a:r>
            <a:r>
              <a:rPr lang="ko-KR" altLang="en-US" sz="1400" dirty="0"/>
              <a:t>호스트이름 대신 </a:t>
            </a:r>
            <a:r>
              <a:rPr lang="en-US" altLang="ko-KR" sz="1400" dirty="0"/>
              <a:t>IP</a:t>
            </a:r>
            <a:r>
              <a:rPr lang="ko-KR" altLang="en-US" sz="1400" dirty="0"/>
              <a:t>주소 가능</a:t>
            </a:r>
            <a:r>
              <a:rPr lang="en-US" altLang="ko-KR" sz="1400" dirty="0"/>
              <a:t>)</a:t>
            </a:r>
          </a:p>
          <a:p>
            <a:r>
              <a:rPr lang="en-US" altLang="ko-KR" sz="1400" dirty="0"/>
              <a:t>    except Exception as e:</a:t>
            </a:r>
          </a:p>
          <a:p>
            <a:r>
              <a:rPr lang="en-US" altLang="ko-KR" sz="1400" dirty="0"/>
              <a:t>        msg="</a:t>
            </a:r>
            <a:r>
              <a:rPr lang="ko-KR" altLang="en-US" sz="1400" dirty="0"/>
              <a:t>예외발생</a:t>
            </a:r>
            <a:r>
              <a:rPr lang="en-US" altLang="ko-KR" sz="1400" dirty="0"/>
              <a:t>"</a:t>
            </a:r>
          </a:p>
          <a:p>
            <a:r>
              <a:rPr lang="en-US" altLang="ko-KR" sz="1400" dirty="0"/>
              <a:t>        print(msg)</a:t>
            </a:r>
          </a:p>
          <a:p>
            <a:r>
              <a:rPr lang="en-US" altLang="ko-KR" sz="1400" dirty="0"/>
              <a:t>    return conn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4A4A6BB-76E9-1570-4DDD-B62BB402A553}"/>
              </a:ext>
            </a:extLst>
          </p:cNvPr>
          <p:cNvSpPr/>
          <p:nvPr/>
        </p:nvSpPr>
        <p:spPr>
          <a:xfrm>
            <a:off x="416357" y="3443299"/>
            <a:ext cx="2788237" cy="28980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cxnSp>
        <p:nvCxnSpPr>
          <p:cNvPr id="6" name="연결선: 꺾임 5">
            <a:extLst>
              <a:ext uri="{FF2B5EF4-FFF2-40B4-BE49-F238E27FC236}">
                <a16:creationId xmlns:a16="http://schemas.microsoft.com/office/drawing/2014/main" id="{17C44670-FC29-805E-D700-1451DA0B86E0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3204594" y="3588200"/>
            <a:ext cx="2891406" cy="1763240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4076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80EB46-A41F-42D1-925C-1E1D34396238}"/>
              </a:ext>
            </a:extLst>
          </p:cNvPr>
          <p:cNvSpPr txBox="1"/>
          <p:nvPr/>
        </p:nvSpPr>
        <p:spPr>
          <a:xfrm>
            <a:off x="1234308" y="227654"/>
            <a:ext cx="873527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오라클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db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  -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연결 후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, execute 1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개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row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 저장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75297CD-9753-4A7F-A617-C272413A0538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18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4A428C3C-1C93-2144-B153-9A263EF2B074}"/>
              </a:ext>
            </a:extLst>
          </p:cNvPr>
          <p:cNvSpPr/>
          <p:nvPr/>
        </p:nvSpPr>
        <p:spPr>
          <a:xfrm>
            <a:off x="36422" y="979221"/>
            <a:ext cx="6020429" cy="587877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sz="1600" dirty="0"/>
              <a:t># </a:t>
            </a:r>
            <a:r>
              <a:rPr lang="ko-KR" altLang="en-US" sz="1600" dirty="0"/>
              <a:t>오라클 연결</a:t>
            </a:r>
            <a:endParaRPr lang="en-US" altLang="ko-KR" sz="1600" dirty="0"/>
          </a:p>
          <a:p>
            <a:r>
              <a:rPr lang="en-US" altLang="ko-KR" sz="1600" dirty="0"/>
              <a:t>## </a:t>
            </a:r>
            <a:r>
              <a:rPr lang="pt-BR" altLang="ko-KR" sz="1600" dirty="0"/>
              <a:t>import oracledb </a:t>
            </a:r>
            <a:r>
              <a:rPr lang="en-US" altLang="ko-KR" sz="1600" dirty="0"/>
              <a:t>as</a:t>
            </a:r>
            <a:r>
              <a:rPr lang="ko-KR" altLang="en-US" sz="1600" dirty="0"/>
              <a:t> </a:t>
            </a:r>
            <a:r>
              <a:rPr lang="en-US" altLang="ko-KR" sz="1600" dirty="0" err="1"/>
              <a:t>ora</a:t>
            </a:r>
            <a:r>
              <a:rPr lang="pt-BR" altLang="ko-KR" sz="1600" dirty="0"/>
              <a:t> </a:t>
            </a:r>
          </a:p>
          <a:p>
            <a:endParaRPr lang="ko-KR" altLang="en-US" sz="1600" dirty="0"/>
          </a:p>
          <a:p>
            <a:r>
              <a:rPr lang="en-US" altLang="ko-KR" sz="1600" dirty="0"/>
              <a:t>def </a:t>
            </a:r>
            <a:r>
              <a:rPr lang="en-US" altLang="ko-KR" sz="1600" dirty="0" err="1"/>
              <a:t>ora_list</a:t>
            </a:r>
            <a:r>
              <a:rPr lang="en-US" altLang="ko-KR" sz="1600" dirty="0"/>
              <a:t>(request):</a:t>
            </a:r>
          </a:p>
          <a:p>
            <a:endParaRPr lang="en-US" altLang="ko-KR" sz="1600" dirty="0"/>
          </a:p>
          <a:p>
            <a:r>
              <a:rPr lang="en-US" altLang="ko-KR" sz="1600" dirty="0"/>
              <a:t>    ## </a:t>
            </a:r>
            <a:r>
              <a:rPr lang="ko-KR" altLang="en-US" sz="1600" dirty="0"/>
              <a:t>오라클 연결 </a:t>
            </a:r>
          </a:p>
          <a:p>
            <a:r>
              <a:rPr lang="ko-KR" altLang="en-US" sz="1600" dirty="0"/>
              <a:t>    </a:t>
            </a:r>
            <a:r>
              <a:rPr lang="en-US" altLang="ko-KR" sz="1600" dirty="0"/>
              <a:t>conn = connections()</a:t>
            </a:r>
          </a:p>
          <a:p>
            <a:r>
              <a:rPr lang="en-US" altLang="ko-KR" sz="1600" dirty="0"/>
              <a:t>    print(</a:t>
            </a:r>
            <a:r>
              <a:rPr lang="en-US" altLang="ko-KR" sz="1600" dirty="0" err="1"/>
              <a:t>conn.version</a:t>
            </a:r>
            <a:r>
              <a:rPr lang="en-US" altLang="ko-KR" sz="1600" dirty="0"/>
              <a:t>)</a:t>
            </a:r>
          </a:p>
          <a:p>
            <a:r>
              <a:rPr lang="en-US" altLang="ko-KR" sz="1600" dirty="0"/>
              <a:t>    </a:t>
            </a:r>
          </a:p>
          <a:p>
            <a:r>
              <a:rPr lang="en-US" altLang="ko-KR" sz="1600" dirty="0"/>
              <a:t>   # cursor </a:t>
            </a:r>
            <a:r>
              <a:rPr lang="ko-KR" altLang="en-US" sz="1600" dirty="0"/>
              <a:t>할당</a:t>
            </a:r>
            <a:r>
              <a:rPr lang="en-US" altLang="ko-KR" sz="1600" dirty="0"/>
              <a:t> </a:t>
            </a:r>
          </a:p>
          <a:p>
            <a:r>
              <a:rPr lang="en-US" altLang="ko-KR" sz="1600" dirty="0"/>
              <a:t>   cursor = </a:t>
            </a:r>
            <a:r>
              <a:rPr lang="en-US" altLang="ko-KR" sz="1600" dirty="0" err="1"/>
              <a:t>conn.cursor</a:t>
            </a:r>
            <a:r>
              <a:rPr lang="en-US" altLang="ko-KR" sz="1600" dirty="0"/>
              <a:t>()</a:t>
            </a:r>
          </a:p>
          <a:p>
            <a:r>
              <a:rPr lang="en-US" altLang="ko-KR" sz="1600" dirty="0"/>
              <a:t>    #SQL</a:t>
            </a:r>
            <a:r>
              <a:rPr lang="ko-KR" altLang="en-US" sz="1600" dirty="0"/>
              <a:t>문 작성</a:t>
            </a:r>
          </a:p>
          <a:p>
            <a:r>
              <a:rPr lang="ko-KR" altLang="en-US" sz="1600" dirty="0"/>
              <a:t>    </a:t>
            </a:r>
            <a:r>
              <a:rPr lang="en-US" altLang="ko-KR" sz="1600" dirty="0" err="1"/>
              <a:t>sql_insert</a:t>
            </a:r>
            <a:r>
              <a:rPr lang="en-US" altLang="ko-KR" sz="1600" dirty="0"/>
              <a:t> ='insert into </a:t>
            </a:r>
            <a:r>
              <a:rPr lang="en-US" altLang="ko-KR" sz="1600" dirty="0" err="1"/>
              <a:t>item_code</a:t>
            </a:r>
            <a:r>
              <a:rPr lang="en-US" altLang="ko-KR" sz="1600" dirty="0"/>
              <a:t> values(:</a:t>
            </a:r>
            <a:r>
              <a:rPr lang="en-US" altLang="ko-KR" sz="1600" dirty="0" err="1"/>
              <a:t>no,:name</a:t>
            </a:r>
            <a:r>
              <a:rPr lang="en-US" altLang="ko-KR" sz="1600" dirty="0"/>
              <a:t>)'</a:t>
            </a:r>
          </a:p>
          <a:p>
            <a:r>
              <a:rPr lang="en-US" altLang="ko-KR" sz="1600" dirty="0"/>
              <a:t>    </a:t>
            </a:r>
          </a:p>
          <a:p>
            <a:r>
              <a:rPr lang="en-US" altLang="ko-KR" sz="1600" dirty="0"/>
              <a:t>    # </a:t>
            </a:r>
            <a:r>
              <a:rPr lang="en-US" altLang="ko-KR" sz="1600" dirty="0" err="1"/>
              <a:t>sql_insert</a:t>
            </a:r>
            <a:endParaRPr lang="en-US" altLang="ko-KR" sz="1600" dirty="0"/>
          </a:p>
          <a:p>
            <a:r>
              <a:rPr lang="en-US" altLang="ko-KR" sz="1600" dirty="0"/>
              <a:t>    # </a:t>
            </a:r>
            <a:r>
              <a:rPr lang="ko-KR" altLang="en-US" sz="1600" dirty="0" err="1"/>
              <a:t>입력값을</a:t>
            </a:r>
            <a:r>
              <a:rPr lang="ko-KR" altLang="en-US" sz="1600" dirty="0"/>
              <a:t> 쿼리에 바인딩한 후 전송</a:t>
            </a:r>
          </a:p>
          <a:p>
            <a:r>
              <a:rPr lang="ko-KR" altLang="en-US" sz="1600" dirty="0"/>
              <a:t>    </a:t>
            </a:r>
            <a:r>
              <a:rPr lang="en-US" altLang="ko-KR" sz="1600" dirty="0" err="1"/>
              <a:t>cursor.execute</a:t>
            </a:r>
            <a:r>
              <a:rPr lang="en-US" altLang="ko-KR" sz="1600" dirty="0"/>
              <a:t>(</a:t>
            </a:r>
            <a:r>
              <a:rPr lang="en-US" altLang="ko-KR" sz="1600" dirty="0" err="1"/>
              <a:t>sql_insert,no</a:t>
            </a:r>
            <a:r>
              <a:rPr lang="en-US" altLang="ko-KR" sz="1600" dirty="0"/>
              <a:t>='0001',name='</a:t>
            </a:r>
            <a:r>
              <a:rPr lang="ko-KR" altLang="en-US" sz="1600" dirty="0" err="1"/>
              <a:t>종목명</a:t>
            </a:r>
            <a:r>
              <a:rPr lang="en-US" altLang="ko-KR" sz="1600" dirty="0"/>
              <a:t>’)</a:t>
            </a:r>
          </a:p>
          <a:p>
            <a:r>
              <a:rPr lang="en-US" altLang="ko-KR" sz="1600" dirty="0"/>
              <a:t>    </a:t>
            </a:r>
          </a:p>
          <a:p>
            <a:r>
              <a:rPr lang="en-US" altLang="ko-KR" sz="1600" dirty="0"/>
              <a:t>    #</a:t>
            </a:r>
            <a:r>
              <a:rPr lang="ko-KR" altLang="en-US" sz="1600" dirty="0"/>
              <a:t>커서 닫고 </a:t>
            </a:r>
            <a:r>
              <a:rPr lang="en-US" altLang="ko-KR" sz="1600" dirty="0"/>
              <a:t>commit </a:t>
            </a:r>
            <a:r>
              <a:rPr lang="ko-KR" altLang="en-US" sz="1600" dirty="0"/>
              <a:t>해준다</a:t>
            </a:r>
            <a:r>
              <a:rPr lang="en-US" altLang="ko-KR" sz="1600" dirty="0"/>
              <a:t>.</a:t>
            </a:r>
          </a:p>
          <a:p>
            <a:r>
              <a:rPr lang="en-US" altLang="ko-KR" sz="1600" dirty="0"/>
              <a:t>    </a:t>
            </a:r>
            <a:r>
              <a:rPr lang="en-US" altLang="ko-KR" sz="1600" dirty="0" err="1"/>
              <a:t>cursor.close</a:t>
            </a:r>
            <a:r>
              <a:rPr lang="en-US" altLang="ko-KR" sz="1600" dirty="0"/>
              <a:t>()</a:t>
            </a:r>
          </a:p>
          <a:p>
            <a:r>
              <a:rPr lang="en-US" altLang="ko-KR" sz="1600" dirty="0"/>
              <a:t>    </a:t>
            </a:r>
            <a:r>
              <a:rPr lang="en-US" altLang="ko-KR" sz="1600" dirty="0" err="1"/>
              <a:t>conn.commit</a:t>
            </a:r>
            <a:r>
              <a:rPr lang="en-US" altLang="ko-KR" sz="1600" dirty="0"/>
              <a:t>()</a:t>
            </a:r>
          </a:p>
          <a:p>
            <a:r>
              <a:rPr lang="en-US" altLang="ko-KR" sz="1600" dirty="0"/>
              <a:t>    # </a:t>
            </a:r>
            <a:r>
              <a:rPr lang="en-US" altLang="ko-KR" sz="1600" dirty="0" err="1"/>
              <a:t>conn.close</a:t>
            </a:r>
            <a:r>
              <a:rPr lang="en-US" altLang="ko-KR" sz="1600" dirty="0"/>
              <a:t>()    # </a:t>
            </a:r>
            <a:r>
              <a:rPr lang="ko-KR" altLang="en-US" sz="1600" dirty="0"/>
              <a:t>리소스를 많이 잡혀 열어놓고 사용하기도 함</a:t>
            </a:r>
            <a:r>
              <a:rPr lang="en-US" altLang="ko-KR" sz="1600" dirty="0"/>
              <a:t>.</a:t>
            </a:r>
          </a:p>
          <a:p>
            <a:r>
              <a:rPr lang="en-US" altLang="ko-KR" sz="1600" dirty="0"/>
              <a:t>    return render(request, ’ora_list.html')</a:t>
            </a:r>
            <a:endParaRPr lang="en-US" altLang="ko-KR" sz="1050" dirty="0">
              <a:latin typeface="맑은 고딕" panose="020B0503020000020004" pitchFamily="50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E5205C9-4EBC-E619-3344-D6FCD373DF88}"/>
              </a:ext>
            </a:extLst>
          </p:cNvPr>
          <p:cNvSpPr/>
          <p:nvPr/>
        </p:nvSpPr>
        <p:spPr>
          <a:xfrm>
            <a:off x="4627927" y="989177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Views.py</a:t>
            </a:r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A6F6750-F767-FCF9-2E23-6101EB2AEA26}"/>
              </a:ext>
            </a:extLst>
          </p:cNvPr>
          <p:cNvSpPr/>
          <p:nvPr/>
        </p:nvSpPr>
        <p:spPr>
          <a:xfrm>
            <a:off x="6135218" y="991189"/>
            <a:ext cx="6020429" cy="210468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sz="1400" dirty="0"/>
              <a:t># </a:t>
            </a:r>
            <a:r>
              <a:rPr lang="en-US" altLang="ko-KR" sz="1400" dirty="0" err="1"/>
              <a:t>db</a:t>
            </a:r>
            <a:r>
              <a:rPr lang="ko-KR" altLang="en-US" sz="1400" dirty="0"/>
              <a:t>연결부분 함수로 정의</a:t>
            </a:r>
          </a:p>
          <a:p>
            <a:r>
              <a:rPr lang="en-US" altLang="ko-KR" sz="1400" dirty="0"/>
              <a:t>def connections():</a:t>
            </a:r>
          </a:p>
          <a:p>
            <a:r>
              <a:rPr lang="en-US" altLang="ko-KR" sz="1400" dirty="0"/>
              <a:t>    try:</a:t>
            </a:r>
          </a:p>
          <a:p>
            <a:r>
              <a:rPr lang="en-US" altLang="ko-KR" sz="1400" dirty="0"/>
              <a:t>        conn= </a:t>
            </a:r>
            <a:r>
              <a:rPr lang="en-US" altLang="ko-KR" sz="1400" dirty="0" err="1"/>
              <a:t>ora.connect</a:t>
            </a:r>
            <a:r>
              <a:rPr lang="en-US" altLang="ko-KR" sz="1400" dirty="0"/>
              <a:t>('c##ora_user1/1111@localhost:1521/</a:t>
            </a:r>
            <a:r>
              <a:rPr lang="en-US" altLang="ko-KR" sz="1400" dirty="0" err="1"/>
              <a:t>xe</a:t>
            </a:r>
            <a:r>
              <a:rPr lang="en-US" altLang="ko-KR" sz="1400" dirty="0"/>
              <a:t>')</a:t>
            </a:r>
          </a:p>
          <a:p>
            <a:r>
              <a:rPr lang="en-US" altLang="ko-KR" sz="1400" dirty="0"/>
              <a:t>        cursor = </a:t>
            </a:r>
            <a:r>
              <a:rPr lang="en-US" altLang="ko-KR" sz="1400" dirty="0" err="1"/>
              <a:t>conn.cursor</a:t>
            </a:r>
            <a:r>
              <a:rPr lang="en-US" altLang="ko-KR" sz="1400" dirty="0"/>
              <a:t>()</a:t>
            </a:r>
          </a:p>
          <a:p>
            <a:r>
              <a:rPr lang="en-US" altLang="ko-KR" sz="1400" dirty="0"/>
              <a:t>    except Exception as e:</a:t>
            </a:r>
          </a:p>
          <a:p>
            <a:r>
              <a:rPr lang="en-US" altLang="ko-KR" sz="1400" dirty="0"/>
              <a:t>        msg="</a:t>
            </a:r>
            <a:r>
              <a:rPr lang="ko-KR" altLang="en-US" sz="1400" dirty="0"/>
              <a:t>예외발생</a:t>
            </a:r>
            <a:r>
              <a:rPr lang="en-US" altLang="ko-KR" sz="1400" dirty="0"/>
              <a:t>"</a:t>
            </a:r>
          </a:p>
          <a:p>
            <a:r>
              <a:rPr lang="en-US" altLang="ko-KR" sz="1400" dirty="0"/>
              <a:t>        print(msg)</a:t>
            </a:r>
          </a:p>
          <a:p>
            <a:r>
              <a:rPr lang="en-US" altLang="ko-KR" sz="1400" dirty="0"/>
              <a:t>    return conn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32E8BC4-EA0F-068A-4653-13AE37FD27C8}"/>
              </a:ext>
            </a:extLst>
          </p:cNvPr>
          <p:cNvSpPr/>
          <p:nvPr/>
        </p:nvSpPr>
        <p:spPr>
          <a:xfrm>
            <a:off x="55879" y="2146570"/>
            <a:ext cx="5808025" cy="9321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cxnSp>
        <p:nvCxnSpPr>
          <p:cNvPr id="6" name="연결선: 꺾임 5">
            <a:extLst>
              <a:ext uri="{FF2B5EF4-FFF2-40B4-BE49-F238E27FC236}">
                <a16:creationId xmlns:a16="http://schemas.microsoft.com/office/drawing/2014/main" id="{FD58C6F5-9603-067B-A6B3-CB55F741429A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flipV="1">
            <a:off x="5863904" y="2043533"/>
            <a:ext cx="271314" cy="569132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D24BDA6-115D-CEFA-DC0D-ADAB378B0929}"/>
              </a:ext>
            </a:extLst>
          </p:cNvPr>
          <p:cNvSpPr txBox="1"/>
          <p:nvPr/>
        </p:nvSpPr>
        <p:spPr>
          <a:xfrm>
            <a:off x="9446704" y="6581001"/>
            <a:ext cx="27452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https://heannim-world.tistory.com/37</a:t>
            </a:r>
            <a:endParaRPr lang="ko-KR" altLang="en-US" sz="12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BB92EE4-3C3A-0750-9E9F-CE24F72734B6}"/>
              </a:ext>
            </a:extLst>
          </p:cNvPr>
          <p:cNvSpPr/>
          <p:nvPr/>
        </p:nvSpPr>
        <p:spPr>
          <a:xfrm>
            <a:off x="6135218" y="3216383"/>
            <a:ext cx="6020429" cy="178914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sz="1400" dirty="0"/>
              <a:t># 1</a:t>
            </a:r>
            <a:r>
              <a:rPr lang="ko-KR" altLang="en-US" sz="1400" dirty="0"/>
              <a:t>개의 데이터 입력</a:t>
            </a:r>
            <a:br>
              <a:rPr lang="en-US" altLang="ko-KR" sz="1400" dirty="0"/>
            </a:br>
            <a:r>
              <a:rPr lang="en-US" altLang="ko-KR" sz="1400" dirty="0"/>
              <a:t># </a:t>
            </a:r>
            <a:r>
              <a:rPr lang="en-US" altLang="ko-KR" sz="1400" dirty="0" err="1"/>
              <a:t>sql</a:t>
            </a:r>
            <a:r>
              <a:rPr lang="en-US" altLang="ko-KR" sz="1400" dirty="0"/>
              <a:t> </a:t>
            </a:r>
            <a:r>
              <a:rPr lang="ko-KR" altLang="en-US" sz="1400" dirty="0"/>
              <a:t>구문 </a:t>
            </a:r>
            <a:r>
              <a:rPr lang="en-US" altLang="ko-KR" sz="1400" dirty="0"/>
              <a:t>,  </a:t>
            </a:r>
            <a:r>
              <a:rPr lang="en-US" altLang="ko-KR" sz="1400" dirty="0" err="1"/>
              <a:t>board_seq.nextval</a:t>
            </a:r>
            <a:r>
              <a:rPr lang="en-US" altLang="ko-KR" sz="1400" dirty="0"/>
              <a:t> : </a:t>
            </a:r>
            <a:r>
              <a:rPr lang="ko-KR" altLang="en-US" sz="1400" dirty="0"/>
              <a:t>시퀀스 증가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sysdate</a:t>
            </a:r>
            <a:r>
              <a:rPr lang="en-US" altLang="ko-KR" sz="1400" dirty="0"/>
              <a:t> : </a:t>
            </a:r>
            <a:r>
              <a:rPr lang="ko-KR" altLang="en-US" sz="1400" dirty="0"/>
              <a:t>날짜자동입력</a:t>
            </a:r>
            <a:endParaRPr lang="en-US" altLang="ko-KR" sz="1400" dirty="0"/>
          </a:p>
          <a:p>
            <a:r>
              <a:rPr lang="en-US" altLang="ko-KR" sz="1400" dirty="0" err="1"/>
              <a:t>sql_insert</a:t>
            </a:r>
            <a:r>
              <a:rPr lang="en-US" altLang="ko-KR" sz="1400" dirty="0"/>
              <a:t> ='insert into board values( </a:t>
            </a:r>
            <a:r>
              <a:rPr lang="en-US" altLang="ko-KR" sz="1400" dirty="0" err="1"/>
              <a:t>board_seq.nextval</a:t>
            </a:r>
            <a:r>
              <a:rPr lang="en-US" altLang="ko-KR" sz="1400" dirty="0"/>
              <a:t>, :</a:t>
            </a:r>
            <a:r>
              <a:rPr lang="en-US" altLang="ko-KR" sz="1400" dirty="0" err="1"/>
              <a:t>b_id</a:t>
            </a:r>
            <a:r>
              <a:rPr lang="en-US" altLang="ko-KR" sz="1400" dirty="0"/>
              <a:t>, :</a:t>
            </a:r>
            <a:r>
              <a:rPr lang="en-US" altLang="ko-KR" sz="1400" dirty="0" err="1"/>
              <a:t>b_title</a:t>
            </a:r>
            <a:r>
              <a:rPr lang="en-US" altLang="ko-KR" sz="1400" dirty="0"/>
              <a:t>, :</a:t>
            </a:r>
            <a:r>
              <a:rPr lang="en-US" altLang="ko-KR" sz="1400" dirty="0" err="1"/>
              <a:t>b_content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sysdate</a:t>
            </a:r>
            <a:r>
              <a:rPr lang="en-US" altLang="ko-KR" sz="1400" dirty="0"/>
              <a:t> )’</a:t>
            </a:r>
          </a:p>
          <a:p>
            <a:endParaRPr lang="en-US" altLang="ko-KR" sz="1400" dirty="0"/>
          </a:p>
          <a:p>
            <a:r>
              <a:rPr lang="en-US" altLang="ko-KR" sz="1400" dirty="0"/>
              <a:t># </a:t>
            </a:r>
            <a:r>
              <a:rPr lang="ko-KR" altLang="en-US" sz="1400" dirty="0"/>
              <a:t>실행구문  </a:t>
            </a:r>
            <a:r>
              <a:rPr lang="en-US" altLang="ko-KR" sz="1400" dirty="0"/>
              <a:t>-  </a:t>
            </a:r>
            <a:r>
              <a:rPr lang="en-US" altLang="ko-KR" sz="1400" dirty="0" err="1"/>
              <a:t>b_no</a:t>
            </a:r>
            <a:r>
              <a:rPr lang="en-US" altLang="ko-KR" sz="1400" dirty="0"/>
              <a:t>=‘1’ : </a:t>
            </a:r>
            <a:r>
              <a:rPr lang="ko-KR" altLang="en-US" sz="1400" dirty="0" err="1"/>
              <a:t>직접입력가능</a:t>
            </a:r>
            <a:endParaRPr lang="en-US" altLang="ko-KR" sz="1400" dirty="0"/>
          </a:p>
          <a:p>
            <a:r>
              <a:rPr lang="en-US" altLang="ko-KR" sz="1400" dirty="0"/>
              <a:t> </a:t>
            </a:r>
            <a:r>
              <a:rPr lang="en-US" altLang="ko-KR" sz="1400" dirty="0" err="1"/>
              <a:t>cursor.execute</a:t>
            </a:r>
            <a:r>
              <a:rPr lang="en-US" altLang="ko-KR" sz="1400" dirty="0"/>
              <a:t>( </a:t>
            </a:r>
            <a:r>
              <a:rPr lang="en-US" altLang="ko-KR" sz="1400" dirty="0" err="1"/>
              <a:t>sql_insert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b_no</a:t>
            </a:r>
            <a:r>
              <a:rPr lang="en-US" altLang="ko-KR" sz="1400" dirty="0"/>
              <a:t>=</a:t>
            </a:r>
            <a:r>
              <a:rPr lang="en-US" altLang="ko-KR" sz="1400" dirty="0" err="1"/>
              <a:t>b_no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b_title</a:t>
            </a:r>
            <a:r>
              <a:rPr lang="en-US" altLang="ko-KR" sz="1400" dirty="0"/>
              <a:t>=</a:t>
            </a:r>
            <a:r>
              <a:rPr lang="en-US" altLang="ko-KR" sz="1400" dirty="0" err="1"/>
              <a:t>b_title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b_content</a:t>
            </a:r>
            <a:r>
              <a:rPr lang="en-US" altLang="ko-KR" sz="1400" dirty="0"/>
              <a:t>=</a:t>
            </a:r>
            <a:r>
              <a:rPr lang="en-US" altLang="ko-KR" sz="1400" dirty="0" err="1"/>
              <a:t>b_content</a:t>
            </a:r>
            <a:r>
              <a:rPr lang="en-US" altLang="ko-KR" sz="1400" dirty="0"/>
              <a:t>)</a:t>
            </a:r>
          </a:p>
          <a:p>
            <a:endParaRPr lang="en-US" altLang="ko-KR" sz="1400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BB0C8D8-2E3C-330F-F23D-642FD2AAD92B}"/>
              </a:ext>
            </a:extLst>
          </p:cNvPr>
          <p:cNvSpPr/>
          <p:nvPr/>
        </p:nvSpPr>
        <p:spPr>
          <a:xfrm>
            <a:off x="55879" y="4396001"/>
            <a:ext cx="5808025" cy="9321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FFA1B5E1-29AF-42CA-DEDB-1A07410E564F}"/>
              </a:ext>
            </a:extLst>
          </p:cNvPr>
          <p:cNvCxnSpPr>
            <a:cxnSpLocks/>
            <a:stCxn id="9" idx="3"/>
            <a:endCxn id="8" idx="1"/>
          </p:cNvCxnSpPr>
          <p:nvPr/>
        </p:nvCxnSpPr>
        <p:spPr>
          <a:xfrm flipV="1">
            <a:off x="5863904" y="4110955"/>
            <a:ext cx="271314" cy="751141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2324A27-3284-C954-C4C9-9E6BAB84A4E6}"/>
              </a:ext>
            </a:extLst>
          </p:cNvPr>
          <p:cNvSpPr txBox="1"/>
          <p:nvPr/>
        </p:nvSpPr>
        <p:spPr>
          <a:xfrm>
            <a:off x="6135151" y="5193940"/>
            <a:ext cx="60009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/>
              <a:t>print(</a:t>
            </a:r>
            <a:r>
              <a:rPr lang="en-US" altLang="ko-KR" dirty="0" err="1"/>
              <a:t>qs.query</a:t>
            </a:r>
            <a:r>
              <a:rPr lang="en-US" altLang="ko-KR" dirty="0"/>
              <a:t>)    # </a:t>
            </a:r>
            <a:r>
              <a:rPr lang="en-US" altLang="ko-KR" dirty="0" err="1"/>
              <a:t>sql</a:t>
            </a:r>
            <a:r>
              <a:rPr lang="ko-KR" altLang="en-US" dirty="0" err="1"/>
              <a:t>쿼리문</a:t>
            </a:r>
            <a:r>
              <a:rPr lang="ko-KR" altLang="en-US" dirty="0"/>
              <a:t> 확인</a:t>
            </a:r>
          </a:p>
        </p:txBody>
      </p:sp>
    </p:spTree>
    <p:extLst>
      <p:ext uri="{BB962C8B-B14F-4D97-AF65-F5344CB8AC3E}">
        <p14:creationId xmlns:p14="http://schemas.microsoft.com/office/powerpoint/2010/main" val="2835161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80EB46-A41F-42D1-925C-1E1D34396238}"/>
              </a:ext>
            </a:extLst>
          </p:cNvPr>
          <p:cNvSpPr txBox="1"/>
          <p:nvPr/>
        </p:nvSpPr>
        <p:spPr>
          <a:xfrm>
            <a:off x="974754" y="227654"/>
            <a:ext cx="873527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오라클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db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연결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 -  execute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여러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row 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저장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</a:t>
            </a:r>
            <a:r>
              <a:rPr lang="ko-KR" altLang="en-US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저장타입</a:t>
            </a:r>
            <a:endParaRPr lang="ko-KR" altLang="en-US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75297CD-9753-4A7F-A617-C272413A0538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18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74B1E6-0CBD-47FF-9E1A-807CBFBAA370}"/>
              </a:ext>
            </a:extLst>
          </p:cNvPr>
          <p:cNvSpPr/>
          <p:nvPr/>
        </p:nvSpPr>
        <p:spPr>
          <a:xfrm>
            <a:off x="36422" y="979221"/>
            <a:ext cx="6020429" cy="587877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# </a:t>
            </a:r>
            <a:r>
              <a:rPr lang="ko-KR" altLang="en-US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오라클 연결 </a:t>
            </a:r>
            <a:r>
              <a:rPr lang="ko-KR" altLang="en-US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여러개</a:t>
            </a:r>
            <a:r>
              <a:rPr lang="ko-KR" altLang="en-US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파일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def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ora_list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(request):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## import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cx_Oracle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as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ora</a:t>
            </a:r>
            <a:endParaRPr lang="en-US" altLang="ko-KR" sz="1400" b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## </a:t>
            </a:r>
            <a:r>
              <a:rPr lang="ko-KR" altLang="en-US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오라클 연결 </a:t>
            </a:r>
          </a:p>
          <a:p>
            <a:r>
              <a:rPr lang="ko-KR" altLang="en-US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df =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pd.read_excel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('C:\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pyFolder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\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js_work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\score.xlsx',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usecols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='A:D',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dtype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={0:str,1:str,2:str,3:str})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df1 = df[['</a:t>
            </a:r>
            <a:r>
              <a:rPr lang="ko-KR" altLang="en-US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지원번호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','</a:t>
            </a:r>
            <a:r>
              <a:rPr lang="ko-KR" altLang="en-US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이름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','</a:t>
            </a:r>
            <a:r>
              <a:rPr lang="ko-KR" altLang="en-US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학교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','</a:t>
            </a:r>
            <a:r>
              <a:rPr lang="ko-KR" altLang="en-US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키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']]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rows = [ tuple(x) for x in df1.to_records(index=False) ]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</a:t>
            </a:r>
          </a:p>
          <a:p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   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conn = connections()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print(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conn.version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) # 18.4.0.0.0 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cursor =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conn.cursor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()   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print(cursor) # &lt;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cx_Oracle.Cursor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on &lt;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cx_Oracle.Connection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to c##ora_user1@localhost:1521/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xe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&gt;&gt;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# oracle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db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에 저장</a:t>
            </a:r>
          </a:p>
          <a:p>
            <a:r>
              <a:rPr lang="ko-KR" altLang="en-US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cursor.execute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('delete from score')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score_query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= 'insert into score values(:1,:2,:3,:4)'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cursor.executemany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(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score_query,rows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)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conn.commit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()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cursor.execute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('select count(*) from score')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cnt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=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cursor.fetchone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()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print('insert </a:t>
            </a:r>
            <a:r>
              <a:rPr lang="ko-KR" altLang="en-US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건수 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: ',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cnt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)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cursor.close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()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return render(request,'notice_list.html')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1D42943-2E38-403A-A952-FC36E4FD1405}"/>
              </a:ext>
            </a:extLst>
          </p:cNvPr>
          <p:cNvSpPr/>
          <p:nvPr/>
        </p:nvSpPr>
        <p:spPr>
          <a:xfrm>
            <a:off x="4627927" y="989177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Views.py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5B61F7F-3778-4E54-AA42-700CBC6F1C65}"/>
              </a:ext>
            </a:extLst>
          </p:cNvPr>
          <p:cNvSpPr/>
          <p:nvPr/>
        </p:nvSpPr>
        <p:spPr>
          <a:xfrm>
            <a:off x="6135218" y="898158"/>
            <a:ext cx="6020429" cy="139998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sz="1400" dirty="0"/>
              <a:t># pandas </a:t>
            </a:r>
            <a:r>
              <a:rPr lang="ko-KR" altLang="en-US" sz="1400" dirty="0"/>
              <a:t>엑셀 데이터 불러오기</a:t>
            </a:r>
            <a:br>
              <a:rPr lang="en-US" altLang="ko-KR" sz="1400" dirty="0"/>
            </a:br>
            <a:endParaRPr lang="en-US" altLang="ko-KR" sz="1400" dirty="0"/>
          </a:p>
          <a:p>
            <a:r>
              <a:rPr lang="en-US" altLang="ko-KR" sz="1400" dirty="0"/>
              <a:t># </a:t>
            </a:r>
            <a:r>
              <a:rPr lang="en-US" altLang="ko-KR" sz="1400" dirty="0" err="1"/>
              <a:t>usecols</a:t>
            </a:r>
            <a:r>
              <a:rPr lang="ko-KR" altLang="en-US" sz="1400" dirty="0"/>
              <a:t> </a:t>
            </a:r>
            <a:r>
              <a:rPr lang="en-US" altLang="ko-KR" sz="1400" dirty="0"/>
              <a:t>=‘A:D’   # </a:t>
            </a:r>
            <a:r>
              <a:rPr lang="ko-KR" altLang="en-US" sz="1400" dirty="0" err="1"/>
              <a:t>엑셀컬럼</a:t>
            </a:r>
            <a:r>
              <a:rPr lang="ko-KR" altLang="en-US" sz="1400" dirty="0"/>
              <a:t> </a:t>
            </a:r>
            <a:r>
              <a:rPr lang="en-US" altLang="ko-KR" sz="1400" dirty="0"/>
              <a:t>A,B,C,D</a:t>
            </a:r>
            <a:r>
              <a:rPr lang="ko-KR" altLang="en-US" sz="1400" dirty="0"/>
              <a:t>를 가져옴</a:t>
            </a:r>
            <a:r>
              <a:rPr lang="en-US" altLang="ko-KR" sz="1400" dirty="0"/>
              <a:t>.</a:t>
            </a:r>
            <a:br>
              <a:rPr lang="en-US" altLang="ko-KR" sz="1400" dirty="0"/>
            </a:br>
            <a:br>
              <a:rPr lang="en-US" altLang="ko-KR" sz="1400" dirty="0"/>
            </a:br>
            <a:r>
              <a:rPr lang="en-US" altLang="ko-KR" sz="1400" dirty="0"/>
              <a:t># </a:t>
            </a:r>
            <a:r>
              <a:rPr lang="en-US" altLang="ko-KR" sz="1400" dirty="0" err="1"/>
              <a:t>dtype</a:t>
            </a:r>
            <a:r>
              <a:rPr lang="en-US" altLang="ko-KR" sz="1400" dirty="0"/>
              <a:t> = { 0:str, 1:str, 2:str, 3:str }  # 0</a:t>
            </a:r>
            <a:r>
              <a:rPr lang="ko-KR" altLang="en-US" sz="1400" dirty="0"/>
              <a:t>번째 컬럼 </a:t>
            </a:r>
            <a:r>
              <a:rPr lang="en-US" altLang="ko-KR" sz="1400" dirty="0"/>
              <a:t>str</a:t>
            </a:r>
            <a:r>
              <a:rPr lang="ko-KR" altLang="en-US" sz="1400" dirty="0"/>
              <a:t>타입 설정</a:t>
            </a:r>
          </a:p>
          <a:p>
            <a:r>
              <a:rPr lang="en-US" altLang="ko-KR" sz="1400" dirty="0"/>
              <a:t># </a:t>
            </a:r>
            <a:r>
              <a:rPr lang="ko-KR" altLang="en-US" sz="1400" dirty="0"/>
              <a:t>예</a:t>
            </a:r>
            <a:r>
              <a:rPr lang="en-US" altLang="ko-KR" sz="1400" dirty="0"/>
              <a:t>)  {0: float, 1:int} 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42F40DA-C247-448B-9DCB-30B04518BB59}"/>
              </a:ext>
            </a:extLst>
          </p:cNvPr>
          <p:cNvSpPr/>
          <p:nvPr/>
        </p:nvSpPr>
        <p:spPr>
          <a:xfrm>
            <a:off x="55879" y="1857388"/>
            <a:ext cx="5942249" cy="6677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35200087-3BFF-4964-BFCD-46A20EA6DE03}"/>
              </a:ext>
            </a:extLst>
          </p:cNvPr>
          <p:cNvCxnSpPr>
            <a:cxnSpLocks/>
            <a:stCxn id="21" idx="3"/>
            <a:endCxn id="19" idx="1"/>
          </p:cNvCxnSpPr>
          <p:nvPr/>
        </p:nvCxnSpPr>
        <p:spPr>
          <a:xfrm flipV="1">
            <a:off x="5998128" y="1598149"/>
            <a:ext cx="137090" cy="593127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1F2B670-C4A0-41C4-9249-D268DCE609F5}"/>
              </a:ext>
            </a:extLst>
          </p:cNvPr>
          <p:cNvSpPr txBox="1"/>
          <p:nvPr/>
        </p:nvSpPr>
        <p:spPr>
          <a:xfrm>
            <a:off x="7088697" y="6581001"/>
            <a:ext cx="51033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hlinkClick r:id="rId2"/>
              </a:rPr>
              <a:t>https://heannim-world.tistory.com/37</a:t>
            </a:r>
            <a:r>
              <a:rPr lang="en-US" altLang="ko-KR" sz="1200" dirty="0"/>
              <a:t>  /  https://geumjubu.tistory.com/10</a:t>
            </a:r>
            <a:endParaRPr lang="ko-KR" altLang="en-US" sz="120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777AF4F-3974-46F3-A830-D8744878EA3B}"/>
              </a:ext>
            </a:extLst>
          </p:cNvPr>
          <p:cNvSpPr/>
          <p:nvPr/>
        </p:nvSpPr>
        <p:spPr>
          <a:xfrm>
            <a:off x="6135218" y="3954417"/>
            <a:ext cx="6020429" cy="262658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sz="1400" dirty="0"/>
              <a:t># </a:t>
            </a:r>
            <a:r>
              <a:rPr lang="ko-KR" altLang="en-US" sz="1400" dirty="0"/>
              <a:t>데이터 </a:t>
            </a:r>
            <a:r>
              <a:rPr lang="en-US" altLang="ko-KR" sz="1400" dirty="0"/>
              <a:t>insert, select</a:t>
            </a:r>
            <a:r>
              <a:rPr lang="ko-KR" altLang="en-US" sz="1400" dirty="0"/>
              <a:t>시 명령어</a:t>
            </a:r>
            <a:br>
              <a:rPr lang="en-US" altLang="ko-KR" sz="1400" dirty="0"/>
            </a:br>
            <a:r>
              <a:rPr lang="en-US" altLang="ko-KR" sz="1400" dirty="0" err="1"/>
              <a:t>cursor.execute</a:t>
            </a:r>
            <a:r>
              <a:rPr lang="en-US" altLang="ko-KR" sz="1400" dirty="0"/>
              <a:t>(</a:t>
            </a:r>
            <a:r>
              <a:rPr lang="en-US" altLang="ko-KR" sz="1400" dirty="0" err="1"/>
              <a:t>score_insert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stu_no</a:t>
            </a:r>
            <a:r>
              <a:rPr lang="en-US" altLang="ko-KR" sz="1400" dirty="0"/>
              <a:t>=‘1</a:t>
            </a:r>
            <a:r>
              <a:rPr lang="ko-KR" altLang="en-US" sz="1400" dirty="0"/>
              <a:t>번</a:t>
            </a:r>
            <a:r>
              <a:rPr lang="en-US" altLang="ko-KR" sz="1400" dirty="0"/>
              <a:t>’,</a:t>
            </a:r>
            <a:r>
              <a:rPr lang="en-US" altLang="ko-KR" sz="1400" dirty="0" err="1"/>
              <a:t>stu_name</a:t>
            </a:r>
            <a:r>
              <a:rPr lang="en-US" altLang="ko-KR" sz="1400" dirty="0"/>
              <a:t>=‘</a:t>
            </a:r>
            <a:r>
              <a:rPr lang="ko-KR" altLang="en-US" sz="1400" dirty="0" err="1"/>
              <a:t>강나래</a:t>
            </a:r>
            <a:r>
              <a:rPr lang="en-US" altLang="ko-KR" sz="1400" dirty="0"/>
              <a:t>’)</a:t>
            </a:r>
          </a:p>
          <a:p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cursor.executemany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(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score_query,rows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)</a:t>
            </a:r>
          </a:p>
          <a:p>
            <a:endParaRPr lang="en-US" altLang="ko-KR" sz="140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# </a:t>
            </a:r>
            <a:r>
              <a:rPr lang="ko-KR" altLang="en-US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데이터 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select</a:t>
            </a:r>
            <a:r>
              <a:rPr lang="ko-KR" altLang="en-US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시 명령어 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-&gt; execute</a:t>
            </a:r>
            <a:r>
              <a:rPr lang="ko-KR" altLang="en-US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후 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fetch</a:t>
            </a:r>
            <a:r>
              <a:rPr lang="ko-KR" altLang="en-US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사용</a:t>
            </a:r>
            <a:b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</a:b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# 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cursor.execute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(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score_select,stu_no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=‘1</a:t>
            </a:r>
            <a:r>
              <a:rPr lang="ko-KR" altLang="en-US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번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’)</a:t>
            </a:r>
          </a:p>
          <a:p>
            <a:r>
              <a:rPr lang="en-US" altLang="ko-KR" sz="1400" dirty="0" err="1"/>
              <a:t>cursor.fetchall</a:t>
            </a:r>
            <a:r>
              <a:rPr lang="en-US" altLang="ko-KR" sz="1400" dirty="0"/>
              <a:t>() : </a:t>
            </a:r>
            <a:r>
              <a:rPr lang="ko-KR" altLang="en-US" sz="1400" dirty="0"/>
              <a:t>모든 데이터를 가져올 때 사용</a:t>
            </a:r>
            <a:br>
              <a:rPr lang="en-US" altLang="ko-KR" sz="1400" dirty="0"/>
            </a:br>
            <a:r>
              <a:rPr lang="en-US" altLang="ko-KR" sz="1400" dirty="0" err="1"/>
              <a:t>cursor.fetchone</a:t>
            </a:r>
            <a:r>
              <a:rPr lang="en-US" altLang="ko-KR" sz="1400" dirty="0"/>
              <a:t>() : </a:t>
            </a:r>
            <a:r>
              <a:rPr lang="ko-KR" altLang="en-US" sz="1400" dirty="0"/>
              <a:t>한번 호출에 </a:t>
            </a:r>
            <a:r>
              <a:rPr lang="en-US" altLang="ko-KR" sz="1400" dirty="0"/>
              <a:t>1</a:t>
            </a:r>
            <a:r>
              <a:rPr lang="ko-KR" altLang="en-US" sz="1400" dirty="0"/>
              <a:t>개 </a:t>
            </a:r>
            <a:r>
              <a:rPr lang="en-US" altLang="ko-KR" sz="1400" dirty="0"/>
              <a:t>Row</a:t>
            </a:r>
            <a:r>
              <a:rPr lang="ko-KR" altLang="en-US" sz="1400" dirty="0"/>
              <a:t>를 가져올 때 사용</a:t>
            </a:r>
            <a:br>
              <a:rPr lang="en-US" altLang="ko-KR" sz="1400" dirty="0"/>
            </a:br>
            <a:r>
              <a:rPr lang="en-US" altLang="ko-KR" sz="1400" dirty="0"/>
              <a:t># </a:t>
            </a:r>
            <a:r>
              <a:rPr lang="ko-KR" altLang="en-US" sz="1400" dirty="0"/>
              <a:t>컬럼이 </a:t>
            </a:r>
            <a:r>
              <a:rPr lang="ko-KR" altLang="en-US" sz="1400" dirty="0" err="1"/>
              <a:t>지원번호</a:t>
            </a:r>
            <a:r>
              <a:rPr lang="en-US" altLang="ko-KR" sz="1400" dirty="0"/>
              <a:t>, </a:t>
            </a:r>
            <a:r>
              <a:rPr lang="ko-KR" altLang="en-US" sz="1400" dirty="0"/>
              <a:t>이름</a:t>
            </a:r>
            <a:r>
              <a:rPr lang="en-US" altLang="ko-KR" sz="1400" dirty="0"/>
              <a:t>,</a:t>
            </a:r>
            <a:r>
              <a:rPr lang="ko-KR" altLang="en-US" sz="1400" dirty="0"/>
              <a:t>학교</a:t>
            </a:r>
            <a:r>
              <a:rPr lang="en-US" altLang="ko-KR" sz="1400" dirty="0"/>
              <a:t>, </a:t>
            </a:r>
            <a:r>
              <a:rPr lang="ko-KR" altLang="en-US" sz="1400" dirty="0"/>
              <a:t>키</a:t>
            </a:r>
            <a:r>
              <a:rPr lang="en-US" altLang="ko-KR" sz="1400" dirty="0"/>
              <a:t>   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# no</a:t>
            </a:r>
            <a:r>
              <a:rPr lang="en-US" altLang="ko-KR" sz="1400" dirty="0"/>
              <a:t> = row[0]  #</a:t>
            </a:r>
            <a:r>
              <a:rPr lang="ko-KR" altLang="en-US" sz="1400" dirty="0" err="1"/>
              <a:t>지원번호</a:t>
            </a:r>
            <a:r>
              <a:rPr lang="ko-KR" altLang="en-US" sz="1400" dirty="0"/>
              <a:t> 데이터 넘어옴</a:t>
            </a:r>
            <a:endParaRPr lang="en-US" altLang="ko-KR" sz="140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en-US" altLang="ko-KR" sz="1400" dirty="0"/>
              <a:t>                                                    # name = row[1] # </a:t>
            </a:r>
            <a:r>
              <a:rPr lang="ko-KR" altLang="en-US" sz="1400" dirty="0"/>
              <a:t>이름 넘어옴</a:t>
            </a:r>
            <a:r>
              <a:rPr lang="en-US" altLang="ko-KR" sz="1400" dirty="0"/>
              <a:t>…</a:t>
            </a:r>
          </a:p>
          <a:p>
            <a:r>
              <a:rPr lang="en-US" altLang="ko-KR" sz="1400" dirty="0"/>
              <a:t>                                                    # school = row[2]</a:t>
            </a:r>
          </a:p>
          <a:p>
            <a:r>
              <a:rPr lang="en-US" altLang="ko-KR" sz="1400" dirty="0" err="1"/>
              <a:t>cursor.fetchmany</a:t>
            </a:r>
            <a:r>
              <a:rPr lang="en-US" altLang="ko-KR" sz="1400" dirty="0"/>
              <a:t>(n) : n</a:t>
            </a:r>
            <a:r>
              <a:rPr lang="ko-KR" altLang="en-US" sz="1400" dirty="0"/>
              <a:t>개 만큼의 데이터를 가져올 때 사용</a:t>
            </a:r>
            <a:endParaRPr lang="en-US" altLang="ko-KR" sz="1400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B6329C79-0B21-4F94-B02F-B66BDFE4C8EB}"/>
              </a:ext>
            </a:extLst>
          </p:cNvPr>
          <p:cNvSpPr/>
          <p:nvPr/>
        </p:nvSpPr>
        <p:spPr>
          <a:xfrm>
            <a:off x="55879" y="4390665"/>
            <a:ext cx="5808025" cy="120080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ACBD0EB5-6F3B-4B0F-98D1-9101DE2E4C97}"/>
              </a:ext>
            </a:extLst>
          </p:cNvPr>
          <p:cNvCxnSpPr>
            <a:cxnSpLocks/>
            <a:stCxn id="24" idx="3"/>
            <a:endCxn id="23" idx="1"/>
          </p:cNvCxnSpPr>
          <p:nvPr/>
        </p:nvCxnSpPr>
        <p:spPr>
          <a:xfrm>
            <a:off x="5863904" y="4991069"/>
            <a:ext cx="271314" cy="276640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45718A4-41EC-4554-8166-DFBBDE9E1ADC}"/>
              </a:ext>
            </a:extLst>
          </p:cNvPr>
          <p:cNvSpPr/>
          <p:nvPr/>
        </p:nvSpPr>
        <p:spPr>
          <a:xfrm>
            <a:off x="6135218" y="2325615"/>
            <a:ext cx="6020429" cy="159704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sz="1400" dirty="0"/>
              <a:t># 1</a:t>
            </a:r>
            <a:r>
              <a:rPr lang="ko-KR" altLang="en-US" sz="1400" dirty="0"/>
              <a:t>줄 </a:t>
            </a:r>
            <a:r>
              <a:rPr lang="en-US" altLang="ko-KR" sz="1400" dirty="0"/>
              <a:t>for</a:t>
            </a:r>
            <a:r>
              <a:rPr lang="ko-KR" altLang="en-US" sz="1400" dirty="0"/>
              <a:t>문은 리턴이 자동으로 </a:t>
            </a:r>
            <a:r>
              <a:rPr lang="en-US" altLang="ko-KR" sz="1400" dirty="0"/>
              <a:t>LIST</a:t>
            </a:r>
            <a:r>
              <a:rPr lang="ko-KR" altLang="en-US" sz="1400" dirty="0"/>
              <a:t>가 됨</a:t>
            </a:r>
            <a:r>
              <a:rPr lang="en-US" altLang="ko-KR" sz="1400" dirty="0"/>
              <a:t>.</a:t>
            </a:r>
            <a:br>
              <a:rPr lang="en-US" altLang="ko-KR" sz="1400" dirty="0"/>
            </a:br>
            <a:endParaRPr lang="en-US" altLang="ko-KR" sz="1400" dirty="0"/>
          </a:p>
          <a:p>
            <a:r>
              <a:rPr lang="en-US" altLang="ko-KR" sz="1400" dirty="0"/>
              <a:t># rows</a:t>
            </a:r>
            <a:r>
              <a:rPr lang="ko-KR" altLang="en-US" sz="1400" dirty="0"/>
              <a:t>는 </a:t>
            </a:r>
            <a:r>
              <a:rPr lang="en-US" altLang="ko-KR" sz="1400" dirty="0"/>
              <a:t>tuple(x)</a:t>
            </a:r>
            <a:r>
              <a:rPr lang="ko-KR" altLang="en-US" sz="1400" dirty="0"/>
              <a:t>형태의 </a:t>
            </a:r>
            <a:r>
              <a:rPr lang="en-US" altLang="ko-KR" sz="1400" dirty="0"/>
              <a:t>LIST</a:t>
            </a:r>
            <a:br>
              <a:rPr lang="en-US" altLang="ko-KR" sz="1400" dirty="0"/>
            </a:br>
            <a:r>
              <a:rPr lang="en-US" altLang="ko-KR" sz="1400" dirty="0"/>
              <a:t>data=[</a:t>
            </a:r>
          </a:p>
          <a:p>
            <a:r>
              <a:rPr lang="en-US" altLang="ko-KR" sz="1400" dirty="0"/>
              <a:t>      (‘1</a:t>
            </a:r>
            <a:r>
              <a:rPr lang="ko-KR" altLang="en-US" sz="1400" dirty="0"/>
              <a:t>번</a:t>
            </a:r>
            <a:r>
              <a:rPr lang="en-US" altLang="ko-KR" sz="1400" dirty="0"/>
              <a:t>’,’</a:t>
            </a:r>
            <a:r>
              <a:rPr lang="ko-KR" altLang="en-US" sz="1400" dirty="0" err="1"/>
              <a:t>강나래</a:t>
            </a:r>
            <a:r>
              <a:rPr lang="en-US" altLang="ko-KR" sz="1400" dirty="0"/>
              <a:t>’,’</a:t>
            </a:r>
            <a:r>
              <a:rPr lang="ko-KR" altLang="en-US" sz="1400" dirty="0" err="1"/>
              <a:t>구로고</a:t>
            </a:r>
            <a:r>
              <a:rPr lang="en-US" altLang="ko-KR" sz="1400" dirty="0"/>
              <a:t>‘,’197’), (‘2</a:t>
            </a:r>
            <a:r>
              <a:rPr lang="ko-KR" altLang="en-US" sz="1400" dirty="0"/>
              <a:t>번</a:t>
            </a:r>
            <a:r>
              <a:rPr lang="en-US" altLang="ko-KR" sz="1400" dirty="0"/>
              <a:t>’,’</a:t>
            </a:r>
            <a:r>
              <a:rPr lang="ko-KR" altLang="en-US" sz="1400" dirty="0"/>
              <a:t>강태원</a:t>
            </a:r>
            <a:r>
              <a:rPr lang="en-US" altLang="ko-KR" sz="1400" dirty="0"/>
              <a:t>’,’</a:t>
            </a:r>
            <a:r>
              <a:rPr lang="ko-KR" altLang="en-US" sz="1400" dirty="0" err="1"/>
              <a:t>구로고</a:t>
            </a:r>
            <a:r>
              <a:rPr lang="en-US" altLang="ko-KR" sz="1400" dirty="0"/>
              <a:t>‘,’184’)</a:t>
            </a:r>
          </a:p>
          <a:p>
            <a:r>
              <a:rPr lang="en-US" altLang="ko-KR" sz="1400" dirty="0"/>
              <a:t>       …</a:t>
            </a:r>
          </a:p>
          <a:p>
            <a:r>
              <a:rPr lang="en-US" altLang="ko-KR" sz="1400" dirty="0"/>
              <a:t>  ]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D25B394-BFF0-45E0-B28E-C70F665B864D}"/>
              </a:ext>
            </a:extLst>
          </p:cNvPr>
          <p:cNvSpPr/>
          <p:nvPr/>
        </p:nvSpPr>
        <p:spPr>
          <a:xfrm>
            <a:off x="55879" y="2733804"/>
            <a:ext cx="5808025" cy="26028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cxnSp>
        <p:nvCxnSpPr>
          <p:cNvPr id="34" name="연결선: 꺾임 33">
            <a:extLst>
              <a:ext uri="{FF2B5EF4-FFF2-40B4-BE49-F238E27FC236}">
                <a16:creationId xmlns:a16="http://schemas.microsoft.com/office/drawing/2014/main" id="{C4F90585-66B8-4A7C-BD6D-FBB66D47128A}"/>
              </a:ext>
            </a:extLst>
          </p:cNvPr>
          <p:cNvCxnSpPr>
            <a:cxnSpLocks/>
            <a:stCxn id="33" idx="3"/>
            <a:endCxn id="32" idx="1"/>
          </p:cNvCxnSpPr>
          <p:nvPr/>
        </p:nvCxnSpPr>
        <p:spPr>
          <a:xfrm>
            <a:off x="5863904" y="2863948"/>
            <a:ext cx="271314" cy="260190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98044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80EB46-A41F-42D1-925C-1E1D34396238}"/>
              </a:ext>
            </a:extLst>
          </p:cNvPr>
          <p:cNvSpPr txBox="1"/>
          <p:nvPr/>
        </p:nvSpPr>
        <p:spPr>
          <a:xfrm>
            <a:off x="1094271" y="227654"/>
            <a:ext cx="873527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오라클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db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연결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 - 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int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ko-KR" altLang="en-US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일때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error</a:t>
            </a:r>
            <a:endParaRPr lang="ko-KR" altLang="en-US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75297CD-9753-4A7F-A617-C272413A0538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18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74B1E6-0CBD-47FF-9E1A-807CBFBAA370}"/>
              </a:ext>
            </a:extLst>
          </p:cNvPr>
          <p:cNvSpPr/>
          <p:nvPr/>
        </p:nvSpPr>
        <p:spPr>
          <a:xfrm>
            <a:off x="36422" y="979221"/>
            <a:ext cx="6020429" cy="336417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# </a:t>
            </a:r>
            <a:r>
              <a:rPr lang="ko-KR" altLang="en-US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오라클 연결 </a:t>
            </a:r>
            <a:r>
              <a:rPr lang="ko-KR" altLang="en-US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여러개</a:t>
            </a:r>
            <a:r>
              <a:rPr lang="ko-KR" altLang="en-US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파일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def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ora_list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(request):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## import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cx_Oracle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as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ora</a:t>
            </a:r>
            <a:endParaRPr lang="en-US" altLang="ko-KR" sz="1400" b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## </a:t>
            </a:r>
            <a:r>
              <a:rPr lang="ko-KR" altLang="en-US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오라클 연결 </a:t>
            </a:r>
          </a:p>
          <a:p>
            <a:r>
              <a:rPr lang="ko-KR" altLang="en-US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df =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pd.read_excel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('C:\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pyFolder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\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js_work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\score.xlsx',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usecols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='A:D',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dtype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={0:str,1:str,2:str,3:str})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df1 = df[['</a:t>
            </a:r>
            <a:r>
              <a:rPr lang="ko-KR" altLang="en-US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지원번호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','</a:t>
            </a:r>
            <a:r>
              <a:rPr lang="ko-KR" altLang="en-US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이름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','</a:t>
            </a:r>
            <a:r>
              <a:rPr lang="ko-KR" altLang="en-US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학교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','</a:t>
            </a:r>
            <a:r>
              <a:rPr lang="ko-KR" altLang="en-US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키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']]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rows = [ tuple(x) for x in df1.to_records(index=False) ]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conn = connections()</a:t>
            </a:r>
          </a:p>
          <a:p>
            <a:endParaRPr lang="en-US" altLang="ko-KR" sz="140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endParaRPr lang="en-US" altLang="ko-KR" sz="1400" b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   ## </a:t>
            </a:r>
            <a:r>
              <a:rPr lang="ko-KR" altLang="en-US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이하동일</a:t>
            </a:r>
            <a:endParaRPr lang="en-US" altLang="ko-KR" sz="1400" b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1D42943-2E38-403A-A952-FC36E4FD1405}"/>
              </a:ext>
            </a:extLst>
          </p:cNvPr>
          <p:cNvSpPr/>
          <p:nvPr/>
        </p:nvSpPr>
        <p:spPr>
          <a:xfrm>
            <a:off x="4627927" y="989177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Views.py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5B61F7F-3778-4E54-AA42-700CBC6F1C65}"/>
              </a:ext>
            </a:extLst>
          </p:cNvPr>
          <p:cNvSpPr/>
          <p:nvPr/>
        </p:nvSpPr>
        <p:spPr>
          <a:xfrm>
            <a:off x="6135218" y="898158"/>
            <a:ext cx="6020429" cy="139998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sz="1400" dirty="0"/>
              <a:t># pandas </a:t>
            </a:r>
            <a:r>
              <a:rPr lang="ko-KR" altLang="en-US" sz="1400" dirty="0"/>
              <a:t>엑셀 데이터 불러오기</a:t>
            </a:r>
            <a:br>
              <a:rPr lang="en-US" altLang="ko-KR" sz="1400" dirty="0"/>
            </a:br>
            <a:endParaRPr lang="en-US" altLang="ko-KR" sz="1400" dirty="0"/>
          </a:p>
          <a:p>
            <a:r>
              <a:rPr lang="en-US" altLang="ko-KR" sz="1400" dirty="0"/>
              <a:t># </a:t>
            </a:r>
            <a:r>
              <a:rPr lang="en-US" altLang="ko-KR" sz="1400" dirty="0" err="1"/>
              <a:t>usecols</a:t>
            </a:r>
            <a:r>
              <a:rPr lang="ko-KR" altLang="en-US" sz="1400" dirty="0"/>
              <a:t> </a:t>
            </a:r>
            <a:r>
              <a:rPr lang="en-US" altLang="ko-KR" sz="1400" dirty="0"/>
              <a:t>=‘A:D’   # </a:t>
            </a:r>
            <a:r>
              <a:rPr lang="ko-KR" altLang="en-US" sz="1400" dirty="0" err="1"/>
              <a:t>엑셀컬럼</a:t>
            </a:r>
            <a:r>
              <a:rPr lang="ko-KR" altLang="en-US" sz="1400" dirty="0"/>
              <a:t> </a:t>
            </a:r>
            <a:r>
              <a:rPr lang="en-US" altLang="ko-KR" sz="1400" dirty="0"/>
              <a:t>A,B,C,D</a:t>
            </a:r>
            <a:r>
              <a:rPr lang="ko-KR" altLang="en-US" sz="1400" dirty="0"/>
              <a:t>를 가져옴</a:t>
            </a:r>
            <a:r>
              <a:rPr lang="en-US" altLang="ko-KR" sz="1400" dirty="0"/>
              <a:t>.</a:t>
            </a:r>
            <a:br>
              <a:rPr lang="en-US" altLang="ko-KR" sz="1400" dirty="0"/>
            </a:br>
            <a:br>
              <a:rPr lang="en-US" altLang="ko-KR" sz="1400" dirty="0"/>
            </a:br>
            <a:r>
              <a:rPr lang="en-US" altLang="ko-KR" sz="1400" dirty="0"/>
              <a:t># </a:t>
            </a:r>
            <a:r>
              <a:rPr lang="en-US" altLang="ko-KR" sz="1400" dirty="0" err="1"/>
              <a:t>dtype</a:t>
            </a:r>
            <a:r>
              <a:rPr lang="en-US" altLang="ko-KR" sz="1400" dirty="0"/>
              <a:t> = { 0:str, 1:str, 2:str, 3:str }  # 0</a:t>
            </a:r>
            <a:r>
              <a:rPr lang="ko-KR" altLang="en-US" sz="1400" dirty="0"/>
              <a:t>번째 컬럼 </a:t>
            </a:r>
            <a:r>
              <a:rPr lang="en-US" altLang="ko-KR" sz="1400" dirty="0"/>
              <a:t>str</a:t>
            </a:r>
            <a:r>
              <a:rPr lang="ko-KR" altLang="en-US" sz="1400" dirty="0"/>
              <a:t>타입 설정</a:t>
            </a:r>
          </a:p>
          <a:p>
            <a:r>
              <a:rPr lang="en-US" altLang="ko-KR" sz="1400" dirty="0"/>
              <a:t># </a:t>
            </a:r>
            <a:r>
              <a:rPr lang="ko-KR" altLang="en-US" sz="1400" dirty="0"/>
              <a:t>예</a:t>
            </a:r>
            <a:r>
              <a:rPr lang="en-US" altLang="ko-KR" sz="1400" dirty="0"/>
              <a:t>)  {0: float, 1:int} 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42F40DA-C247-448B-9DCB-30B04518BB59}"/>
              </a:ext>
            </a:extLst>
          </p:cNvPr>
          <p:cNvSpPr/>
          <p:nvPr/>
        </p:nvSpPr>
        <p:spPr>
          <a:xfrm>
            <a:off x="55879" y="1857388"/>
            <a:ext cx="5942249" cy="6677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35200087-3BFF-4964-BFCD-46A20EA6DE03}"/>
              </a:ext>
            </a:extLst>
          </p:cNvPr>
          <p:cNvCxnSpPr>
            <a:cxnSpLocks/>
            <a:stCxn id="21" idx="3"/>
            <a:endCxn id="19" idx="1"/>
          </p:cNvCxnSpPr>
          <p:nvPr/>
        </p:nvCxnSpPr>
        <p:spPr>
          <a:xfrm flipV="1">
            <a:off x="5998128" y="1598149"/>
            <a:ext cx="137090" cy="593127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1F2B670-C4A0-41C4-9249-D268DCE609F5}"/>
              </a:ext>
            </a:extLst>
          </p:cNvPr>
          <p:cNvSpPr txBox="1"/>
          <p:nvPr/>
        </p:nvSpPr>
        <p:spPr>
          <a:xfrm>
            <a:off x="7088697" y="6211669"/>
            <a:ext cx="510330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https://blog.naver.com/PostView.nhn?isHttpsRedirect=true&amp;blogId=kang_sok&amp;logNo=222189281967&amp;parentCategoryNo=1&amp;categoryNo=&amp;viewDate=&amp;isShowPopularPosts=true&amp;from=search</a:t>
            </a:r>
            <a:endParaRPr lang="ko-KR" altLang="en-US" sz="1200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45718A4-41EC-4554-8166-DFBBDE9E1ADC}"/>
              </a:ext>
            </a:extLst>
          </p:cNvPr>
          <p:cNvSpPr/>
          <p:nvPr/>
        </p:nvSpPr>
        <p:spPr>
          <a:xfrm>
            <a:off x="6135218" y="2733804"/>
            <a:ext cx="6020429" cy="256642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ko-KR" altLang="en-US" sz="1400" dirty="0"/>
              <a:t> </a:t>
            </a:r>
            <a:r>
              <a:rPr lang="en-US" altLang="ko-KR" sz="1400" dirty="0"/>
              <a:t># </a:t>
            </a:r>
            <a:r>
              <a:rPr lang="ko-KR" altLang="en-US" sz="1400" dirty="0"/>
              <a:t>데이터를 </a:t>
            </a:r>
            <a:r>
              <a:rPr lang="en-US" altLang="ko-KR" sz="1400" dirty="0"/>
              <a:t>tuple()</a:t>
            </a:r>
            <a:r>
              <a:rPr lang="ko-KR" altLang="en-US" sz="1400" dirty="0"/>
              <a:t>형태의 </a:t>
            </a:r>
            <a:r>
              <a:rPr lang="en-US" altLang="ko-KR" sz="1400" dirty="0"/>
              <a:t>list</a:t>
            </a:r>
            <a:r>
              <a:rPr lang="ko-KR" altLang="en-US" sz="1400" dirty="0"/>
              <a:t>타입으로 데이터 저장</a:t>
            </a:r>
            <a:r>
              <a:rPr lang="en-US" altLang="ko-KR" sz="1400" dirty="0"/>
              <a:t>.</a:t>
            </a:r>
          </a:p>
          <a:p>
            <a:r>
              <a:rPr lang="en-US" altLang="ko-KR" sz="1400" dirty="0"/>
              <a:t>    # rows = [ tuple(x) for x in </a:t>
            </a:r>
            <a:r>
              <a:rPr lang="en-US" altLang="ko-KR" sz="1400" dirty="0" err="1"/>
              <a:t>df.to_records</a:t>
            </a:r>
            <a:r>
              <a:rPr lang="en-US" altLang="ko-KR" sz="1400" dirty="0"/>
              <a:t>(index=False) ]</a:t>
            </a:r>
          </a:p>
          <a:p>
            <a:r>
              <a:rPr lang="en-US" altLang="ko-KR" sz="1400" dirty="0"/>
              <a:t>    rows=[]</a:t>
            </a:r>
          </a:p>
          <a:p>
            <a:r>
              <a:rPr lang="en-US" altLang="ko-KR" sz="1400" dirty="0"/>
              <a:t>    for x in </a:t>
            </a:r>
            <a:r>
              <a:rPr lang="en-US" altLang="ko-KR" sz="1400" dirty="0" err="1"/>
              <a:t>df.to_records</a:t>
            </a:r>
            <a:r>
              <a:rPr lang="en-US" altLang="ko-KR" sz="1400" dirty="0"/>
              <a:t>(index=False):</a:t>
            </a:r>
          </a:p>
          <a:p>
            <a:r>
              <a:rPr lang="en-US" altLang="ko-KR" sz="1400" dirty="0"/>
              <a:t>        row=[x[0],x[1],x[2],</a:t>
            </a:r>
            <a:r>
              <a:rPr lang="en-US" altLang="ko-KR" sz="1400" dirty="0" err="1">
                <a:solidFill>
                  <a:srgbClr val="FF0000"/>
                </a:solidFill>
              </a:rPr>
              <a:t>int</a:t>
            </a:r>
            <a:r>
              <a:rPr lang="en-US" altLang="ko-KR" sz="1400" dirty="0">
                <a:solidFill>
                  <a:srgbClr val="FF0000"/>
                </a:solidFill>
              </a:rPr>
              <a:t>(x[3])]</a:t>
            </a:r>
          </a:p>
          <a:p>
            <a:r>
              <a:rPr lang="en-US" altLang="ko-KR" sz="1400" dirty="0"/>
              <a:t>        </a:t>
            </a:r>
            <a:r>
              <a:rPr lang="en-US" altLang="ko-KR" sz="1400" dirty="0" err="1"/>
              <a:t>rows.append</a:t>
            </a:r>
            <a:r>
              <a:rPr lang="en-US" altLang="ko-KR" sz="1400" dirty="0"/>
              <a:t>(row)</a:t>
            </a:r>
          </a:p>
          <a:p>
            <a:endParaRPr lang="en-US" altLang="ko-KR" sz="1400" dirty="0"/>
          </a:p>
          <a:p>
            <a:r>
              <a:rPr lang="ko-KR" altLang="en-US" sz="1400" dirty="0" err="1"/>
              <a:t>파이썬</a:t>
            </a:r>
            <a:r>
              <a:rPr lang="ko-KR" altLang="en-US" sz="1400" dirty="0"/>
              <a:t> </a:t>
            </a:r>
            <a:r>
              <a:rPr lang="en-US" altLang="ko-KR" sz="1400" dirty="0"/>
              <a:t>pandas </a:t>
            </a:r>
            <a:r>
              <a:rPr lang="ko-KR" altLang="en-US" sz="1400" dirty="0"/>
              <a:t>를 이용하여 </a:t>
            </a:r>
            <a:r>
              <a:rPr lang="en-US" altLang="ko-KR" sz="1400" dirty="0" err="1"/>
              <a:t>str</a:t>
            </a:r>
            <a:r>
              <a:rPr lang="en-US" altLang="ko-KR" sz="1400" dirty="0"/>
              <a:t> </a:t>
            </a:r>
            <a:r>
              <a:rPr lang="ko-KR" altLang="en-US" sz="1400" dirty="0"/>
              <a:t>변수는 문제가 없으나</a:t>
            </a:r>
            <a:br>
              <a:rPr lang="en-US" altLang="ko-KR" sz="1400" dirty="0"/>
            </a:br>
            <a:r>
              <a:rPr lang="en-US" altLang="ko-KR" sz="1400" dirty="0" err="1"/>
              <a:t>int</a:t>
            </a:r>
            <a:r>
              <a:rPr lang="ko-KR" altLang="en-US" sz="1400" dirty="0"/>
              <a:t>인 경우는 변환 에러 발생</a:t>
            </a:r>
            <a:br>
              <a:rPr lang="en-US" altLang="ko-KR" sz="1400" dirty="0"/>
            </a:br>
            <a:endParaRPr lang="en-US" altLang="ko-KR" sz="1400" dirty="0"/>
          </a:p>
          <a:p>
            <a:r>
              <a:rPr lang="en-US" altLang="ko-KR" sz="1400" dirty="0">
                <a:solidFill>
                  <a:srgbClr val="FF0000"/>
                </a:solidFill>
              </a:rPr>
              <a:t>(</a:t>
            </a:r>
            <a:r>
              <a:rPr lang="ko-KR" altLang="en-US" sz="1400" dirty="0">
                <a:solidFill>
                  <a:srgbClr val="FF0000"/>
                </a:solidFill>
              </a:rPr>
              <a:t>해결</a:t>
            </a:r>
            <a:r>
              <a:rPr lang="en-US" altLang="ko-KR" sz="1400" dirty="0">
                <a:solidFill>
                  <a:srgbClr val="FF0000"/>
                </a:solidFill>
              </a:rPr>
              <a:t>) </a:t>
            </a:r>
            <a:r>
              <a:rPr lang="en-US" altLang="ko-KR" sz="1400" dirty="0" err="1">
                <a:solidFill>
                  <a:srgbClr val="FF0000"/>
                </a:solidFill>
              </a:rPr>
              <a:t>int</a:t>
            </a:r>
            <a:r>
              <a:rPr lang="ko-KR" altLang="en-US" sz="1400" dirty="0">
                <a:solidFill>
                  <a:srgbClr val="FF0000"/>
                </a:solidFill>
              </a:rPr>
              <a:t>타입으로 한번 더 변경해 줌</a:t>
            </a:r>
            <a:r>
              <a:rPr lang="en-US" altLang="ko-KR" sz="1400" dirty="0">
                <a:solidFill>
                  <a:srgbClr val="FF0000"/>
                </a:solidFill>
              </a:rPr>
              <a:t>.</a:t>
            </a:r>
            <a:endParaRPr lang="ko-KR" altLang="en-US" sz="1400" dirty="0">
              <a:solidFill>
                <a:srgbClr val="FF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D25B394-BFF0-45E0-B28E-C70F665B864D}"/>
              </a:ext>
            </a:extLst>
          </p:cNvPr>
          <p:cNvSpPr/>
          <p:nvPr/>
        </p:nvSpPr>
        <p:spPr>
          <a:xfrm>
            <a:off x="55879" y="2733804"/>
            <a:ext cx="5808025" cy="26028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cxnSp>
        <p:nvCxnSpPr>
          <p:cNvPr id="34" name="연결선: 꺾임 33">
            <a:extLst>
              <a:ext uri="{FF2B5EF4-FFF2-40B4-BE49-F238E27FC236}">
                <a16:creationId xmlns:a16="http://schemas.microsoft.com/office/drawing/2014/main" id="{C4F90585-66B8-4A7C-BD6D-FBB66D47128A}"/>
              </a:ext>
            </a:extLst>
          </p:cNvPr>
          <p:cNvCxnSpPr>
            <a:cxnSpLocks/>
            <a:stCxn id="33" idx="3"/>
            <a:endCxn id="32" idx="1"/>
          </p:cNvCxnSpPr>
          <p:nvPr/>
        </p:nvCxnSpPr>
        <p:spPr>
          <a:xfrm>
            <a:off x="5863904" y="2863948"/>
            <a:ext cx="271314" cy="1153069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2472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80EB46-A41F-42D1-925C-1E1D34396238}"/>
              </a:ext>
            </a:extLst>
          </p:cNvPr>
          <p:cNvSpPr txBox="1"/>
          <p:nvPr/>
        </p:nvSpPr>
        <p:spPr>
          <a:xfrm>
            <a:off x="1094271" y="227654"/>
            <a:ext cx="873527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오라클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db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연결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 -  select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데이터 가져오기 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75297CD-9753-4A7F-A617-C272413A0538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18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74B1E6-0CBD-47FF-9E1A-807CBFBAA370}"/>
              </a:ext>
            </a:extLst>
          </p:cNvPr>
          <p:cNvSpPr/>
          <p:nvPr/>
        </p:nvSpPr>
        <p:spPr>
          <a:xfrm>
            <a:off x="36422" y="979221"/>
            <a:ext cx="6020429" cy="587877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sz="1400" dirty="0"/>
              <a:t>import </a:t>
            </a:r>
            <a:r>
              <a:rPr lang="en-US" altLang="ko-KR" sz="1400" dirty="0" err="1"/>
              <a:t>cx_Oracle</a:t>
            </a:r>
            <a:endParaRPr lang="en-US" altLang="ko-KR" sz="1400" dirty="0"/>
          </a:p>
          <a:p>
            <a:pPr algn="l"/>
            <a:endParaRPr lang="en-US" altLang="ko-KR" sz="1400" b="0" i="0" dirty="0">
              <a:effectLst/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l"/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# </a:t>
            </a:r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rowfactory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를 통해 데이터 타입 변경</a:t>
            </a:r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  <a:p>
            <a:pPr algn="l"/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def </a:t>
            </a:r>
            <a:r>
              <a:rPr lang="en-US" altLang="ko-KR" sz="1400" b="0" i="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makeDictFactory</a:t>
            </a:r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(cursor):</a:t>
            </a:r>
          </a:p>
          <a:p>
            <a:pPr algn="l"/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   </a:t>
            </a:r>
            <a:r>
              <a:rPr lang="en-US" altLang="ko-KR" sz="1400" b="0" i="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columnNames</a:t>
            </a:r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 = [d[0] for d in </a:t>
            </a:r>
            <a:r>
              <a:rPr lang="en-US" altLang="ko-KR" sz="1400" b="0" i="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cursor.description</a:t>
            </a:r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]</a:t>
            </a:r>
          </a:p>
          <a:p>
            <a:pPr algn="l"/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  <a:p>
            <a:pPr algn="l"/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   def </a:t>
            </a:r>
            <a:r>
              <a:rPr lang="en-US" altLang="ko-KR" sz="1400" b="0" i="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createRow</a:t>
            </a:r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(*</a:t>
            </a:r>
            <a:r>
              <a:rPr lang="en-US" altLang="ko-KR" sz="1400" b="0" i="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args</a:t>
            </a:r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):</a:t>
            </a:r>
          </a:p>
          <a:p>
            <a:pPr algn="l"/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      return </a:t>
            </a:r>
            <a:r>
              <a:rPr lang="en-US" altLang="ko-KR" sz="1400" b="0" i="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dict</a:t>
            </a:r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(zip(</a:t>
            </a:r>
            <a:r>
              <a:rPr lang="en-US" altLang="ko-KR" sz="1400" b="0" i="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columnNames</a:t>
            </a:r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en-US" altLang="ko-KR" sz="1400" b="0" i="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args</a:t>
            </a:r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))</a:t>
            </a:r>
          </a:p>
          <a:p>
            <a:pPr algn="l"/>
            <a:endParaRPr lang="en-US" altLang="ko-KR" sz="1400" b="0" i="0" dirty="0">
              <a:effectLst/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l"/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   return </a:t>
            </a:r>
            <a:r>
              <a:rPr lang="en-US" altLang="ko-KR" sz="1400" b="0" i="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createRow</a:t>
            </a:r>
            <a:endParaRPr lang="en-US" altLang="ko-KR" sz="1400" b="0" i="0" dirty="0">
              <a:effectLst/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l"/>
            <a:endParaRPr lang="en-US" altLang="ko-KR" sz="1400" b="0" i="0" dirty="0">
              <a:effectLst/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l"/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#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오라클 </a:t>
            </a:r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db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연결</a:t>
            </a:r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  <a:p>
            <a:pPr algn="l"/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conn = connections()</a:t>
            </a:r>
          </a:p>
          <a:p>
            <a:pPr algn="l"/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cursor</a:t>
            </a:r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 = </a:t>
            </a:r>
            <a:r>
              <a:rPr lang="en-US" altLang="ko-KR" sz="1400" b="0" i="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conn.cursor</a:t>
            </a:r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()</a:t>
            </a:r>
          </a:p>
          <a:p>
            <a:pPr algn="l"/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cursor</a:t>
            </a:r>
            <a:r>
              <a:rPr lang="en-US" altLang="ko-KR" sz="1400" b="0" i="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.execute</a:t>
            </a:r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("select * from </a:t>
            </a:r>
            <a:r>
              <a:rPr lang="en-US" altLang="ko-KR" sz="1400" b="0" i="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test_tbl</a:t>
            </a:r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 where </a:t>
            </a:r>
            <a:r>
              <a:rPr lang="en-US" altLang="ko-KR" sz="1400" b="0" i="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rownum</a:t>
            </a:r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 &lt; 2")</a:t>
            </a:r>
          </a:p>
          <a:p>
            <a:pPr algn="l"/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  <a:p>
            <a:pPr algn="l"/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cursor</a:t>
            </a:r>
            <a:r>
              <a:rPr lang="en-US" altLang="ko-KR" sz="1400" b="0" i="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.rowfactory</a:t>
            </a:r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 = </a:t>
            </a:r>
            <a:r>
              <a:rPr lang="en-US" altLang="ko-KR" sz="1400" b="0" i="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makeDictFactory</a:t>
            </a:r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cursor</a:t>
            </a:r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  <a:p>
            <a:pPr algn="l"/>
            <a:endParaRPr lang="en-US" altLang="ko-KR" sz="1400" b="0" i="0" dirty="0">
              <a:effectLst/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l"/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rows =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cursor</a:t>
            </a:r>
            <a:r>
              <a:rPr lang="en-US" altLang="ko-KR" sz="1400" b="0" i="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.fetchall</a:t>
            </a:r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()</a:t>
            </a:r>
          </a:p>
          <a:p>
            <a:pPr algn="l"/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</a:p>
          <a:p>
            <a:pPr algn="l"/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for row in rows :</a:t>
            </a:r>
          </a:p>
          <a:p>
            <a:pPr algn="l"/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   print(row)</a:t>
            </a:r>
          </a:p>
          <a:p>
            <a:pPr algn="l"/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</a:p>
          <a:p>
            <a:pPr algn="l"/>
            <a:r>
              <a:rPr lang="en-US" altLang="ko-KR" sz="1400" b="0" i="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conn.close</a:t>
            </a:r>
            <a:r>
              <a:rPr lang="en-US" altLang="ko-KR" sz="1400" b="0" i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()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F2B670-C4A0-41C4-9249-D268DCE609F5}"/>
              </a:ext>
            </a:extLst>
          </p:cNvPr>
          <p:cNvSpPr txBox="1"/>
          <p:nvPr/>
        </p:nvSpPr>
        <p:spPr>
          <a:xfrm>
            <a:off x="9655728" y="6581001"/>
            <a:ext cx="25362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https://dololak.tistory.com/626</a:t>
            </a:r>
            <a:endParaRPr lang="ko-KR" altLang="en-US" sz="1200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6EECC87F-6FFC-4306-82D5-DC0F0E6B16C7}"/>
              </a:ext>
            </a:extLst>
          </p:cNvPr>
          <p:cNvSpPr/>
          <p:nvPr/>
        </p:nvSpPr>
        <p:spPr>
          <a:xfrm>
            <a:off x="6135218" y="992557"/>
            <a:ext cx="5844261" cy="403244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sz="1400" dirty="0"/>
              <a:t># </a:t>
            </a:r>
            <a:r>
              <a:rPr lang="ko-KR" altLang="en-US" sz="1400" dirty="0"/>
              <a:t>다행히 </a:t>
            </a:r>
            <a:r>
              <a:rPr lang="en-US" altLang="ko-KR" sz="1400" dirty="0" err="1"/>
              <a:t>cxOracle</a:t>
            </a:r>
            <a:r>
              <a:rPr lang="ko-KR" altLang="en-US" sz="1400" dirty="0"/>
              <a:t>은 </a:t>
            </a:r>
            <a:r>
              <a:rPr lang="en-US" altLang="ko-KR" sz="1400" dirty="0"/>
              <a:t>cursor</a:t>
            </a:r>
            <a:r>
              <a:rPr lang="ko-KR" altLang="en-US" sz="1400" dirty="0"/>
              <a:t>의 </a:t>
            </a:r>
            <a:r>
              <a:rPr lang="en-US" altLang="ko-KR" sz="1400" dirty="0" err="1"/>
              <a:t>rowfactory</a:t>
            </a:r>
            <a:r>
              <a:rPr lang="en-US" altLang="ko-KR" sz="1400" dirty="0"/>
              <a:t> </a:t>
            </a:r>
            <a:r>
              <a:rPr lang="ko-KR" altLang="en-US" sz="1400" dirty="0"/>
              <a:t>라는 메서드를 </a:t>
            </a:r>
            <a:br>
              <a:rPr lang="en-US" altLang="ko-KR" sz="1400" dirty="0"/>
            </a:br>
            <a:r>
              <a:rPr lang="ko-KR" altLang="en-US" sz="1400" dirty="0" err="1"/>
              <a:t>오버라이딩하여</a:t>
            </a:r>
            <a:r>
              <a:rPr lang="ko-KR" altLang="en-US" sz="1400" dirty="0"/>
              <a:t> </a:t>
            </a:r>
            <a:r>
              <a:rPr lang="ko-KR" altLang="en-US" sz="1400" dirty="0" err="1"/>
              <a:t>리턴받는</a:t>
            </a:r>
            <a:r>
              <a:rPr lang="ko-KR" altLang="en-US" sz="1400" dirty="0"/>
              <a:t> 데이터의 형태를 바꿀 수 있음</a:t>
            </a:r>
            <a:r>
              <a:rPr lang="en-US" altLang="ko-KR" sz="1400" dirty="0"/>
              <a:t>.</a:t>
            </a:r>
            <a:br>
              <a:rPr lang="en-US" altLang="ko-KR" sz="1400" dirty="0"/>
            </a:br>
            <a:endParaRPr lang="en-US" altLang="ko-KR" sz="1400" dirty="0"/>
          </a:p>
          <a:p>
            <a:r>
              <a:rPr lang="en-US" altLang="ko-KR" sz="1400" dirty="0"/>
              <a:t>{'name': '</a:t>
            </a:r>
            <a:r>
              <a:rPr lang="en-US" altLang="ko-KR" sz="1400" dirty="0" err="1"/>
              <a:t>kim</a:t>
            </a:r>
            <a:r>
              <a:rPr lang="en-US" altLang="ko-KR" sz="1400" dirty="0"/>
              <a:t>', 'age': 27, 'address': '</a:t>
            </a:r>
            <a:r>
              <a:rPr lang="ko-KR" altLang="en-US" sz="1400" dirty="0"/>
              <a:t>서울시 광진구</a:t>
            </a:r>
            <a:r>
              <a:rPr lang="en-US" altLang="ko-KR" sz="1400" dirty="0"/>
              <a:t>’}</a:t>
            </a:r>
          </a:p>
          <a:p>
            <a:endParaRPr lang="en-US" altLang="ko-KR" sz="1400" dirty="0"/>
          </a:p>
          <a:p>
            <a:r>
              <a:rPr lang="en-US" altLang="ko-KR" sz="1400" dirty="0"/>
              <a:t>name = row['name']  #kim</a:t>
            </a:r>
          </a:p>
          <a:p>
            <a:r>
              <a:rPr lang="en-US" altLang="ko-KR" sz="1400" dirty="0"/>
              <a:t>age = row['age']   #27</a:t>
            </a:r>
          </a:p>
          <a:p>
            <a:r>
              <a:rPr lang="en-US" altLang="ko-KR" sz="1400" dirty="0"/>
              <a:t>address = row['address'] #</a:t>
            </a:r>
            <a:r>
              <a:rPr lang="ko-KR" altLang="en-US" sz="1400" dirty="0"/>
              <a:t>서울시 광진구</a:t>
            </a:r>
            <a:br>
              <a:rPr lang="en-US" altLang="ko-KR" sz="1400" dirty="0"/>
            </a:br>
            <a:endParaRPr lang="en-US" altLang="ko-KR" sz="1400" dirty="0"/>
          </a:p>
          <a:p>
            <a:r>
              <a:rPr lang="en-US" altLang="ko-KR" sz="1400" dirty="0"/>
              <a:t>--------------------------------------------------------------------------------</a:t>
            </a:r>
          </a:p>
          <a:p>
            <a:br>
              <a:rPr lang="en-US" altLang="ko-KR" sz="1400" dirty="0"/>
            </a:br>
            <a:r>
              <a:rPr lang="en-US" altLang="ko-KR" sz="1400" dirty="0"/>
              <a:t># </a:t>
            </a:r>
            <a:r>
              <a:rPr lang="en-US" altLang="ko-KR" sz="1400" dirty="0" err="1"/>
              <a:t>cxOracle</a:t>
            </a:r>
            <a:r>
              <a:rPr lang="en-US" altLang="ko-KR" sz="1400" dirty="0"/>
              <a:t> </a:t>
            </a:r>
            <a:r>
              <a:rPr lang="ko-KR" altLang="en-US" sz="1400" dirty="0"/>
              <a:t>라이브러리는 </a:t>
            </a:r>
            <a:r>
              <a:rPr lang="en-US" altLang="ko-KR" sz="1400" dirty="0"/>
              <a:t>SELECT </a:t>
            </a:r>
            <a:r>
              <a:rPr lang="ko-KR" altLang="en-US" sz="1400" dirty="0"/>
              <a:t>해오는 쿼리 결과 </a:t>
            </a:r>
            <a:r>
              <a:rPr lang="en-US" altLang="ko-KR" sz="1400" dirty="0"/>
              <a:t>: tuple</a:t>
            </a:r>
            <a:r>
              <a:rPr lang="ko-KR" altLang="en-US" sz="1400" dirty="0"/>
              <a:t>형태 </a:t>
            </a:r>
            <a:r>
              <a:rPr lang="en-US" altLang="ko-KR" sz="1400" dirty="0"/>
              <a:t>list</a:t>
            </a:r>
            <a:r>
              <a:rPr lang="ko-KR" altLang="en-US" sz="1400" dirty="0"/>
              <a:t>타입 </a:t>
            </a:r>
            <a:endParaRPr lang="en-US" altLang="ko-KR" sz="1400" dirty="0"/>
          </a:p>
          <a:p>
            <a:endParaRPr lang="ko-KR" altLang="en-US" sz="1400" dirty="0"/>
          </a:p>
          <a:p>
            <a:r>
              <a:rPr lang="en-US" altLang="ko-KR" sz="1400" dirty="0"/>
              <a:t>('</a:t>
            </a:r>
            <a:r>
              <a:rPr lang="en-US" altLang="ko-KR" sz="1400" dirty="0" err="1"/>
              <a:t>kim</a:t>
            </a:r>
            <a:r>
              <a:rPr lang="en-US" altLang="ko-KR" sz="1400" dirty="0"/>
              <a:t>', 27, '</a:t>
            </a:r>
            <a:r>
              <a:rPr lang="ko-KR" altLang="en-US" sz="1400" dirty="0"/>
              <a:t>서울시 광진구’</a:t>
            </a:r>
            <a:r>
              <a:rPr lang="en-US" altLang="ko-KR" sz="1400" dirty="0"/>
              <a:t>)</a:t>
            </a:r>
          </a:p>
          <a:p>
            <a:endParaRPr lang="en-US" altLang="ko-KR" sz="1400" dirty="0"/>
          </a:p>
          <a:p>
            <a:r>
              <a:rPr lang="en-US" altLang="ko-KR" sz="1400" dirty="0"/>
              <a:t>name = row[0]  #kim</a:t>
            </a:r>
          </a:p>
          <a:p>
            <a:r>
              <a:rPr lang="en-US" altLang="ko-KR" sz="1400" dirty="0"/>
              <a:t>age = row[1]   #27</a:t>
            </a:r>
          </a:p>
          <a:p>
            <a:r>
              <a:rPr lang="en-US" altLang="ko-KR" sz="1400" dirty="0"/>
              <a:t>address = row[2] #</a:t>
            </a:r>
            <a:r>
              <a:rPr lang="ko-KR" altLang="en-US" sz="1400" dirty="0"/>
              <a:t>서울시 광진구</a:t>
            </a:r>
            <a:br>
              <a:rPr lang="en-US" altLang="ko-KR" sz="1400" dirty="0"/>
            </a:br>
            <a:endParaRPr lang="en-US" altLang="ko-KR" sz="1400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10E3A9A-0F4C-4B60-BDED-F83931B7E653}"/>
              </a:ext>
            </a:extLst>
          </p:cNvPr>
          <p:cNvSpPr/>
          <p:nvPr/>
        </p:nvSpPr>
        <p:spPr>
          <a:xfrm>
            <a:off x="55879" y="1409350"/>
            <a:ext cx="5808025" cy="1828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cxnSp>
        <p:nvCxnSpPr>
          <p:cNvPr id="36" name="연결선: 꺾임 35">
            <a:extLst>
              <a:ext uri="{FF2B5EF4-FFF2-40B4-BE49-F238E27FC236}">
                <a16:creationId xmlns:a16="http://schemas.microsoft.com/office/drawing/2014/main" id="{F6BD331B-15D6-4A40-9D8B-BC6E81EDCF11}"/>
              </a:ext>
            </a:extLst>
          </p:cNvPr>
          <p:cNvCxnSpPr>
            <a:cxnSpLocks/>
            <a:stCxn id="35" idx="3"/>
            <a:endCxn id="27" idx="1"/>
          </p:cNvCxnSpPr>
          <p:nvPr/>
        </p:nvCxnSpPr>
        <p:spPr>
          <a:xfrm>
            <a:off x="5863904" y="2323750"/>
            <a:ext cx="271314" cy="685032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E27E632-185D-4F8C-A0E3-6B3D15ECC735}"/>
              </a:ext>
            </a:extLst>
          </p:cNvPr>
          <p:cNvSpPr/>
          <p:nvPr/>
        </p:nvSpPr>
        <p:spPr>
          <a:xfrm>
            <a:off x="6135218" y="5221157"/>
            <a:ext cx="5844261" cy="100649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sz="1400" dirty="0"/>
              <a:t># </a:t>
            </a:r>
            <a:r>
              <a:rPr lang="ko-KR" altLang="en-US" sz="1400" dirty="0"/>
              <a:t>데이터를 확인</a:t>
            </a:r>
            <a:br>
              <a:rPr lang="en-US" altLang="ko-KR" sz="1400" dirty="0"/>
            </a:br>
            <a:r>
              <a:rPr lang="en-US" altLang="ko-KR" sz="1400" dirty="0"/>
              <a:t>name = row['name']  #kim</a:t>
            </a:r>
          </a:p>
          <a:p>
            <a:r>
              <a:rPr lang="en-US" altLang="ko-KR" sz="1400" dirty="0"/>
              <a:t>age = row['age']   #27</a:t>
            </a:r>
          </a:p>
          <a:p>
            <a:r>
              <a:rPr lang="en-US" altLang="ko-KR" sz="1400" dirty="0"/>
              <a:t>address = row['address'] #</a:t>
            </a:r>
            <a:r>
              <a:rPr lang="ko-KR" altLang="en-US" sz="1400" dirty="0"/>
              <a:t>서울시 광진구</a:t>
            </a:r>
            <a:endParaRPr lang="en-US" altLang="ko-KR" sz="1400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6DAD2965-0DC7-47F6-8B25-DD9658A89502}"/>
              </a:ext>
            </a:extLst>
          </p:cNvPr>
          <p:cNvSpPr/>
          <p:nvPr/>
        </p:nvSpPr>
        <p:spPr>
          <a:xfrm>
            <a:off x="55879" y="5221157"/>
            <a:ext cx="5808025" cy="5588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cxnSp>
        <p:nvCxnSpPr>
          <p:cNvPr id="39" name="연결선: 꺾임 38">
            <a:extLst>
              <a:ext uri="{FF2B5EF4-FFF2-40B4-BE49-F238E27FC236}">
                <a16:creationId xmlns:a16="http://schemas.microsoft.com/office/drawing/2014/main" id="{D3DBAFE4-B167-471E-A1C5-B7EA3EAB7D31}"/>
              </a:ext>
            </a:extLst>
          </p:cNvPr>
          <p:cNvCxnSpPr>
            <a:cxnSpLocks/>
            <a:stCxn id="38" idx="3"/>
            <a:endCxn id="37" idx="1"/>
          </p:cNvCxnSpPr>
          <p:nvPr/>
        </p:nvCxnSpPr>
        <p:spPr>
          <a:xfrm>
            <a:off x="5863904" y="5500586"/>
            <a:ext cx="271314" cy="223818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31943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CBED8-1BAC-EA47-1226-E60650C88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A5C3B331-1B26-8701-72BE-0756D0BF8016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F1727E16-2B9C-6A35-27EA-7AA354118353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F670E58-FD14-1054-579A-518FE1DBCDF1}"/>
              </a:ext>
            </a:extLst>
          </p:cNvPr>
          <p:cNvSpPr txBox="1"/>
          <p:nvPr/>
        </p:nvSpPr>
        <p:spPr>
          <a:xfrm>
            <a:off x="982511" y="227654"/>
            <a:ext cx="873527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오라클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db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연결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 -  select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검색하려는 데이터 입력 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468FC7D-79E8-E347-EB69-1019874F3B9A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18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423AC7C4-A39F-8859-8553-A93092B1E5F5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C1D2EE9-CE65-1D78-8200-C86BB4DF9706}"/>
              </a:ext>
            </a:extLst>
          </p:cNvPr>
          <p:cNvSpPr/>
          <p:nvPr/>
        </p:nvSpPr>
        <p:spPr>
          <a:xfrm>
            <a:off x="36422" y="979221"/>
            <a:ext cx="6020429" cy="587877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sz="1400" dirty="0"/>
              <a:t>import </a:t>
            </a:r>
            <a:r>
              <a:rPr lang="en-US" altLang="ko-KR" sz="1400" dirty="0" err="1"/>
              <a:t>oracledb</a:t>
            </a:r>
            <a:endParaRPr lang="en-US" altLang="ko-KR" sz="1400" dirty="0"/>
          </a:p>
          <a:p>
            <a:r>
              <a:rPr lang="en-US" altLang="ko-KR" sz="1400" dirty="0"/>
              <a:t>conn = </a:t>
            </a:r>
            <a:r>
              <a:rPr lang="en-US" altLang="ko-KR" sz="1400" dirty="0" err="1"/>
              <a:t>oracledb.connect</a:t>
            </a:r>
            <a:r>
              <a:rPr lang="en-US" altLang="ko-KR" sz="1400" dirty="0"/>
              <a:t>(user='</a:t>
            </a:r>
            <a:r>
              <a:rPr lang="en-US" altLang="ko-KR" sz="1400" dirty="0" err="1"/>
              <a:t>ora_user',password</a:t>
            </a:r>
            <a:r>
              <a:rPr lang="en-US" altLang="ko-KR" sz="1400" dirty="0"/>
              <a:t>='1111',dsn='localhost:1521/</a:t>
            </a:r>
            <a:r>
              <a:rPr lang="en-US" altLang="ko-KR" sz="1400" dirty="0" err="1"/>
              <a:t>xe</a:t>
            </a:r>
            <a:r>
              <a:rPr lang="en-US" altLang="ko-KR" sz="1400" dirty="0"/>
              <a:t>')</a:t>
            </a:r>
          </a:p>
          <a:p>
            <a:r>
              <a:rPr lang="en-US" altLang="ko-KR" sz="1400" dirty="0"/>
              <a:t>cursor = </a:t>
            </a:r>
            <a:r>
              <a:rPr lang="en-US" altLang="ko-KR" sz="1400" dirty="0" err="1"/>
              <a:t>conn.cursor</a:t>
            </a:r>
            <a:r>
              <a:rPr lang="en-US" altLang="ko-KR" sz="1400" dirty="0"/>
              <a:t>()</a:t>
            </a:r>
          </a:p>
          <a:p>
            <a:endParaRPr lang="en-US" altLang="ko-KR" sz="1400" dirty="0"/>
          </a:p>
          <a:p>
            <a:r>
              <a:rPr lang="en-US" altLang="ko-KR" sz="1400" dirty="0"/>
              <a:t># </a:t>
            </a:r>
            <a:r>
              <a:rPr lang="en-US" altLang="ko-KR" sz="1400" dirty="0" err="1"/>
              <a:t>sql</a:t>
            </a:r>
            <a:r>
              <a:rPr lang="ko-KR" altLang="en-US" sz="1400" dirty="0"/>
              <a:t>작성</a:t>
            </a:r>
            <a:r>
              <a:rPr lang="en-US" altLang="ko-KR" sz="1400" dirty="0"/>
              <a:t>,</a:t>
            </a:r>
            <a:r>
              <a:rPr lang="ko-KR" altLang="en-US" sz="1400" dirty="0"/>
              <a:t>실행</a:t>
            </a:r>
          </a:p>
          <a:p>
            <a:r>
              <a:rPr lang="en-US" altLang="ko-KR" sz="1400" dirty="0"/>
              <a:t>num = input("</a:t>
            </a:r>
            <a:r>
              <a:rPr lang="ko-KR" altLang="en-US" sz="1400" dirty="0"/>
              <a:t>숫자를 입력하세요</a:t>
            </a:r>
            <a:r>
              <a:rPr lang="en-US" altLang="ko-KR" sz="1400" dirty="0"/>
              <a:t>&gt;&gt;(,</a:t>
            </a:r>
            <a:r>
              <a:rPr lang="ko-KR" altLang="en-US" sz="1400" dirty="0"/>
              <a:t>해서 </a:t>
            </a:r>
            <a:r>
              <a:rPr lang="ko-KR" altLang="en-US" sz="1400" dirty="0" err="1"/>
              <a:t>입력하시오</a:t>
            </a:r>
            <a:r>
              <a:rPr lang="en-US" altLang="ko-KR" sz="1400" dirty="0"/>
              <a:t>.) ")</a:t>
            </a:r>
          </a:p>
          <a:p>
            <a:r>
              <a:rPr lang="en-US" altLang="ko-KR" sz="1400" dirty="0"/>
              <a:t># 10,20,30</a:t>
            </a:r>
          </a:p>
          <a:p>
            <a:r>
              <a:rPr lang="en-US" altLang="ko-KR" sz="1400" dirty="0" err="1"/>
              <a:t>n_list</a:t>
            </a:r>
            <a:r>
              <a:rPr lang="en-US" altLang="ko-KR" sz="1400" dirty="0"/>
              <a:t> = </a:t>
            </a:r>
            <a:r>
              <a:rPr lang="en-US" altLang="ko-KR" sz="1400" dirty="0" err="1"/>
              <a:t>num.split</a:t>
            </a:r>
            <a:r>
              <a:rPr lang="en-US" altLang="ko-KR" sz="1400" dirty="0"/>
              <a:t>(",")</a:t>
            </a:r>
          </a:p>
          <a:p>
            <a:endParaRPr lang="en-US" altLang="ko-KR" sz="1400" dirty="0"/>
          </a:p>
          <a:p>
            <a:r>
              <a:rPr lang="en-US" altLang="ko-KR" sz="1400" dirty="0"/>
              <a:t># no=10,20,30 </a:t>
            </a:r>
            <a:r>
              <a:rPr lang="ko-KR" altLang="en-US" sz="1400" dirty="0"/>
              <a:t>을 검색해서 </a:t>
            </a:r>
            <a:r>
              <a:rPr lang="ko-KR" altLang="en-US" sz="1400" dirty="0" err="1"/>
              <a:t>출력하시오</a:t>
            </a:r>
            <a:r>
              <a:rPr lang="en-US" altLang="ko-KR" sz="1400" dirty="0"/>
              <a:t>. </a:t>
            </a:r>
          </a:p>
          <a:p>
            <a:r>
              <a:rPr lang="en-US" altLang="ko-KR" sz="1400" dirty="0"/>
              <a:t># </a:t>
            </a:r>
            <a:r>
              <a:rPr lang="en-US" altLang="ko-KR" sz="1400" dirty="0" err="1"/>
              <a:t>sql</a:t>
            </a:r>
            <a:r>
              <a:rPr lang="en-US" altLang="ko-KR" sz="1400" dirty="0"/>
              <a:t> = "select * from students where no in(:no1,:no2,:no3)"</a:t>
            </a:r>
          </a:p>
          <a:p>
            <a:r>
              <a:rPr lang="en-US" altLang="ko-KR" sz="1400" dirty="0"/>
              <a:t># </a:t>
            </a:r>
            <a:r>
              <a:rPr lang="en-US" altLang="ko-KR" sz="1400" dirty="0" err="1"/>
              <a:t>cursor.execute</a:t>
            </a:r>
            <a:r>
              <a:rPr lang="en-US" altLang="ko-KR" sz="1400" dirty="0"/>
              <a:t>(sql,no1=num,no2=num2,no3=num3)</a:t>
            </a:r>
          </a:p>
          <a:p>
            <a:endParaRPr lang="en-US" altLang="ko-KR" sz="1400" dirty="0"/>
          </a:p>
          <a:p>
            <a:r>
              <a:rPr lang="en-US" altLang="ko-KR" sz="1400" dirty="0"/>
              <a:t># 3. </a:t>
            </a:r>
            <a:r>
              <a:rPr lang="en-US" altLang="ko-KR" sz="1400" dirty="0" err="1"/>
              <a:t>excute</a:t>
            </a:r>
            <a:r>
              <a:rPr lang="ko-KR" altLang="en-US" sz="1400" dirty="0"/>
              <a:t>함수 </a:t>
            </a:r>
            <a:r>
              <a:rPr lang="en-US" altLang="ko-KR" sz="1400" dirty="0"/>
              <a:t>: </a:t>
            </a:r>
            <a:r>
              <a:rPr lang="ko-KR" altLang="en-US" sz="1400" dirty="0"/>
              <a:t>리스트 값 전달 </a:t>
            </a:r>
          </a:p>
          <a:p>
            <a:r>
              <a:rPr lang="en-US" altLang="ko-KR" sz="1400" dirty="0"/>
              <a:t># </a:t>
            </a:r>
            <a:r>
              <a:rPr lang="en-US" altLang="ko-KR" sz="1400" dirty="0" err="1"/>
              <a:t>excute</a:t>
            </a:r>
            <a:r>
              <a:rPr lang="ko-KR" altLang="en-US" sz="1400" dirty="0"/>
              <a:t>뒤에는 </a:t>
            </a:r>
            <a:r>
              <a:rPr lang="en-US" altLang="ko-KR" sz="1400" dirty="0" err="1"/>
              <a:t>dict,list,tuple</a:t>
            </a:r>
            <a:r>
              <a:rPr lang="ko-KR" altLang="en-US" sz="1400" dirty="0"/>
              <a:t>타입만 가능</a:t>
            </a:r>
          </a:p>
          <a:p>
            <a:r>
              <a:rPr lang="en-US" altLang="ko-KR" sz="1400" dirty="0" err="1"/>
              <a:t>sql</a:t>
            </a:r>
            <a:r>
              <a:rPr lang="en-US" altLang="ko-KR" sz="1400" dirty="0"/>
              <a:t> = "select * from students where no in(:1,:2)"</a:t>
            </a:r>
          </a:p>
          <a:p>
            <a:r>
              <a:rPr lang="en-US" altLang="ko-KR" sz="1400" dirty="0" err="1"/>
              <a:t>cursor.execute</a:t>
            </a:r>
            <a:r>
              <a:rPr lang="en-US" altLang="ko-KR" sz="1400" dirty="0"/>
              <a:t>(</a:t>
            </a:r>
            <a:r>
              <a:rPr lang="en-US" altLang="ko-KR" sz="1400" dirty="0" err="1"/>
              <a:t>sql,n_list</a:t>
            </a:r>
            <a:r>
              <a:rPr lang="en-US" altLang="ko-KR" sz="1400" dirty="0"/>
              <a:t>)</a:t>
            </a:r>
          </a:p>
          <a:p>
            <a:endParaRPr lang="en-US" altLang="ko-KR" sz="1400" dirty="0"/>
          </a:p>
          <a:p>
            <a:r>
              <a:rPr lang="en-US" altLang="ko-KR" sz="1400" dirty="0"/>
              <a:t># 2. </a:t>
            </a:r>
            <a:r>
              <a:rPr lang="en-US" altLang="ko-KR" sz="1400" dirty="0" err="1"/>
              <a:t>excute</a:t>
            </a:r>
            <a:r>
              <a:rPr lang="ko-KR" altLang="en-US" sz="1400" dirty="0"/>
              <a:t>함수 </a:t>
            </a:r>
            <a:r>
              <a:rPr lang="en-US" altLang="ko-KR" sz="1400" dirty="0"/>
              <a:t>: </a:t>
            </a:r>
            <a:r>
              <a:rPr lang="ko-KR" altLang="en-US" sz="1400" dirty="0"/>
              <a:t>변수 </a:t>
            </a:r>
            <a:r>
              <a:rPr lang="en-US" altLang="ko-KR" sz="1400" dirty="0"/>
              <a:t>key</a:t>
            </a:r>
            <a:r>
              <a:rPr lang="ko-KR" altLang="en-US" sz="1400" dirty="0"/>
              <a:t>값 전달</a:t>
            </a:r>
          </a:p>
          <a:p>
            <a:r>
              <a:rPr lang="en-US" altLang="ko-KR" sz="1400" dirty="0"/>
              <a:t># </a:t>
            </a:r>
            <a:r>
              <a:rPr lang="en-US" altLang="ko-KR" sz="1400" dirty="0" err="1"/>
              <a:t>sql</a:t>
            </a:r>
            <a:r>
              <a:rPr lang="en-US" altLang="ko-KR" sz="1400" dirty="0"/>
              <a:t> = "select * from students where no&gt;:no"</a:t>
            </a:r>
          </a:p>
          <a:p>
            <a:r>
              <a:rPr lang="en-US" altLang="ko-KR" sz="1400" dirty="0"/>
              <a:t># </a:t>
            </a:r>
            <a:r>
              <a:rPr lang="en-US" altLang="ko-KR" sz="1400" dirty="0" err="1"/>
              <a:t>cursor.execute</a:t>
            </a:r>
            <a:r>
              <a:rPr lang="en-US" altLang="ko-KR" sz="1400" dirty="0"/>
              <a:t>(</a:t>
            </a:r>
            <a:r>
              <a:rPr lang="en-US" altLang="ko-KR" sz="1400" dirty="0" err="1"/>
              <a:t>sql,no</a:t>
            </a:r>
            <a:r>
              <a:rPr lang="en-US" altLang="ko-KR" sz="1400" dirty="0"/>
              <a:t>=num)</a:t>
            </a:r>
          </a:p>
          <a:p>
            <a:endParaRPr lang="en-US" altLang="ko-KR" sz="1400" dirty="0"/>
          </a:p>
          <a:p>
            <a:r>
              <a:rPr lang="en-US" altLang="ko-KR" sz="1400" dirty="0"/>
              <a:t># 1.</a:t>
            </a:r>
            <a:r>
              <a:rPr lang="ko-KR" altLang="en-US" sz="1400" dirty="0"/>
              <a:t>문자열함수 </a:t>
            </a:r>
            <a:r>
              <a:rPr lang="en-US" altLang="ko-KR" sz="1400" dirty="0"/>
              <a:t>f</a:t>
            </a:r>
            <a:r>
              <a:rPr lang="ko-KR" altLang="en-US" sz="1400" dirty="0"/>
              <a:t>사용</a:t>
            </a:r>
          </a:p>
          <a:p>
            <a:r>
              <a:rPr lang="en-US" altLang="ko-KR" sz="1400" dirty="0"/>
              <a:t># </a:t>
            </a:r>
            <a:r>
              <a:rPr lang="en-US" altLang="ko-KR" sz="1400" dirty="0" err="1"/>
              <a:t>sql</a:t>
            </a:r>
            <a:r>
              <a:rPr lang="en-US" altLang="ko-KR" sz="1400" dirty="0"/>
              <a:t> = </a:t>
            </a:r>
            <a:r>
              <a:rPr lang="en-US" altLang="ko-KR" sz="1400" dirty="0" err="1"/>
              <a:t>f"select</a:t>
            </a:r>
            <a:r>
              <a:rPr lang="en-US" altLang="ko-KR" sz="1400" dirty="0"/>
              <a:t> * from students where no&gt;={num}"</a:t>
            </a:r>
          </a:p>
          <a:p>
            <a:r>
              <a:rPr lang="en-US" altLang="ko-KR" sz="1400" dirty="0"/>
              <a:t># </a:t>
            </a:r>
            <a:r>
              <a:rPr lang="en-US" altLang="ko-KR" sz="1400" dirty="0" err="1"/>
              <a:t>cursor.execute</a:t>
            </a:r>
            <a:r>
              <a:rPr lang="en-US" altLang="ko-KR" sz="1400" dirty="0"/>
              <a:t>(</a:t>
            </a:r>
            <a:r>
              <a:rPr lang="en-US" altLang="ko-KR" sz="1400" dirty="0" err="1"/>
              <a:t>sql</a:t>
            </a:r>
            <a:r>
              <a:rPr lang="en-US" altLang="ko-KR" sz="1400" dirty="0"/>
              <a:t>)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812810C-9355-8BCE-E8CF-6BA3FA951BD4}"/>
              </a:ext>
            </a:extLst>
          </p:cNvPr>
          <p:cNvSpPr/>
          <p:nvPr/>
        </p:nvSpPr>
        <p:spPr>
          <a:xfrm>
            <a:off x="6135218" y="992557"/>
            <a:ext cx="5844261" cy="5865441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sz="1400" dirty="0"/>
              <a:t># </a:t>
            </a:r>
            <a:r>
              <a:rPr lang="ko-KR" altLang="en-US" sz="1400" dirty="0"/>
              <a:t>데이터 가져오기 </a:t>
            </a:r>
            <a:r>
              <a:rPr lang="en-US" altLang="ko-KR" sz="1400" dirty="0"/>
              <a:t>- </a:t>
            </a:r>
            <a:r>
              <a:rPr lang="en-US" altLang="ko-KR" sz="1400" dirty="0" err="1"/>
              <a:t>fetchone</a:t>
            </a:r>
            <a:r>
              <a:rPr lang="en-US" altLang="ko-KR" sz="1400" dirty="0"/>
              <a:t>():1</a:t>
            </a:r>
            <a:r>
              <a:rPr lang="ko-KR" altLang="en-US" sz="1400" dirty="0"/>
              <a:t>개</a:t>
            </a:r>
            <a:r>
              <a:rPr lang="en-US" altLang="ko-KR" sz="1400" dirty="0"/>
              <a:t>,</a:t>
            </a:r>
            <a:r>
              <a:rPr lang="en-US" altLang="ko-KR" sz="1400" dirty="0" err="1"/>
              <a:t>fetchmany</a:t>
            </a:r>
            <a:r>
              <a:rPr lang="en-US" altLang="ko-KR" sz="1400" dirty="0"/>
              <a:t>(10):</a:t>
            </a:r>
            <a:r>
              <a:rPr lang="ko-KR" altLang="en-US" sz="1400" dirty="0"/>
              <a:t>숫자만큼</a:t>
            </a:r>
            <a:r>
              <a:rPr lang="en-US" altLang="ko-KR" sz="1400" dirty="0"/>
              <a:t>,</a:t>
            </a:r>
            <a:r>
              <a:rPr lang="en-US" altLang="ko-KR" sz="1400" dirty="0" err="1"/>
              <a:t>fetchall</a:t>
            </a:r>
            <a:r>
              <a:rPr lang="en-US" altLang="ko-KR" sz="1400" dirty="0"/>
              <a:t>():</a:t>
            </a:r>
            <a:r>
              <a:rPr lang="ko-KR" altLang="en-US" sz="1400" dirty="0" err="1"/>
              <a:t>모든것</a:t>
            </a:r>
            <a:endParaRPr lang="ko-KR" altLang="en-US" sz="1400" dirty="0"/>
          </a:p>
          <a:p>
            <a:r>
              <a:rPr lang="en-US" altLang="ko-KR" sz="1400" dirty="0"/>
              <a:t>rows = </a:t>
            </a:r>
            <a:r>
              <a:rPr lang="en-US" altLang="ko-KR" sz="1400" dirty="0" err="1"/>
              <a:t>cursor.fetchall</a:t>
            </a:r>
            <a:r>
              <a:rPr lang="en-US" altLang="ko-KR" sz="1400" dirty="0"/>
              <a:t>()</a:t>
            </a:r>
          </a:p>
          <a:p>
            <a:r>
              <a:rPr lang="en-US" altLang="ko-KR" sz="1400" dirty="0"/>
              <a:t>titles = ['</a:t>
            </a:r>
            <a:r>
              <a:rPr lang="ko-KR" altLang="en-US" sz="1400" dirty="0"/>
              <a:t>번호</a:t>
            </a:r>
            <a:r>
              <a:rPr lang="en-US" altLang="ko-KR" sz="1400" dirty="0"/>
              <a:t>','</a:t>
            </a:r>
            <a:r>
              <a:rPr lang="ko-KR" altLang="en-US" sz="1400" dirty="0"/>
              <a:t>이름</a:t>
            </a:r>
            <a:r>
              <a:rPr lang="en-US" altLang="ko-KR" sz="1400" dirty="0"/>
              <a:t>','</a:t>
            </a:r>
            <a:r>
              <a:rPr lang="ko-KR" altLang="en-US" sz="1400" dirty="0"/>
              <a:t>국어</a:t>
            </a:r>
            <a:r>
              <a:rPr lang="en-US" altLang="ko-KR" sz="1400" dirty="0"/>
              <a:t>','</a:t>
            </a:r>
            <a:r>
              <a:rPr lang="ko-KR" altLang="en-US" sz="1400" dirty="0"/>
              <a:t>영어</a:t>
            </a:r>
            <a:r>
              <a:rPr lang="en-US" altLang="ko-KR" sz="1400" dirty="0"/>
              <a:t>','</a:t>
            </a:r>
            <a:r>
              <a:rPr lang="ko-KR" altLang="en-US" sz="1400" dirty="0"/>
              <a:t>수학</a:t>
            </a:r>
            <a:r>
              <a:rPr lang="en-US" altLang="ko-KR" sz="1400" dirty="0"/>
              <a:t>','</a:t>
            </a:r>
            <a:r>
              <a:rPr lang="ko-KR" altLang="en-US" sz="1400" dirty="0"/>
              <a:t>합계</a:t>
            </a:r>
            <a:r>
              <a:rPr lang="en-US" altLang="ko-KR" sz="1400" dirty="0"/>
              <a:t>','</a:t>
            </a:r>
            <a:r>
              <a:rPr lang="ko-KR" altLang="en-US" sz="1400" dirty="0"/>
              <a:t>평균</a:t>
            </a:r>
            <a:r>
              <a:rPr lang="en-US" altLang="ko-KR" sz="1400" dirty="0"/>
              <a:t>','</a:t>
            </a:r>
            <a:r>
              <a:rPr lang="ko-KR" altLang="en-US" sz="1400" dirty="0"/>
              <a:t>등수</a:t>
            </a:r>
            <a:r>
              <a:rPr lang="en-US" altLang="ko-KR" sz="1400" dirty="0"/>
              <a:t>','</a:t>
            </a:r>
            <a:r>
              <a:rPr lang="ko-KR" altLang="en-US" sz="1400" dirty="0"/>
              <a:t>등록일</a:t>
            </a:r>
            <a:r>
              <a:rPr lang="en-US" altLang="ko-KR" sz="1400" dirty="0"/>
              <a:t>']</a:t>
            </a:r>
          </a:p>
          <a:p>
            <a:r>
              <a:rPr lang="en-US" altLang="ko-KR" sz="1400" dirty="0"/>
              <a:t>for title in titles:</a:t>
            </a:r>
          </a:p>
          <a:p>
            <a:r>
              <a:rPr lang="en-US" altLang="ko-KR" sz="1400" dirty="0"/>
              <a:t>  print(</a:t>
            </a:r>
            <a:r>
              <a:rPr lang="en-US" altLang="ko-KR" sz="1400" dirty="0" err="1"/>
              <a:t>title,end</a:t>
            </a:r>
            <a:r>
              <a:rPr lang="en-US" altLang="ko-KR" sz="1400" dirty="0"/>
              <a:t>="\t")</a:t>
            </a:r>
          </a:p>
          <a:p>
            <a:r>
              <a:rPr lang="en-US" altLang="ko-KR" sz="1400" dirty="0"/>
              <a:t>print()</a:t>
            </a:r>
          </a:p>
          <a:p>
            <a:r>
              <a:rPr lang="en-US" altLang="ko-KR" sz="1400" dirty="0"/>
              <a:t>print("-"*80)  </a:t>
            </a:r>
          </a:p>
          <a:p>
            <a:endParaRPr lang="en-US" altLang="ko-KR" sz="1400" dirty="0"/>
          </a:p>
          <a:p>
            <a:r>
              <a:rPr lang="en-US" altLang="ko-KR" sz="1400" dirty="0"/>
              <a:t>for row in rows:</a:t>
            </a:r>
          </a:p>
          <a:p>
            <a:r>
              <a:rPr lang="en-US" altLang="ko-KR" sz="1400" dirty="0"/>
              <a:t>  for </a:t>
            </a:r>
            <a:r>
              <a:rPr lang="en-US" altLang="ko-KR" sz="1400" dirty="0" err="1"/>
              <a:t>i,r</a:t>
            </a:r>
            <a:r>
              <a:rPr lang="en-US" altLang="ko-KR" sz="1400" dirty="0"/>
              <a:t> in enumerate(row):</a:t>
            </a:r>
          </a:p>
          <a:p>
            <a:r>
              <a:rPr lang="en-US" altLang="ko-KR" sz="1400" dirty="0"/>
              <a:t>    if </a:t>
            </a:r>
            <a:r>
              <a:rPr lang="en-US" altLang="ko-KR" sz="1400" dirty="0" err="1"/>
              <a:t>i</a:t>
            </a:r>
            <a:r>
              <a:rPr lang="en-US" altLang="ko-KR" sz="1400" dirty="0"/>
              <a:t> == 1:</a:t>
            </a:r>
          </a:p>
          <a:p>
            <a:r>
              <a:rPr lang="en-US" altLang="ko-KR" sz="1400" dirty="0"/>
              <a:t>      print(f"{r:10s}",end="\t")</a:t>
            </a:r>
          </a:p>
          <a:p>
            <a:r>
              <a:rPr lang="en-US" altLang="ko-KR" sz="1400" dirty="0"/>
              <a:t>      continue</a:t>
            </a:r>
          </a:p>
          <a:p>
            <a:r>
              <a:rPr lang="en-US" altLang="ko-KR" sz="1400" dirty="0"/>
              <a:t>    if </a:t>
            </a:r>
            <a:r>
              <a:rPr lang="en-US" altLang="ko-KR" sz="1400" dirty="0" err="1"/>
              <a:t>i</a:t>
            </a:r>
            <a:r>
              <a:rPr lang="en-US" altLang="ko-KR" sz="1400" dirty="0"/>
              <a:t> == 6:</a:t>
            </a:r>
          </a:p>
          <a:p>
            <a:r>
              <a:rPr lang="en-US" altLang="ko-KR" sz="1400" dirty="0"/>
              <a:t>      print(f"{r:.2f}",end="\t")</a:t>
            </a:r>
          </a:p>
          <a:p>
            <a:r>
              <a:rPr lang="en-US" altLang="ko-KR" sz="1400" dirty="0"/>
              <a:t>      continue</a:t>
            </a:r>
          </a:p>
          <a:p>
            <a:r>
              <a:rPr lang="en-US" altLang="ko-KR" sz="1400" dirty="0"/>
              <a:t>    if </a:t>
            </a:r>
            <a:r>
              <a:rPr lang="en-US" altLang="ko-KR" sz="1400" dirty="0" err="1"/>
              <a:t>i</a:t>
            </a:r>
            <a:r>
              <a:rPr lang="en-US" altLang="ko-KR" sz="1400" dirty="0"/>
              <a:t> == 8:</a:t>
            </a:r>
          </a:p>
          <a:p>
            <a:r>
              <a:rPr lang="en-US" altLang="ko-KR" sz="1400" dirty="0"/>
              <a:t>      # </a:t>
            </a:r>
            <a:r>
              <a:rPr lang="en-US" altLang="ko-KR" sz="1400" dirty="0" err="1"/>
              <a:t>strftime</a:t>
            </a:r>
            <a:r>
              <a:rPr lang="en-US" altLang="ko-KR" sz="1400" dirty="0"/>
              <a:t>()</a:t>
            </a:r>
            <a:r>
              <a:rPr lang="ko-KR" altLang="en-US" sz="1400" dirty="0"/>
              <a:t>함수 </a:t>
            </a:r>
            <a:r>
              <a:rPr lang="en-US" altLang="ko-KR" sz="1400" dirty="0"/>
              <a:t>: </a:t>
            </a:r>
            <a:r>
              <a:rPr lang="ko-KR" altLang="en-US" sz="1400" dirty="0" err="1"/>
              <a:t>날짜포맷함수</a:t>
            </a:r>
            <a:r>
              <a:rPr lang="ko-KR" altLang="en-US" sz="1400" dirty="0"/>
              <a:t> </a:t>
            </a:r>
            <a:r>
              <a:rPr lang="en-US" altLang="ko-KR" sz="1400" dirty="0"/>
              <a:t>%Y : 2024 , %y : 24</a:t>
            </a:r>
          </a:p>
          <a:p>
            <a:r>
              <a:rPr lang="en-US" altLang="ko-KR" sz="1400" dirty="0"/>
              <a:t>      print(</a:t>
            </a:r>
            <a:r>
              <a:rPr lang="en-US" altLang="ko-KR" sz="1400" dirty="0" err="1"/>
              <a:t>r.strftime</a:t>
            </a:r>
            <a:r>
              <a:rPr lang="en-US" altLang="ko-KR" sz="1400" dirty="0"/>
              <a:t>("%Y-%m-%d"),end="\t")</a:t>
            </a:r>
          </a:p>
          <a:p>
            <a:r>
              <a:rPr lang="en-US" altLang="ko-KR" sz="1400" dirty="0"/>
              <a:t>      continue</a:t>
            </a:r>
          </a:p>
          <a:p>
            <a:r>
              <a:rPr lang="en-US" altLang="ko-KR" sz="1400" dirty="0"/>
              <a:t>    print(</a:t>
            </a:r>
            <a:r>
              <a:rPr lang="en-US" altLang="ko-KR" sz="1400" dirty="0" err="1"/>
              <a:t>r,end</a:t>
            </a:r>
            <a:r>
              <a:rPr lang="en-US" altLang="ko-KR" sz="1400" dirty="0"/>
              <a:t>="\t")</a:t>
            </a:r>
          </a:p>
          <a:p>
            <a:r>
              <a:rPr lang="en-US" altLang="ko-KR" sz="1400" dirty="0"/>
              <a:t>  print()  </a:t>
            </a:r>
          </a:p>
          <a:p>
            <a:r>
              <a:rPr lang="en-US" altLang="ko-KR" sz="1400" dirty="0"/>
              <a:t>  </a:t>
            </a:r>
          </a:p>
          <a:p>
            <a:r>
              <a:rPr lang="en-US" altLang="ko-KR" sz="1400" dirty="0"/>
              <a:t># </a:t>
            </a:r>
            <a:r>
              <a:rPr lang="ko-KR" altLang="en-US" sz="1400" dirty="0"/>
              <a:t>종료</a:t>
            </a:r>
          </a:p>
          <a:p>
            <a:r>
              <a:rPr lang="en-US" altLang="ko-KR" sz="1400" dirty="0" err="1"/>
              <a:t>conn.close</a:t>
            </a:r>
            <a:r>
              <a:rPr lang="en-US" altLang="ko-KR" sz="1400" dirty="0"/>
              <a:t>() 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CF40C19-A618-C921-79D5-216F6E5AD580}"/>
              </a:ext>
            </a:extLst>
          </p:cNvPr>
          <p:cNvSpPr/>
          <p:nvPr/>
        </p:nvSpPr>
        <p:spPr>
          <a:xfrm>
            <a:off x="55879" y="4093828"/>
            <a:ext cx="5942249" cy="276417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264949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6FE8D-6134-4EBE-770C-BBFCB47A6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5AAC234F-150A-69D2-AC6F-17E2B60A9B01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94873A45-D797-C9F2-A112-AFA19753D47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2496567-8EFF-EAFF-E5B5-FF59A3333074}"/>
              </a:ext>
            </a:extLst>
          </p:cNvPr>
          <p:cNvSpPr txBox="1"/>
          <p:nvPr/>
        </p:nvSpPr>
        <p:spPr>
          <a:xfrm>
            <a:off x="982511" y="227654"/>
            <a:ext cx="873527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오라클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db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연결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 -  select  like</a:t>
            </a:r>
            <a:endParaRPr lang="ko-KR" altLang="en-US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395135C-D729-EA60-6308-36BED616AAB7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18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F05C0F18-C640-9494-E669-722C49F94A1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55B11E0-7B29-7F85-F191-72A35AE20A3F}"/>
              </a:ext>
            </a:extLst>
          </p:cNvPr>
          <p:cNvSpPr/>
          <p:nvPr/>
        </p:nvSpPr>
        <p:spPr>
          <a:xfrm>
            <a:off x="36422" y="979221"/>
            <a:ext cx="6020429" cy="587877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sz="1400" dirty="0"/>
              <a:t>import </a:t>
            </a:r>
            <a:r>
              <a:rPr lang="en-US" altLang="ko-KR" sz="1400" dirty="0" err="1"/>
              <a:t>oracledb</a:t>
            </a:r>
            <a:endParaRPr lang="en-US" altLang="ko-KR" sz="1400" dirty="0"/>
          </a:p>
          <a:p>
            <a:r>
              <a:rPr lang="en-US" altLang="ko-KR" sz="1400" dirty="0"/>
              <a:t>conn = </a:t>
            </a:r>
            <a:r>
              <a:rPr lang="en-US" altLang="ko-KR" sz="1400" dirty="0" err="1"/>
              <a:t>oracledb.connect</a:t>
            </a:r>
            <a:r>
              <a:rPr lang="en-US" altLang="ko-KR" sz="1400" dirty="0"/>
              <a:t>(user='</a:t>
            </a:r>
            <a:r>
              <a:rPr lang="en-US" altLang="ko-KR" sz="1400" dirty="0" err="1"/>
              <a:t>ora_user',password</a:t>
            </a:r>
            <a:r>
              <a:rPr lang="en-US" altLang="ko-KR" sz="1400" dirty="0"/>
              <a:t>='1111',dsn='localhost:1521/</a:t>
            </a:r>
            <a:r>
              <a:rPr lang="en-US" altLang="ko-KR" sz="1400" dirty="0" err="1"/>
              <a:t>xe</a:t>
            </a:r>
            <a:r>
              <a:rPr lang="en-US" altLang="ko-KR" sz="1400" dirty="0"/>
              <a:t>')</a:t>
            </a:r>
          </a:p>
          <a:p>
            <a:r>
              <a:rPr lang="en-US" altLang="ko-KR" sz="1400" dirty="0"/>
              <a:t>cursor = </a:t>
            </a:r>
            <a:r>
              <a:rPr lang="en-US" altLang="ko-KR" sz="1400" dirty="0" err="1"/>
              <a:t>conn.cursor</a:t>
            </a:r>
            <a:r>
              <a:rPr lang="en-US" altLang="ko-KR" sz="1400" dirty="0"/>
              <a:t>()</a:t>
            </a:r>
          </a:p>
          <a:p>
            <a:endParaRPr lang="en-US" altLang="ko-KR" sz="1400" dirty="0"/>
          </a:p>
          <a:p>
            <a:r>
              <a:rPr lang="en-US" altLang="ko-KR" sz="1400" dirty="0"/>
              <a:t># </a:t>
            </a:r>
            <a:r>
              <a:rPr lang="ko-KR" altLang="en-US" sz="1400" dirty="0"/>
              <a:t>입력한 값을 가지고 이름이 포함되어 있는 데이터를 </a:t>
            </a:r>
            <a:r>
              <a:rPr lang="ko-KR" altLang="en-US" sz="1400" dirty="0" err="1"/>
              <a:t>출력하시오</a:t>
            </a:r>
            <a:r>
              <a:rPr lang="en-US" altLang="ko-KR" sz="1400" dirty="0"/>
              <a:t>.</a:t>
            </a:r>
          </a:p>
          <a:p>
            <a:r>
              <a:rPr lang="en-US" altLang="ko-KR" sz="1400" dirty="0"/>
              <a:t>search = input("</a:t>
            </a:r>
            <a:r>
              <a:rPr lang="ko-KR" altLang="en-US" sz="1400" dirty="0"/>
              <a:t>이름을 입력하세요</a:t>
            </a:r>
            <a:r>
              <a:rPr lang="en-US" altLang="ko-KR" sz="1400" dirty="0"/>
              <a:t>.&gt;&gt; ")</a:t>
            </a:r>
          </a:p>
          <a:p>
            <a:r>
              <a:rPr lang="en-US" altLang="ko-KR" sz="1400" dirty="0"/>
              <a:t>search = '%'+search+'%'</a:t>
            </a:r>
          </a:p>
          <a:p>
            <a:r>
              <a:rPr lang="en-US" altLang="ko-KR" sz="1400" dirty="0" err="1"/>
              <a:t>sql</a:t>
            </a:r>
            <a:r>
              <a:rPr lang="en-US" altLang="ko-KR" sz="1400" dirty="0"/>
              <a:t> = "select * from employees where </a:t>
            </a:r>
            <a:r>
              <a:rPr lang="en-US" altLang="ko-KR" sz="1400" dirty="0" err="1"/>
              <a:t>emp_name</a:t>
            </a:r>
            <a:r>
              <a:rPr lang="en-US" altLang="ko-KR" sz="1400" dirty="0"/>
              <a:t> like :search "</a:t>
            </a:r>
          </a:p>
          <a:p>
            <a:r>
              <a:rPr lang="en-US" altLang="ko-KR" sz="1400" dirty="0" err="1"/>
              <a:t>cursor.execute</a:t>
            </a:r>
            <a:r>
              <a:rPr lang="en-US" altLang="ko-KR" sz="1400" dirty="0"/>
              <a:t>(</a:t>
            </a:r>
            <a:r>
              <a:rPr lang="en-US" altLang="ko-KR" sz="1400" dirty="0" err="1"/>
              <a:t>sql,search</a:t>
            </a:r>
            <a:r>
              <a:rPr lang="en-US" altLang="ko-KR" sz="1400" dirty="0"/>
              <a:t>=search)</a:t>
            </a:r>
          </a:p>
          <a:p>
            <a:endParaRPr lang="en-US" altLang="ko-KR" sz="1400" dirty="0"/>
          </a:p>
          <a:p>
            <a:endParaRPr lang="en-US" altLang="ko-KR" sz="1400" dirty="0"/>
          </a:p>
          <a:p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# search = input("</a:t>
            </a:r>
            <a:r>
              <a:rPr lang="ko-KR" altLang="en-US" sz="1400" dirty="0"/>
              <a:t>번호검색 </a:t>
            </a:r>
            <a:r>
              <a:rPr lang="en-US" altLang="ko-KR" sz="1400" dirty="0"/>
              <a:t>&gt;&gt; ")</a:t>
            </a:r>
          </a:p>
          <a:p>
            <a:r>
              <a:rPr lang="en-US" altLang="ko-KR" sz="1400" dirty="0"/>
              <a:t># </a:t>
            </a:r>
            <a:r>
              <a:rPr lang="en-US" altLang="ko-KR" sz="1400" dirty="0" err="1"/>
              <a:t>sql</a:t>
            </a:r>
            <a:r>
              <a:rPr lang="en-US" altLang="ko-KR" sz="1400" dirty="0"/>
              <a:t> = "select * from employees where </a:t>
            </a:r>
            <a:r>
              <a:rPr lang="en-US" altLang="ko-KR" sz="1400" dirty="0" err="1"/>
              <a:t>emp_name</a:t>
            </a:r>
            <a:r>
              <a:rPr lang="en-US" altLang="ko-KR" sz="1400" dirty="0"/>
              <a:t> like '%:search%'"</a:t>
            </a:r>
          </a:p>
          <a:p>
            <a:r>
              <a:rPr lang="en-US" altLang="ko-KR" sz="1400" dirty="0"/>
              <a:t># </a:t>
            </a:r>
            <a:r>
              <a:rPr lang="ko-KR" altLang="en-US" sz="1400" dirty="0"/>
              <a:t>키워드</a:t>
            </a:r>
          </a:p>
          <a:p>
            <a:r>
              <a:rPr lang="en-US" altLang="ko-KR" sz="1400" dirty="0"/>
              <a:t># </a:t>
            </a:r>
            <a:r>
              <a:rPr lang="en-US" altLang="ko-KR" sz="1400" dirty="0" err="1"/>
              <a:t>sql</a:t>
            </a:r>
            <a:r>
              <a:rPr lang="en-US" altLang="ko-KR" sz="1400" dirty="0"/>
              <a:t> = "select * from employees where </a:t>
            </a:r>
            <a:r>
              <a:rPr lang="en-US" altLang="ko-KR" sz="1400" dirty="0" err="1"/>
              <a:t>employee_id</a:t>
            </a:r>
            <a:r>
              <a:rPr lang="en-US" altLang="ko-KR" sz="1400" dirty="0"/>
              <a:t>&gt;=:search"</a:t>
            </a:r>
          </a:p>
          <a:p>
            <a:r>
              <a:rPr lang="en-US" altLang="ko-KR" sz="1400" dirty="0"/>
              <a:t># </a:t>
            </a:r>
            <a:r>
              <a:rPr lang="en-US" altLang="ko-KR" sz="1400" dirty="0" err="1"/>
              <a:t>cursor.execute</a:t>
            </a:r>
            <a:r>
              <a:rPr lang="en-US" altLang="ko-KR" sz="1400" dirty="0"/>
              <a:t>(</a:t>
            </a:r>
            <a:r>
              <a:rPr lang="en-US" altLang="ko-KR" sz="1400" dirty="0" err="1"/>
              <a:t>sql,search</a:t>
            </a:r>
            <a:r>
              <a:rPr lang="en-US" altLang="ko-KR" sz="1400" dirty="0"/>
              <a:t>=search)</a:t>
            </a:r>
          </a:p>
          <a:p>
            <a:r>
              <a:rPr lang="en-US" altLang="ko-KR" sz="1400" dirty="0"/>
              <a:t># </a:t>
            </a:r>
            <a:r>
              <a:rPr lang="ko-KR" altLang="en-US" sz="1400" dirty="0"/>
              <a:t>번호순서</a:t>
            </a:r>
          </a:p>
          <a:p>
            <a:r>
              <a:rPr lang="en-US" altLang="ko-KR" sz="1400" dirty="0"/>
              <a:t># </a:t>
            </a:r>
            <a:r>
              <a:rPr lang="en-US" altLang="ko-KR" sz="1400" dirty="0" err="1"/>
              <a:t>sql</a:t>
            </a:r>
            <a:r>
              <a:rPr lang="en-US" altLang="ko-KR" sz="1400" dirty="0"/>
              <a:t> = "select * from employees where </a:t>
            </a:r>
            <a:r>
              <a:rPr lang="en-US" altLang="ko-KR" sz="1400" dirty="0" err="1"/>
              <a:t>employee_id</a:t>
            </a:r>
            <a:r>
              <a:rPr lang="en-US" altLang="ko-KR" sz="1400" dirty="0"/>
              <a:t>&gt;=:1"</a:t>
            </a:r>
          </a:p>
          <a:p>
            <a:r>
              <a:rPr lang="en-US" altLang="ko-KR" sz="1400" dirty="0"/>
              <a:t># </a:t>
            </a:r>
            <a:r>
              <a:rPr lang="en-US" altLang="ko-KR" sz="1400" dirty="0" err="1"/>
              <a:t>cursor.execute</a:t>
            </a:r>
            <a:r>
              <a:rPr lang="en-US" altLang="ko-KR" sz="1400" dirty="0"/>
              <a:t>(</a:t>
            </a:r>
            <a:r>
              <a:rPr lang="en-US" altLang="ko-KR" sz="1400" dirty="0" err="1"/>
              <a:t>sql</a:t>
            </a:r>
            <a:r>
              <a:rPr lang="en-US" altLang="ko-KR" sz="1400" dirty="0"/>
              <a:t>,[search])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92F6199-B4B5-6802-7458-D7EA9841BE9D}"/>
              </a:ext>
            </a:extLst>
          </p:cNvPr>
          <p:cNvSpPr/>
          <p:nvPr/>
        </p:nvSpPr>
        <p:spPr>
          <a:xfrm>
            <a:off x="55879" y="2231472"/>
            <a:ext cx="5942249" cy="130029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8F151E-7485-CF14-08CD-7F0D22329779}"/>
              </a:ext>
            </a:extLst>
          </p:cNvPr>
          <p:cNvSpPr txBox="1"/>
          <p:nvPr/>
        </p:nvSpPr>
        <p:spPr>
          <a:xfrm>
            <a:off x="6135151" y="2231472"/>
            <a:ext cx="5844328" cy="30777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400" b="0" i="0" dirty="0" err="1">
                <a:solidFill>
                  <a:srgbClr val="FF0000"/>
                </a:solidFill>
                <a:effectLst/>
                <a:latin typeface="-apple-system"/>
              </a:rPr>
              <a:t>파이썬에서</a:t>
            </a:r>
            <a:r>
              <a:rPr lang="ko-KR" altLang="en-US" sz="1400" b="0" i="0" dirty="0">
                <a:solidFill>
                  <a:srgbClr val="FF0000"/>
                </a:solidFill>
                <a:effectLst/>
                <a:latin typeface="-apple-system"/>
              </a:rPr>
              <a:t> ‘</a:t>
            </a:r>
            <a:r>
              <a:rPr lang="en-US" altLang="ko-KR" sz="1400" b="0" i="0" dirty="0">
                <a:solidFill>
                  <a:srgbClr val="FF0000"/>
                </a:solidFill>
                <a:effectLst/>
                <a:latin typeface="-apple-system"/>
              </a:rPr>
              <a:t>%’</a:t>
            </a:r>
            <a:r>
              <a:rPr lang="ko-KR" altLang="en-US" sz="1400" b="0" i="0" dirty="0">
                <a:solidFill>
                  <a:srgbClr val="FF0000"/>
                </a:solidFill>
                <a:effectLst/>
                <a:latin typeface="-apple-system"/>
              </a:rPr>
              <a:t>는 외부에서 값을 받아올 때 타입을 지정해주기 위해 사용</a:t>
            </a:r>
            <a:endParaRPr lang="ko-KR" altLang="en-US" sz="1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4292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80EB46-A41F-42D1-925C-1E1D34396238}"/>
              </a:ext>
            </a:extLst>
          </p:cNvPr>
          <p:cNvSpPr txBox="1"/>
          <p:nvPr/>
        </p:nvSpPr>
        <p:spPr>
          <a:xfrm>
            <a:off x="1094271" y="227654"/>
            <a:ext cx="873527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오라클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db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연결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 - 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DataFrame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으로 받기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75297CD-9753-4A7F-A617-C272413A0538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18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74B1E6-0CBD-47FF-9E1A-807CBFBAA370}"/>
              </a:ext>
            </a:extLst>
          </p:cNvPr>
          <p:cNvSpPr/>
          <p:nvPr/>
        </p:nvSpPr>
        <p:spPr>
          <a:xfrm>
            <a:off x="36422" y="979221"/>
            <a:ext cx="6020429" cy="587877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sz="1400" dirty="0"/>
              <a:t>import </a:t>
            </a:r>
            <a:r>
              <a:rPr lang="en-US" altLang="ko-KR" sz="1400" dirty="0" err="1"/>
              <a:t>cx_Oracle</a:t>
            </a:r>
            <a:endParaRPr lang="en-US" altLang="ko-KR" sz="1400" dirty="0"/>
          </a:p>
          <a:p>
            <a:r>
              <a:rPr lang="en-US" altLang="ko-KR" sz="1400" dirty="0"/>
              <a:t>import pandas as pd</a:t>
            </a:r>
          </a:p>
          <a:p>
            <a:r>
              <a:rPr lang="en-US" altLang="ko-KR" sz="1400" dirty="0"/>
              <a:t>from </a:t>
            </a:r>
            <a:r>
              <a:rPr lang="en-US" altLang="ko-KR" sz="1400" dirty="0" err="1"/>
              <a:t>stboard.models</a:t>
            </a:r>
            <a:r>
              <a:rPr lang="en-US" altLang="ko-KR" sz="1400" dirty="0"/>
              <a:t> import board</a:t>
            </a:r>
          </a:p>
          <a:p>
            <a:pPr algn="l"/>
            <a:endParaRPr lang="en-US" altLang="ko-KR" sz="1400" b="0" i="0" dirty="0">
              <a:effectLst/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l"/>
            <a:endParaRPr lang="en-US" altLang="ko-KR" sz="1400" b="0" i="0" dirty="0">
              <a:effectLst/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l"/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# </a:t>
            </a:r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db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연결함수로 정의</a:t>
            </a:r>
          </a:p>
          <a:p>
            <a:pPr algn="l"/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def connections():</a:t>
            </a:r>
          </a:p>
          <a:p>
            <a:pPr algn="l"/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  try:</a:t>
            </a:r>
          </a:p>
          <a:p>
            <a:pPr algn="l"/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      conn= </a:t>
            </a:r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ora.connect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('system/1234@localhost:1521/</a:t>
            </a:r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xe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')</a:t>
            </a:r>
          </a:p>
          <a:p>
            <a:pPr algn="l"/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      # cursor = </a:t>
            </a:r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conn.cursor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()</a:t>
            </a:r>
          </a:p>
          <a:p>
            <a:pPr algn="l"/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  except Exception as e:</a:t>
            </a:r>
          </a:p>
          <a:p>
            <a:pPr algn="l"/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      msg="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예외발생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</a:p>
          <a:p>
            <a:pPr algn="l"/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      print(msg)</a:t>
            </a:r>
          </a:p>
          <a:p>
            <a:pPr algn="l"/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  return conn   </a:t>
            </a:r>
            <a:b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b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l"/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# pd. </a:t>
            </a:r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Read_sql_query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구문 사용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l"/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def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blist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(request):</a:t>
            </a:r>
            <a:b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 query ='select * from board' </a:t>
            </a:r>
          </a:p>
          <a:p>
            <a:pPr algn="l"/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 df = </a:t>
            </a:r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pd.read_sql_query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query,connections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())</a:t>
            </a:r>
          </a:p>
          <a:p>
            <a:pPr algn="l"/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 print(df)</a:t>
            </a:r>
            <a:endParaRPr lang="en-US" altLang="ko-KR" sz="1400" b="0" i="0" dirty="0">
              <a:effectLst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F2B670-C4A0-41C4-9249-D268DCE609F5}"/>
              </a:ext>
            </a:extLst>
          </p:cNvPr>
          <p:cNvSpPr txBox="1"/>
          <p:nvPr/>
        </p:nvSpPr>
        <p:spPr>
          <a:xfrm>
            <a:off x="9655728" y="6581001"/>
            <a:ext cx="25362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https://tzara.tistory.com/119</a:t>
            </a:r>
            <a:endParaRPr lang="ko-KR" altLang="en-US" sz="1200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6EECC87F-6FFC-4306-82D5-DC0F0E6B16C7}"/>
              </a:ext>
            </a:extLst>
          </p:cNvPr>
          <p:cNvSpPr/>
          <p:nvPr/>
        </p:nvSpPr>
        <p:spPr>
          <a:xfrm>
            <a:off x="6135218" y="3123362"/>
            <a:ext cx="5844261" cy="95368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sz="1400" dirty="0"/>
              <a:t># pandas </a:t>
            </a:r>
            <a:r>
              <a:rPr lang="ko-KR" altLang="en-US" sz="1400" dirty="0"/>
              <a:t>라이브러리 </a:t>
            </a:r>
            <a:r>
              <a:rPr lang="en-US" altLang="ko-KR" sz="1400" dirty="0" err="1"/>
              <a:t>read_sql_query</a:t>
            </a:r>
            <a:r>
              <a:rPr lang="ko-KR" altLang="en-US" sz="1400" dirty="0"/>
              <a:t>사용</a:t>
            </a:r>
            <a:br>
              <a:rPr lang="en-US" altLang="ko-KR" sz="1400" dirty="0"/>
            </a:br>
            <a:br>
              <a:rPr lang="en-US" altLang="ko-KR" sz="1400" dirty="0"/>
            </a:br>
            <a:r>
              <a:rPr lang="en-US" altLang="ko-KR" sz="1400" dirty="0"/>
              <a:t># </a:t>
            </a:r>
            <a:r>
              <a:rPr lang="en-US" altLang="ko-KR" sz="1400" dirty="0" err="1"/>
              <a:t>sql</a:t>
            </a:r>
            <a:r>
              <a:rPr lang="ko-KR" altLang="en-US" sz="1400" dirty="0"/>
              <a:t>에서 바로 </a:t>
            </a:r>
            <a:r>
              <a:rPr lang="en-US" altLang="ko-KR" sz="1400" dirty="0" err="1"/>
              <a:t>DataFrame</a:t>
            </a:r>
            <a:r>
              <a:rPr lang="ko-KR" altLang="en-US" sz="1400" dirty="0" err="1"/>
              <a:t>만듬</a:t>
            </a:r>
            <a:r>
              <a:rPr lang="en-US" altLang="ko-KR" sz="1400" dirty="0"/>
              <a:t>. </a:t>
            </a:r>
            <a:br>
              <a:rPr lang="en-US" altLang="ko-KR" sz="1400" dirty="0"/>
            </a:br>
            <a:endParaRPr lang="en-US" altLang="ko-KR" sz="1400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10E3A9A-0F4C-4B60-BDED-F83931B7E653}"/>
              </a:ext>
            </a:extLst>
          </p:cNvPr>
          <p:cNvSpPr/>
          <p:nvPr/>
        </p:nvSpPr>
        <p:spPr>
          <a:xfrm>
            <a:off x="55879" y="4320330"/>
            <a:ext cx="5808025" cy="140935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cxnSp>
        <p:nvCxnSpPr>
          <p:cNvPr id="36" name="연결선: 꺾임 35">
            <a:extLst>
              <a:ext uri="{FF2B5EF4-FFF2-40B4-BE49-F238E27FC236}">
                <a16:creationId xmlns:a16="http://schemas.microsoft.com/office/drawing/2014/main" id="{F6BD331B-15D6-4A40-9D8B-BC6E81EDCF11}"/>
              </a:ext>
            </a:extLst>
          </p:cNvPr>
          <p:cNvCxnSpPr>
            <a:cxnSpLocks/>
            <a:stCxn id="35" idx="3"/>
            <a:endCxn id="27" idx="1"/>
          </p:cNvCxnSpPr>
          <p:nvPr/>
        </p:nvCxnSpPr>
        <p:spPr>
          <a:xfrm flipV="1">
            <a:off x="5863904" y="3600206"/>
            <a:ext cx="271314" cy="1424800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8077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75E58-D134-8DBA-353E-F407D8160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AF7F6B26-E17A-8CB5-7FB3-B3CD31FB502E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97E1D3C8-DD44-F58A-EB90-D92F8568642A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177F460-366E-F371-2299-FF9C0F02A0B4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5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8B25A76-CAAE-76AC-C1E0-8CDF927705AC}"/>
              </a:ext>
            </a:extLst>
          </p:cNvPr>
          <p:cNvSpPr txBox="1"/>
          <p:nvPr/>
        </p:nvSpPr>
        <p:spPr>
          <a:xfrm>
            <a:off x="2457216" y="2832514"/>
            <a:ext cx="7277570" cy="14773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5400" b="1" i="0" dirty="0">
                <a:solidFill>
                  <a:srgbClr val="212529"/>
                </a:solidFill>
                <a:effectLst/>
                <a:latin typeface="-apple-system"/>
              </a:rPr>
              <a:t>Html Template Language</a:t>
            </a:r>
          </a:p>
          <a:p>
            <a:pPr algn="ctr"/>
            <a:r>
              <a:rPr lang="en-US" altLang="ko-KR" sz="3600" b="1" dirty="0"/>
              <a:t>html</a:t>
            </a:r>
            <a:r>
              <a:rPr lang="ko-KR" altLang="en-US" sz="3600" b="1" dirty="0"/>
              <a:t>사용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8BFCA-D2CE-2406-43AD-B7AA01DA2378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03733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030B0-946D-7B85-CF3C-7B5559854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3F7DA0FF-52DA-6F31-D266-C348C877C4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07" y="1553308"/>
            <a:ext cx="2068200" cy="4107874"/>
          </a:xfrm>
          <a:prstGeom prst="rect">
            <a:avLst/>
          </a:prstGeom>
        </p:spPr>
      </p:pic>
      <p:sp>
        <p:nvSpPr>
          <p:cNvPr id="78" name="직사각형 77">
            <a:extLst>
              <a:ext uri="{FF2B5EF4-FFF2-40B4-BE49-F238E27FC236}">
                <a16:creationId xmlns:a16="http://schemas.microsoft.com/office/drawing/2014/main" id="{89375AB3-BDAE-98DD-143C-AF3DC2D03668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6287F6AC-3A63-C6F9-453B-7D72EF5973E5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E96FAF1-4F1F-A599-5CA6-3D0ACE6E3FD5}"/>
              </a:ext>
            </a:extLst>
          </p:cNvPr>
          <p:cNvSpPr txBox="1"/>
          <p:nvPr/>
        </p:nvSpPr>
        <p:spPr>
          <a:xfrm>
            <a:off x="948528" y="227654"/>
            <a:ext cx="873527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templates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 설정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439643E-0F73-EF3C-32D9-2EDFC7F36FF8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5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9919FCB-0473-60DE-046C-7D410D4E9919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CD0FD32-4B54-B762-53FA-922C9B66D71A}"/>
              </a:ext>
            </a:extLst>
          </p:cNvPr>
          <p:cNvSpPr txBox="1"/>
          <p:nvPr/>
        </p:nvSpPr>
        <p:spPr>
          <a:xfrm>
            <a:off x="7677509" y="6580618"/>
            <a:ext cx="451449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https://devocean.sk.com/blog/techBoardDetail.do?ID=163680</a:t>
            </a:r>
            <a:endParaRPr lang="ko-KR" altLang="en-US" sz="1200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4F5320F-30AC-DECF-7A17-03FB3BAD260B}"/>
              </a:ext>
            </a:extLst>
          </p:cNvPr>
          <p:cNvSpPr/>
          <p:nvPr/>
        </p:nvSpPr>
        <p:spPr>
          <a:xfrm>
            <a:off x="2893658" y="1963469"/>
            <a:ext cx="6923201" cy="489453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sz="1600" b="1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# </a:t>
            </a:r>
            <a:r>
              <a:rPr lang="ko-KR" altLang="en-US" sz="1600" b="1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템플릿 경로 </a:t>
            </a:r>
          </a:p>
          <a:p>
            <a:r>
              <a:rPr lang="en-US" altLang="ko-KR" sz="1600" b="1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TEMPLATE_DIR = </a:t>
            </a:r>
            <a:r>
              <a:rPr lang="en-US" altLang="ko-KR" sz="1600" b="1" dirty="0" err="1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os.path.join</a:t>
            </a:r>
            <a:r>
              <a:rPr lang="en-US" altLang="ko-KR" sz="1600" b="1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(BASE_DIR, 'templates')</a:t>
            </a:r>
          </a:p>
          <a:p>
            <a:endParaRPr lang="en-US" altLang="ko-KR" sz="1600" b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en-US" altLang="ko-KR" sz="16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TEMPLATES = [</a:t>
            </a:r>
          </a:p>
          <a:p>
            <a:r>
              <a:rPr lang="en-US" altLang="ko-KR" sz="16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{</a:t>
            </a:r>
          </a:p>
          <a:p>
            <a:r>
              <a:rPr lang="en-US" altLang="ko-KR" sz="16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'BACKEND': '</a:t>
            </a:r>
            <a:r>
              <a:rPr lang="en-US" altLang="ko-KR" sz="16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django.template.backends.django.DjangoTemplates</a:t>
            </a:r>
            <a:r>
              <a:rPr lang="en-US" altLang="ko-KR" sz="16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',</a:t>
            </a:r>
          </a:p>
          <a:p>
            <a:r>
              <a:rPr lang="en-US" altLang="ko-KR" sz="1600" b="1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'DIRS': [TEMPLATE_DIR],</a:t>
            </a:r>
          </a:p>
          <a:p>
            <a:r>
              <a:rPr lang="en-US" altLang="ko-KR" sz="16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'APP_DIRS': True,</a:t>
            </a:r>
          </a:p>
          <a:p>
            <a:r>
              <a:rPr lang="en-US" altLang="ko-KR" sz="16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'OPTIONS': {</a:t>
            </a:r>
          </a:p>
          <a:p>
            <a:r>
              <a:rPr lang="en-US" altLang="ko-KR" sz="16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    '</a:t>
            </a:r>
            <a:r>
              <a:rPr lang="en-US" altLang="ko-KR" sz="16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context_processors</a:t>
            </a:r>
            <a:r>
              <a:rPr lang="en-US" altLang="ko-KR" sz="16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': [</a:t>
            </a:r>
          </a:p>
          <a:p>
            <a:r>
              <a:rPr lang="en-US" altLang="ko-KR" sz="16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        '</a:t>
            </a:r>
            <a:r>
              <a:rPr lang="en-US" altLang="ko-KR" sz="16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django.template.context_processors.debug</a:t>
            </a:r>
            <a:r>
              <a:rPr lang="en-US" altLang="ko-KR" sz="16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',</a:t>
            </a:r>
          </a:p>
          <a:p>
            <a:r>
              <a:rPr lang="en-US" altLang="ko-KR" sz="16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        '</a:t>
            </a:r>
            <a:r>
              <a:rPr lang="en-US" altLang="ko-KR" sz="16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django.template.context_processors.request</a:t>
            </a:r>
            <a:r>
              <a:rPr lang="en-US" altLang="ko-KR" sz="16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',</a:t>
            </a:r>
          </a:p>
          <a:p>
            <a:r>
              <a:rPr lang="en-US" altLang="ko-KR" sz="16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        '</a:t>
            </a:r>
            <a:r>
              <a:rPr lang="en-US" altLang="ko-KR" sz="16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django.contrib.auth.context_processors.auth</a:t>
            </a:r>
            <a:r>
              <a:rPr lang="en-US" altLang="ko-KR" sz="16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',</a:t>
            </a:r>
          </a:p>
          <a:p>
            <a:r>
              <a:rPr lang="en-US" altLang="ko-KR" sz="16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        '</a:t>
            </a:r>
            <a:r>
              <a:rPr lang="en-US" altLang="ko-KR" sz="16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django.contrib.messages.context_processors.messages</a:t>
            </a:r>
            <a:r>
              <a:rPr lang="en-US" altLang="ko-KR" sz="16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',</a:t>
            </a:r>
          </a:p>
          <a:p>
            <a:r>
              <a:rPr lang="en-US" altLang="ko-KR" sz="16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    ],</a:t>
            </a:r>
          </a:p>
          <a:p>
            <a:r>
              <a:rPr lang="en-US" altLang="ko-KR" sz="16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},</a:t>
            </a:r>
          </a:p>
          <a:p>
            <a:r>
              <a:rPr lang="en-US" altLang="ko-KR" sz="16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},</a:t>
            </a:r>
          </a:p>
          <a:p>
            <a:r>
              <a:rPr lang="en-US" altLang="ko-KR" sz="16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]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769F3AC-0958-AD36-5EA5-771DE58E97FE}"/>
              </a:ext>
            </a:extLst>
          </p:cNvPr>
          <p:cNvSpPr txBox="1"/>
          <p:nvPr/>
        </p:nvSpPr>
        <p:spPr>
          <a:xfrm>
            <a:off x="228811" y="1143148"/>
            <a:ext cx="19255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 templates</a:t>
            </a:r>
            <a:r>
              <a:rPr lang="ko-KR" altLang="en-US" dirty="0"/>
              <a:t> 설정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77D3ED4-8CAE-309E-F947-7EE1606E2F00}"/>
              </a:ext>
            </a:extLst>
          </p:cNvPr>
          <p:cNvSpPr/>
          <p:nvPr/>
        </p:nvSpPr>
        <p:spPr>
          <a:xfrm>
            <a:off x="367008" y="3439831"/>
            <a:ext cx="1801470" cy="5714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C05A7BC-938A-A75B-7C35-63D7C4646F81}"/>
              </a:ext>
            </a:extLst>
          </p:cNvPr>
          <p:cNvSpPr txBox="1"/>
          <p:nvPr/>
        </p:nvSpPr>
        <p:spPr>
          <a:xfrm>
            <a:off x="2893658" y="1183976"/>
            <a:ext cx="6923201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*  </a:t>
            </a:r>
            <a:r>
              <a:rPr lang="ko-KR" altLang="en-US" sz="1400" dirty="0" err="1"/>
              <a:t>메인과</a:t>
            </a:r>
            <a:r>
              <a:rPr lang="ko-KR" altLang="en-US" sz="1400" dirty="0"/>
              <a:t> 서브페이지 차이가 있으면</a:t>
            </a:r>
            <a:r>
              <a:rPr lang="en-US" altLang="ko-KR" sz="1400" dirty="0"/>
              <a:t>, </a:t>
            </a:r>
            <a:r>
              <a:rPr lang="ko-KR" altLang="en-US" sz="1400" dirty="0"/>
              <a:t>별도로 구분</a:t>
            </a:r>
            <a:br>
              <a:rPr lang="en-US" altLang="ko-KR" sz="1400" dirty="0"/>
            </a:br>
            <a:br>
              <a:rPr lang="en-US" altLang="ko-KR" sz="1400" dirty="0"/>
            </a:br>
            <a:r>
              <a:rPr lang="en-US" altLang="ko-KR" sz="1400" dirty="0"/>
              <a:t>* </a:t>
            </a:r>
            <a:r>
              <a:rPr lang="ko-KR" altLang="en-US" sz="1400" dirty="0"/>
              <a:t>전체 </a:t>
            </a:r>
            <a:r>
              <a:rPr lang="en-US" altLang="ko-KR" sz="1400" dirty="0"/>
              <a:t>templates </a:t>
            </a:r>
            <a:r>
              <a:rPr lang="ko-KR" altLang="en-US" sz="1400" dirty="0"/>
              <a:t>설정</a:t>
            </a:r>
            <a:r>
              <a:rPr lang="en-US" altLang="ko-KR" sz="1400" dirty="0"/>
              <a:t>, </a:t>
            </a:r>
            <a:r>
              <a:rPr lang="ko-KR" altLang="en-US" sz="1400" dirty="0"/>
              <a:t>각 </a:t>
            </a:r>
            <a:r>
              <a:rPr lang="en-US" altLang="ko-KR" sz="1400" dirty="0"/>
              <a:t>app</a:t>
            </a:r>
            <a:r>
              <a:rPr lang="ko-KR" altLang="en-US" sz="1400" dirty="0"/>
              <a:t>별 </a:t>
            </a:r>
            <a:r>
              <a:rPr lang="en-US" altLang="ko-KR" sz="1400" dirty="0"/>
              <a:t>templates </a:t>
            </a:r>
            <a:r>
              <a:rPr lang="ko-KR" altLang="en-US" sz="1400" dirty="0"/>
              <a:t>존재</a:t>
            </a:r>
            <a:endParaRPr lang="en-US" altLang="ko-KR" sz="1400" dirty="0"/>
          </a:p>
        </p:txBody>
      </p: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353AAB85-1A7F-12F9-75DD-A9AFAEE20A3F}"/>
              </a:ext>
            </a:extLst>
          </p:cNvPr>
          <p:cNvCxnSpPr>
            <a:cxnSpLocks/>
            <a:stCxn id="20" idx="3"/>
            <a:endCxn id="22" idx="1"/>
          </p:cNvCxnSpPr>
          <p:nvPr/>
        </p:nvCxnSpPr>
        <p:spPr>
          <a:xfrm flipV="1">
            <a:off x="2168478" y="1553308"/>
            <a:ext cx="725180" cy="2172249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CC7B096-55AB-6E89-715D-0EA9DA8C4BAC}"/>
              </a:ext>
            </a:extLst>
          </p:cNvPr>
          <p:cNvSpPr/>
          <p:nvPr/>
        </p:nvSpPr>
        <p:spPr>
          <a:xfrm>
            <a:off x="8387935" y="1963468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base.html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160575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A801B-EC40-990C-09C6-CA9F7AF93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9EA65819-CCDA-9894-0704-B739955C5FBA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B61445DA-3779-8A53-86E7-3E3B4A51F4DA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BB2E96B-3303-DCB7-6B3E-AB7AFE3D98A6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Template Language</a:t>
            </a:r>
            <a:endParaRPr lang="ko-KR" altLang="en-US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9DD2258-D1CD-CC85-7AE0-176B30FAC6ED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5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2763F11D-453B-74CF-0CEA-DB32F32350D0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CF2CEA0-FD3E-9B70-8E0B-D67D12C13F30}"/>
              </a:ext>
            </a:extLst>
          </p:cNvPr>
          <p:cNvSpPr txBox="1"/>
          <p:nvPr/>
        </p:nvSpPr>
        <p:spPr>
          <a:xfrm>
            <a:off x="1464469" y="1319510"/>
            <a:ext cx="6186486" cy="22079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marL="342900" indent="-34290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2400" b="1" i="0" dirty="0">
                <a:solidFill>
                  <a:srgbClr val="212529"/>
                </a:solidFill>
                <a:effectLst/>
                <a:latin typeface="-apple-system"/>
              </a:rPr>
              <a:t>Template </a:t>
            </a:r>
            <a:r>
              <a:rPr lang="ko-KR" altLang="en-US" sz="2400" b="1" i="0" dirty="0">
                <a:solidFill>
                  <a:srgbClr val="212529"/>
                </a:solidFill>
                <a:effectLst/>
                <a:latin typeface="-apple-system"/>
              </a:rPr>
              <a:t>태그 </a:t>
            </a:r>
            <a:r>
              <a:rPr lang="en-US" altLang="ko-KR" sz="2400" b="1" i="0" dirty="0">
                <a:solidFill>
                  <a:srgbClr val="212529"/>
                </a:solidFill>
                <a:effectLst/>
                <a:latin typeface="-apple-system"/>
              </a:rPr>
              <a:t>: {% </a:t>
            </a:r>
            <a:r>
              <a:rPr lang="ko-KR" altLang="en-US" sz="2400" b="1" i="0" dirty="0">
                <a:solidFill>
                  <a:srgbClr val="212529"/>
                </a:solidFill>
                <a:effectLst/>
                <a:latin typeface="-apple-system"/>
              </a:rPr>
              <a:t>문법 </a:t>
            </a:r>
            <a:r>
              <a:rPr lang="en-US" altLang="ko-KR" sz="2400" b="1" i="0" dirty="0">
                <a:solidFill>
                  <a:srgbClr val="212529"/>
                </a:solidFill>
                <a:effectLst/>
                <a:latin typeface="-apple-system"/>
              </a:rPr>
              <a:t>%}</a:t>
            </a:r>
          </a:p>
          <a:p>
            <a:pPr marL="342900" indent="-34290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2400" b="1" i="0" dirty="0">
                <a:solidFill>
                  <a:srgbClr val="212529"/>
                </a:solidFill>
                <a:effectLst/>
                <a:latin typeface="-apple-system"/>
              </a:rPr>
              <a:t>Template </a:t>
            </a:r>
            <a:r>
              <a:rPr lang="ko-KR" altLang="en-US" sz="2400" b="1" i="0" dirty="0">
                <a:solidFill>
                  <a:srgbClr val="212529"/>
                </a:solidFill>
                <a:effectLst/>
                <a:latin typeface="-apple-system"/>
              </a:rPr>
              <a:t>변수 </a:t>
            </a:r>
            <a:r>
              <a:rPr lang="en-US" altLang="ko-KR" sz="2400" b="1" i="0" dirty="0">
                <a:solidFill>
                  <a:srgbClr val="212529"/>
                </a:solidFill>
                <a:effectLst/>
                <a:latin typeface="-apple-system"/>
              </a:rPr>
              <a:t>: {{ </a:t>
            </a:r>
            <a:r>
              <a:rPr lang="ko-KR" altLang="en-US" sz="2400" b="1" i="0" dirty="0">
                <a:solidFill>
                  <a:srgbClr val="212529"/>
                </a:solidFill>
                <a:effectLst/>
                <a:latin typeface="-apple-system"/>
              </a:rPr>
              <a:t>변수 </a:t>
            </a:r>
            <a:r>
              <a:rPr lang="en-US" altLang="ko-KR" sz="2400" b="1" i="0" dirty="0">
                <a:solidFill>
                  <a:srgbClr val="212529"/>
                </a:solidFill>
                <a:effectLst/>
                <a:latin typeface="-apple-system"/>
              </a:rPr>
              <a:t>}}</a:t>
            </a:r>
          </a:p>
          <a:p>
            <a:pPr marL="342900" indent="-34290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2400" b="1" i="0" dirty="0">
                <a:solidFill>
                  <a:srgbClr val="212529"/>
                </a:solidFill>
                <a:effectLst/>
                <a:latin typeface="-apple-system"/>
              </a:rPr>
              <a:t>Template </a:t>
            </a:r>
            <a:r>
              <a:rPr lang="ko-KR" altLang="en-US" sz="2400" b="1" i="0" dirty="0">
                <a:solidFill>
                  <a:srgbClr val="212529"/>
                </a:solidFill>
                <a:effectLst/>
                <a:latin typeface="-apple-system"/>
              </a:rPr>
              <a:t>필터 </a:t>
            </a:r>
            <a:r>
              <a:rPr lang="en-US" altLang="ko-KR" sz="2400" b="1" i="0" dirty="0">
                <a:solidFill>
                  <a:srgbClr val="212529"/>
                </a:solidFill>
                <a:effectLst/>
                <a:latin typeface="-apple-system"/>
              </a:rPr>
              <a:t>: {{ </a:t>
            </a:r>
            <a:r>
              <a:rPr lang="ko-KR" altLang="en-US" sz="2400" b="1" i="0" dirty="0">
                <a:solidFill>
                  <a:srgbClr val="212529"/>
                </a:solidFill>
                <a:effectLst/>
                <a:latin typeface="-apple-system"/>
              </a:rPr>
              <a:t>변수</a:t>
            </a:r>
            <a:r>
              <a:rPr lang="en-US" altLang="ko-KR" sz="2400" b="1" i="0" dirty="0">
                <a:solidFill>
                  <a:srgbClr val="212529"/>
                </a:solidFill>
                <a:effectLst/>
                <a:latin typeface="-apple-system"/>
              </a:rPr>
              <a:t>|</a:t>
            </a:r>
            <a:r>
              <a:rPr lang="ko-KR" altLang="en-US" sz="2400" b="1" i="0" dirty="0">
                <a:solidFill>
                  <a:srgbClr val="212529"/>
                </a:solidFill>
                <a:effectLst/>
                <a:latin typeface="-apple-system"/>
              </a:rPr>
              <a:t>옵션 </a:t>
            </a:r>
            <a:r>
              <a:rPr lang="en-US" altLang="ko-KR" sz="2400" b="1" i="0" dirty="0">
                <a:solidFill>
                  <a:srgbClr val="212529"/>
                </a:solidFill>
                <a:effectLst/>
                <a:latin typeface="-apple-system"/>
              </a:rPr>
              <a:t>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CD0B55-83D8-8026-C36C-6F4A716D2A89}"/>
              </a:ext>
            </a:extLst>
          </p:cNvPr>
          <p:cNvSpPr txBox="1"/>
          <p:nvPr/>
        </p:nvSpPr>
        <p:spPr>
          <a:xfrm>
            <a:off x="6223430" y="6596390"/>
            <a:ext cx="596857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https://velog.io/@jewon119/Django-%EA%B8%B0%EC%B4%88-Template-Language</a:t>
            </a:r>
          </a:p>
        </p:txBody>
      </p:sp>
    </p:spTree>
    <p:extLst>
      <p:ext uri="{BB962C8B-B14F-4D97-AF65-F5344CB8AC3E}">
        <p14:creationId xmlns:p14="http://schemas.microsoft.com/office/powerpoint/2010/main" val="2221337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CE77F-CB95-7160-17EB-ACAD5400A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97DDFBA3-D6CE-2D52-54AB-22199CB038F6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EE0B2CCD-D6D4-89AC-0952-91056642784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8E9F016-F540-F993-DA71-25281273A5F5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Template Language - Template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태그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: {%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문법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%}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A33176B-906A-4055-760F-D7AA7CBEB9A3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5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7B8CD5F4-C228-ECC4-F434-A4265FAD4348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83304660-0CC9-75AF-64C6-BC33FB54B81C}"/>
              </a:ext>
            </a:extLst>
          </p:cNvPr>
          <p:cNvSpPr/>
          <p:nvPr/>
        </p:nvSpPr>
        <p:spPr>
          <a:xfrm>
            <a:off x="416358" y="1070214"/>
            <a:ext cx="10937442" cy="14920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</a:t>
            </a:r>
            <a:r>
              <a:rPr lang="en-US" altLang="ko-KR" sz="2000" spc="-15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forloop.counter</a:t>
            </a:r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}} : 1</a:t>
            </a:r>
            <a:r>
              <a:rPr lang="ko-KR" altLang="en-US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부터 반복횟수만큼 </a:t>
            </a:r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count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{{forloop.counter0}} : 0</a:t>
            </a:r>
            <a:r>
              <a:rPr lang="ko-KR" altLang="en-US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부터 반복횟수만큼 </a:t>
            </a:r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count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</a:t>
            </a:r>
            <a:r>
              <a:rPr lang="en-US" altLang="ko-KR" sz="2000" spc="-15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forloop.revcounter</a:t>
            </a:r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}} : </a:t>
            </a:r>
            <a:r>
              <a:rPr lang="ko-KR" altLang="en-US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전체 길이로 시작해서 </a:t>
            </a:r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</a:t>
            </a:r>
            <a:r>
              <a:rPr lang="ko-KR" altLang="en-US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까지 </a:t>
            </a:r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count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{{forloop.revcounter0}} : </a:t>
            </a:r>
            <a:r>
              <a:rPr lang="ko-KR" altLang="en-US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전체 길이로 시작해서 </a:t>
            </a:r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0</a:t>
            </a:r>
            <a:r>
              <a:rPr lang="ko-KR" altLang="en-US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까지 </a:t>
            </a:r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count</a:t>
            </a:r>
            <a:endParaRPr lang="ko-KR" altLang="en-US" sz="2000" spc="-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3BD553-B0E1-30C6-BED3-1F9E325E75B7}"/>
              </a:ext>
            </a:extLst>
          </p:cNvPr>
          <p:cNvSpPr txBox="1"/>
          <p:nvPr/>
        </p:nvSpPr>
        <p:spPr>
          <a:xfrm>
            <a:off x="416358" y="2684095"/>
            <a:ext cx="5023547" cy="4062651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2000" dirty="0"/>
              <a:t>&lt;body&gt;</a:t>
            </a:r>
          </a:p>
          <a:p>
            <a:r>
              <a:rPr lang="en-US" altLang="ko-KR" sz="2000" dirty="0"/>
              <a:t>    &lt;h1&gt;Template Language!&lt;/h1&gt;</a:t>
            </a:r>
          </a:p>
          <a:p>
            <a:r>
              <a:rPr lang="en-US" altLang="ko-KR" sz="2000" dirty="0"/>
              <a:t>    &lt;p&gt;{{value}}&lt;/p&gt;</a:t>
            </a:r>
          </a:p>
          <a:p>
            <a:r>
              <a:rPr lang="en-US" altLang="ko-KR" sz="2000" dirty="0"/>
              <a:t>    {% for </a:t>
            </a:r>
            <a:r>
              <a:rPr lang="en-US" altLang="ko-KR" sz="2000" dirty="0" err="1"/>
              <a:t>i</a:t>
            </a:r>
            <a:r>
              <a:rPr lang="en-US" altLang="ko-KR" sz="2000" dirty="0"/>
              <a:t> in value %}</a:t>
            </a:r>
          </a:p>
          <a:p>
            <a:r>
              <a:rPr lang="en-US" altLang="ko-KR" sz="2000" dirty="0"/>
              <a:t>    &lt;div&gt;</a:t>
            </a:r>
            <a:r>
              <a:rPr lang="ko-KR" altLang="en-US" sz="2000" dirty="0"/>
              <a:t>번호 </a:t>
            </a:r>
            <a:r>
              <a:rPr lang="en-US" altLang="ko-KR" sz="2000" dirty="0"/>
              <a:t>: {{</a:t>
            </a:r>
            <a:r>
              <a:rPr lang="en-US" altLang="ko-KR" sz="2000" dirty="0" err="1"/>
              <a:t>forloop.counter</a:t>
            </a:r>
            <a:r>
              <a:rPr lang="en-US" altLang="ko-KR" sz="2000" dirty="0"/>
              <a:t>}} </a:t>
            </a:r>
            <a:r>
              <a:rPr lang="ko-KR" altLang="en-US" sz="2000" dirty="0"/>
              <a:t>번째 </a:t>
            </a:r>
            <a:r>
              <a:rPr lang="en-US" altLang="ko-KR" sz="2000" dirty="0"/>
              <a:t>data&lt;/div&gt;</a:t>
            </a:r>
          </a:p>
          <a:p>
            <a:r>
              <a:rPr lang="en-US" altLang="ko-KR" sz="2000" dirty="0"/>
              <a:t>    &lt;div&gt;</a:t>
            </a:r>
            <a:r>
              <a:rPr lang="ko-KR" altLang="en-US" sz="2000" dirty="0"/>
              <a:t>제목 </a:t>
            </a:r>
            <a:r>
              <a:rPr lang="en-US" altLang="ko-KR" sz="2000" dirty="0"/>
              <a:t>: {{</a:t>
            </a:r>
            <a:r>
              <a:rPr lang="en-US" altLang="ko-KR" sz="2000" dirty="0" err="1"/>
              <a:t>i.title</a:t>
            </a:r>
            <a:r>
              <a:rPr lang="en-US" altLang="ko-KR" sz="2000" dirty="0"/>
              <a:t>}}&lt;/div&gt;</a:t>
            </a:r>
          </a:p>
          <a:p>
            <a:r>
              <a:rPr lang="en-US" altLang="ko-KR" sz="2000" dirty="0"/>
              <a:t>    &lt;div&gt;</a:t>
            </a:r>
            <a:r>
              <a:rPr lang="ko-KR" altLang="en-US" sz="2000" dirty="0" err="1"/>
              <a:t>추천수</a:t>
            </a:r>
            <a:r>
              <a:rPr lang="ko-KR" altLang="en-US" sz="2000" dirty="0"/>
              <a:t> </a:t>
            </a:r>
            <a:r>
              <a:rPr lang="en-US" altLang="ko-KR" sz="2000" dirty="0"/>
              <a:t>: {{</a:t>
            </a:r>
            <a:r>
              <a:rPr lang="en-US" altLang="ko-KR" sz="2000" dirty="0" err="1"/>
              <a:t>i.likeCount</a:t>
            </a:r>
            <a:r>
              <a:rPr lang="en-US" altLang="ko-KR" sz="2000" dirty="0"/>
              <a:t>}}&lt;/div&gt;</a:t>
            </a:r>
          </a:p>
          <a:p>
            <a:r>
              <a:rPr lang="en-US" altLang="ko-KR" sz="2000" dirty="0"/>
              <a:t>    &lt;div&gt;</a:t>
            </a:r>
            <a:r>
              <a:rPr lang="ko-KR" altLang="en-US" sz="2000" dirty="0"/>
              <a:t>조회수 </a:t>
            </a:r>
            <a:r>
              <a:rPr lang="en-US" altLang="ko-KR" sz="2000" dirty="0"/>
              <a:t>: {{</a:t>
            </a:r>
            <a:r>
              <a:rPr lang="en-US" altLang="ko-KR" sz="2000" dirty="0" err="1"/>
              <a:t>i.viewCount</a:t>
            </a:r>
            <a:r>
              <a:rPr lang="en-US" altLang="ko-KR" sz="2000" dirty="0"/>
              <a:t>}}&lt;/div&gt;</a:t>
            </a:r>
          </a:p>
          <a:p>
            <a:r>
              <a:rPr lang="en-US" altLang="ko-KR" sz="2000" dirty="0"/>
              <a:t>    &lt;div&gt;</a:t>
            </a:r>
            <a:r>
              <a:rPr lang="ko-KR" altLang="en-US" sz="2000" dirty="0"/>
              <a:t>내용 </a:t>
            </a:r>
            <a:r>
              <a:rPr lang="en-US" altLang="ko-KR" sz="2000" dirty="0"/>
              <a:t>: {{</a:t>
            </a:r>
            <a:r>
              <a:rPr lang="en-US" altLang="ko-KR" sz="2000" dirty="0" err="1"/>
              <a:t>i.contents</a:t>
            </a:r>
            <a:r>
              <a:rPr lang="en-US" altLang="ko-KR" sz="2000" dirty="0"/>
              <a:t>}}&lt;/div&gt;</a:t>
            </a:r>
          </a:p>
          <a:p>
            <a:r>
              <a:rPr lang="en-US" altLang="ko-KR" sz="2000" dirty="0"/>
              <a:t>    &lt;</a:t>
            </a:r>
            <a:r>
              <a:rPr lang="en-US" altLang="ko-KR" sz="2000" dirty="0" err="1"/>
              <a:t>br</a:t>
            </a:r>
            <a:r>
              <a:rPr lang="en-US" altLang="ko-KR" sz="2000" dirty="0"/>
              <a:t> /&gt;</a:t>
            </a:r>
          </a:p>
          <a:p>
            <a:r>
              <a:rPr lang="en-US" altLang="ko-KR" sz="2000" dirty="0"/>
              <a:t>    {% </a:t>
            </a:r>
            <a:r>
              <a:rPr lang="en-US" altLang="ko-KR" sz="2000" dirty="0" err="1"/>
              <a:t>endfor</a:t>
            </a:r>
            <a:r>
              <a:rPr lang="en-US" altLang="ko-KR" sz="2000" dirty="0"/>
              <a:t> %}</a:t>
            </a:r>
          </a:p>
          <a:p>
            <a:r>
              <a:rPr lang="en-US" altLang="ko-KR" sz="2000" dirty="0"/>
              <a:t>  &lt;/body&gt;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68C202DF-6BEE-62B0-EE97-9B53F403B7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5638800" y="2684095"/>
            <a:ext cx="5665359" cy="406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C3885F07-811F-387A-81FC-2B4647611F04}"/>
              </a:ext>
            </a:extLst>
          </p:cNvPr>
          <p:cNvSpPr/>
          <p:nvPr/>
        </p:nvSpPr>
        <p:spPr>
          <a:xfrm>
            <a:off x="416357" y="3638550"/>
            <a:ext cx="5023547" cy="28194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C87EFE1-FD37-04BE-80C6-328DAA919FD2}"/>
              </a:ext>
            </a:extLst>
          </p:cNvPr>
          <p:cNvSpPr/>
          <p:nvPr/>
        </p:nvSpPr>
        <p:spPr>
          <a:xfrm>
            <a:off x="4010980" y="2684095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html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55855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B1178-553B-8306-2072-B4D9633F4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DAF54EE5-0E22-60E5-8580-84738E5B53A4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BD254FD0-C907-552C-5AEF-8F080A85E035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182E59E-4B7C-08C9-D414-541B8386C1F6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Template Language - Template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태그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: {%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문법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%}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A66397D-216D-16EC-7505-2762E425DB5F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5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E76D9A6F-B5C4-9BE3-D336-4517778D00C6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3B74D90F-E245-818C-60F6-05CB955FD9BA}"/>
              </a:ext>
            </a:extLst>
          </p:cNvPr>
          <p:cNvSpPr/>
          <p:nvPr/>
        </p:nvSpPr>
        <p:spPr>
          <a:xfrm>
            <a:off x="416358" y="1070212"/>
            <a:ext cx="10937442" cy="54163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html </a:t>
            </a:r>
            <a:r>
              <a:rPr lang="ko-KR" altLang="en-US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상에서 프로그래밍 로직을 이용할 수 있는 태그</a:t>
            </a:r>
            <a:endParaRPr lang="en-US" altLang="ko-KR" sz="2400" spc="-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load static, for, if </a:t>
            </a:r>
            <a:r>
              <a:rPr lang="ko-KR" altLang="en-US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등</a:t>
            </a:r>
            <a:endParaRPr lang="en-US" altLang="ko-KR" sz="2400" spc="-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and, or, not, and not, &gt; &gt;=, &lt; &lt;= ,in, not in </a:t>
            </a:r>
            <a:r>
              <a:rPr lang="ko-KR" altLang="en-US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등의 비교연산이 가능</a:t>
            </a:r>
            <a:endParaRPr lang="en-US" altLang="ko-KR" sz="2400" spc="-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0" i="0" dirty="0">
                <a:solidFill>
                  <a:srgbClr val="000000"/>
                </a:solidFill>
                <a:effectLst/>
                <a:latin typeface="TheJamsil2Light"/>
              </a:rPr>
              <a:t>{% </a:t>
            </a:r>
            <a:r>
              <a:rPr lang="en-US" altLang="ko-KR" sz="2400" b="0" i="0" dirty="0" err="1">
                <a:solidFill>
                  <a:srgbClr val="000000"/>
                </a:solidFill>
                <a:effectLst/>
                <a:latin typeface="TheJamsil2Light"/>
              </a:rPr>
              <a:t>csrf_token</a:t>
            </a:r>
            <a:r>
              <a:rPr lang="en-US" altLang="ko-KR" sz="2400" b="0" i="0" dirty="0">
                <a:solidFill>
                  <a:srgbClr val="000000"/>
                </a:solidFill>
                <a:effectLst/>
                <a:latin typeface="TheJamsil2Light"/>
              </a:rPr>
              <a:t> %}</a:t>
            </a:r>
            <a:r>
              <a:rPr lang="en-US" altLang="ko-KR" sz="2400" b="0" i="0" spc="-1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TheJamsil2Light"/>
              </a:rPr>
              <a:t>  : </a:t>
            </a:r>
            <a:r>
              <a:rPr lang="en-US" altLang="ko-KR" sz="2400" b="0" i="0" dirty="0">
                <a:solidFill>
                  <a:srgbClr val="000000"/>
                </a:solidFill>
                <a:effectLst/>
                <a:latin typeface="TheJamsil2Light"/>
              </a:rPr>
              <a:t>CSRF </a:t>
            </a:r>
            <a:r>
              <a:rPr lang="ko-KR" altLang="en-US" sz="2400" b="0" i="0" dirty="0">
                <a:solidFill>
                  <a:srgbClr val="000000"/>
                </a:solidFill>
                <a:effectLst/>
                <a:latin typeface="TheJamsil2Light"/>
              </a:rPr>
              <a:t>공격 방지를 위한 태그</a:t>
            </a:r>
            <a:br>
              <a:rPr lang="en-US" altLang="ko-KR" sz="2400" b="0" i="0" spc="-1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TheJamsil2Light"/>
              </a:rPr>
            </a:br>
            <a:r>
              <a:rPr lang="ko-KR" altLang="en-US" sz="2400" b="0" i="0" dirty="0">
                <a:solidFill>
                  <a:srgbClr val="000000"/>
                </a:solidFill>
                <a:effectLst/>
                <a:latin typeface="TheJamsil2Light"/>
              </a:rPr>
              <a:t>장고 내부적으로 </a:t>
            </a:r>
            <a:r>
              <a:rPr lang="en-US" altLang="ko-KR" sz="2400" b="0" i="0" dirty="0">
                <a:solidFill>
                  <a:srgbClr val="000000"/>
                </a:solidFill>
                <a:effectLst/>
                <a:latin typeface="TheJamsil2Light"/>
              </a:rPr>
              <a:t>CSRF </a:t>
            </a:r>
            <a:r>
              <a:rPr lang="ko-KR" altLang="en-US" sz="2400" b="0" i="0" dirty="0" err="1">
                <a:solidFill>
                  <a:srgbClr val="000000"/>
                </a:solidFill>
                <a:effectLst/>
                <a:latin typeface="TheJamsil2Light"/>
              </a:rPr>
              <a:t>토큰값의</a:t>
            </a:r>
            <a:r>
              <a:rPr lang="ko-KR" altLang="en-US" sz="2400" b="0" i="0" dirty="0">
                <a:solidFill>
                  <a:srgbClr val="000000"/>
                </a:solidFill>
                <a:effectLst/>
                <a:latin typeface="TheJamsil2Light"/>
              </a:rPr>
              <a:t> 유효성을 검증</a:t>
            </a:r>
            <a:br>
              <a:rPr lang="en-US" altLang="ko-KR" sz="2400" b="0" i="0" spc="-15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TheJamsil2Light"/>
              </a:rPr>
            </a:br>
            <a:r>
              <a:rPr lang="en-US" altLang="ko-KR" sz="2400" b="0" i="0" dirty="0">
                <a:solidFill>
                  <a:srgbClr val="000000"/>
                </a:solidFill>
                <a:effectLst/>
                <a:latin typeface="TheJamsil2Light"/>
              </a:rPr>
              <a:t>form</a:t>
            </a:r>
            <a:r>
              <a:rPr lang="ko-KR" altLang="en-US" sz="2400" b="0" i="0" dirty="0">
                <a:solidFill>
                  <a:srgbClr val="000000"/>
                </a:solidFill>
                <a:effectLst/>
                <a:latin typeface="TheJamsil2Light"/>
              </a:rPr>
              <a:t>태그의 첫 줄에 입력</a:t>
            </a:r>
            <a:endParaRPr lang="en-US" altLang="ko-KR" sz="2400" spc="-150" dirty="0">
              <a:solidFill>
                <a:srgbClr val="000000"/>
              </a:solidFill>
              <a:latin typeface="TheJamsil2Light"/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0" i="0" dirty="0">
                <a:solidFill>
                  <a:srgbClr val="000000"/>
                </a:solidFill>
                <a:effectLst/>
                <a:latin typeface="TheJamsil2Light"/>
              </a:rPr>
              <a:t>block content, extends</a:t>
            </a:r>
            <a:br>
              <a:rPr lang="en-US" altLang="ko-KR" sz="2400" b="0" i="0" spc="-150" dirty="0">
                <a:solidFill>
                  <a:srgbClr val="000000"/>
                </a:solidFill>
                <a:effectLst/>
                <a:latin typeface="TheJamsil2Light"/>
              </a:rPr>
            </a:br>
            <a:r>
              <a:rPr lang="ko-KR" altLang="en-US" sz="2400" b="0" i="0" spc="-150" dirty="0">
                <a:solidFill>
                  <a:srgbClr val="000000"/>
                </a:solidFill>
                <a:effectLst/>
                <a:latin typeface="TheJamsil2Light"/>
              </a:rPr>
              <a:t>템플릿 확장에 활용하는 태그</a:t>
            </a:r>
            <a:endParaRPr lang="ko-KR" altLang="en-US" sz="2400" spc="-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5205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EA7CF-2EEC-E074-1515-26FC11839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4B398936-6FE5-80B6-0F64-6B1D080F34D1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474E23D0-5BD1-352C-15BD-BC8D69A28145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0D713BD-6FCF-A5C7-3FDC-0E73E8DD90E1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Template Language - Template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태그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: {%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문법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%}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81F8B19-6A45-B525-5E36-EADBAFEC15DB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5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DB92A5DB-24EB-CA75-582B-15033CD0E048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1B9F5242-E590-0B0D-F5D9-4998547C39C0}"/>
              </a:ext>
            </a:extLst>
          </p:cNvPr>
          <p:cNvSpPr/>
          <p:nvPr/>
        </p:nvSpPr>
        <p:spPr>
          <a:xfrm>
            <a:off x="416358" y="1070214"/>
            <a:ext cx="10937442" cy="86511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{% for I in value %} .. {% </a:t>
            </a:r>
            <a:r>
              <a:rPr lang="en-US" altLang="ko-KR" sz="2000" spc="-15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endfor</a:t>
            </a:r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%} </a:t>
            </a:r>
            <a:r>
              <a:rPr lang="ko-KR" altLang="en-US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endParaRPr lang="en-US" altLang="ko-KR" sz="2000" spc="-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{% if %} .. {% </a:t>
            </a:r>
            <a:r>
              <a:rPr lang="en-US" altLang="ko-KR" sz="2000" spc="-15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elif</a:t>
            </a:r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%} .. {% else %} .. {% endif %}</a:t>
            </a:r>
            <a:endParaRPr lang="ko-KR" altLang="en-US" sz="2000" spc="-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B750E-E36A-AFD5-A6B0-73A33797842B}"/>
              </a:ext>
            </a:extLst>
          </p:cNvPr>
          <p:cNvSpPr txBox="1"/>
          <p:nvPr/>
        </p:nvSpPr>
        <p:spPr>
          <a:xfrm>
            <a:off x="416358" y="2092931"/>
            <a:ext cx="5270067" cy="4708981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2000" dirty="0"/>
              <a:t>{%load static%}</a:t>
            </a:r>
          </a:p>
          <a:p>
            <a:r>
              <a:rPr lang="en-US" altLang="ko-KR" sz="2000" dirty="0"/>
              <a:t>&lt;!DOCTYPE html&gt;</a:t>
            </a:r>
          </a:p>
          <a:p>
            <a:r>
              <a:rPr lang="en-US" altLang="ko-KR" sz="2000" dirty="0"/>
              <a:t>&lt;html lang="</a:t>
            </a:r>
            <a:r>
              <a:rPr lang="en-US" altLang="ko-KR" sz="2000" dirty="0" err="1"/>
              <a:t>en</a:t>
            </a:r>
            <a:r>
              <a:rPr lang="en-US" altLang="ko-KR" sz="2000" dirty="0"/>
              <a:t>"&gt;</a:t>
            </a:r>
          </a:p>
          <a:p>
            <a:r>
              <a:rPr lang="en-US" altLang="ko-KR" sz="2000" dirty="0"/>
              <a:t>  &lt;head&gt;</a:t>
            </a:r>
          </a:p>
          <a:p>
            <a:r>
              <a:rPr lang="en-US" altLang="ko-KR" sz="2000" dirty="0"/>
              <a:t>    &lt;title&gt;Document&lt;/title&gt;</a:t>
            </a:r>
          </a:p>
          <a:p>
            <a:r>
              <a:rPr lang="en-US" altLang="ko-KR" sz="2000" dirty="0"/>
              <a:t>  &lt;/head&gt;</a:t>
            </a:r>
          </a:p>
          <a:p>
            <a:r>
              <a:rPr lang="en-US" altLang="ko-KR" sz="2000" dirty="0"/>
              <a:t>  &lt;body&gt;</a:t>
            </a:r>
          </a:p>
          <a:p>
            <a:r>
              <a:rPr lang="en-US" altLang="ko-KR" sz="2000" dirty="0"/>
              <a:t>    &lt;h1&gt;Template Language!&lt;/h1&gt;</a:t>
            </a:r>
          </a:p>
          <a:p>
            <a:r>
              <a:rPr lang="en-US" altLang="ko-KR" sz="2000" dirty="0"/>
              <a:t>    &lt;p&gt;{{value}}&lt;/p&gt;</a:t>
            </a:r>
          </a:p>
          <a:p>
            <a:r>
              <a:rPr lang="en-US" altLang="ko-KR" sz="2000" dirty="0"/>
              <a:t>    {% for </a:t>
            </a:r>
            <a:r>
              <a:rPr lang="en-US" altLang="ko-KR" sz="2000" dirty="0" err="1"/>
              <a:t>i</a:t>
            </a:r>
            <a:r>
              <a:rPr lang="en-US" altLang="ko-KR" sz="2000" dirty="0"/>
              <a:t> in value %}</a:t>
            </a:r>
          </a:p>
          <a:p>
            <a:r>
              <a:rPr lang="en-US" altLang="ko-KR" sz="2000" dirty="0"/>
              <a:t>    &lt;div&gt;{{</a:t>
            </a:r>
            <a:r>
              <a:rPr lang="en-US" altLang="ko-KR" sz="2000" dirty="0" err="1"/>
              <a:t>forloop.counter</a:t>
            </a:r>
            <a:r>
              <a:rPr lang="en-US" altLang="ko-KR" sz="2000" dirty="0"/>
              <a:t>}} </a:t>
            </a:r>
            <a:r>
              <a:rPr lang="ko-KR" altLang="en-US" sz="2000" dirty="0"/>
              <a:t>번째 </a:t>
            </a:r>
            <a:r>
              <a:rPr lang="en-US" altLang="ko-KR" sz="2000" dirty="0"/>
              <a:t>data&lt;/div&gt;</a:t>
            </a:r>
          </a:p>
          <a:p>
            <a:r>
              <a:rPr lang="en-US" altLang="ko-KR" sz="2000" dirty="0"/>
              <a:t>    &lt;div&gt;</a:t>
            </a:r>
            <a:r>
              <a:rPr lang="ko-KR" altLang="en-US" sz="2000" dirty="0"/>
              <a:t>제목 </a:t>
            </a:r>
            <a:r>
              <a:rPr lang="en-US" altLang="ko-KR" sz="2000" dirty="0"/>
              <a:t>: {{</a:t>
            </a:r>
            <a:r>
              <a:rPr lang="en-US" altLang="ko-KR" sz="2000" dirty="0" err="1"/>
              <a:t>i.title</a:t>
            </a:r>
            <a:r>
              <a:rPr lang="en-US" altLang="ko-KR" sz="2000" dirty="0"/>
              <a:t>}}&lt;/div&gt;</a:t>
            </a:r>
          </a:p>
          <a:p>
            <a:r>
              <a:rPr lang="en-US" altLang="ko-KR" sz="2000" dirty="0"/>
              <a:t>    &lt;div&gt;</a:t>
            </a:r>
            <a:r>
              <a:rPr lang="ko-KR" altLang="en-US" sz="2000" dirty="0" err="1"/>
              <a:t>추천수</a:t>
            </a:r>
            <a:r>
              <a:rPr lang="ko-KR" altLang="en-US" sz="2000" dirty="0"/>
              <a:t> </a:t>
            </a:r>
            <a:r>
              <a:rPr lang="en-US" altLang="ko-KR" sz="2000" dirty="0"/>
              <a:t>: {{</a:t>
            </a:r>
            <a:r>
              <a:rPr lang="en-US" altLang="ko-KR" sz="2000" dirty="0" err="1"/>
              <a:t>i.likeCount</a:t>
            </a:r>
            <a:r>
              <a:rPr lang="en-US" altLang="ko-KR" sz="2000" dirty="0"/>
              <a:t>}}&lt;/div&gt;</a:t>
            </a:r>
          </a:p>
          <a:p>
            <a:r>
              <a:rPr lang="en-US" altLang="ko-KR" sz="2000" dirty="0"/>
              <a:t>    &lt;div&gt;</a:t>
            </a:r>
            <a:r>
              <a:rPr lang="ko-KR" altLang="en-US" sz="2000" dirty="0"/>
              <a:t>조회수 </a:t>
            </a:r>
            <a:r>
              <a:rPr lang="en-US" altLang="ko-KR" sz="2000" dirty="0"/>
              <a:t>: {{</a:t>
            </a:r>
            <a:r>
              <a:rPr lang="en-US" altLang="ko-KR" sz="2000" dirty="0" err="1"/>
              <a:t>i.viewCount</a:t>
            </a:r>
            <a:r>
              <a:rPr lang="en-US" altLang="ko-KR" sz="2000" dirty="0"/>
              <a:t>}}&lt;/div&gt;</a:t>
            </a:r>
          </a:p>
          <a:p>
            <a:r>
              <a:rPr lang="en-US" altLang="ko-KR" sz="2000" dirty="0"/>
              <a:t>    &lt;div&gt;</a:t>
            </a:r>
            <a:r>
              <a:rPr lang="ko-KR" altLang="en-US" sz="2000" dirty="0"/>
              <a:t>내용 </a:t>
            </a:r>
            <a:r>
              <a:rPr lang="en-US" altLang="ko-KR" sz="2000" dirty="0"/>
              <a:t>: {{</a:t>
            </a:r>
            <a:r>
              <a:rPr lang="en-US" altLang="ko-KR" sz="2000" dirty="0" err="1"/>
              <a:t>i.contents</a:t>
            </a:r>
            <a:r>
              <a:rPr lang="en-US" altLang="ko-KR" sz="2000" dirty="0"/>
              <a:t>}}&lt;/div&gt;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6EA8A8-ED4F-F169-FC43-0999A61DA608}"/>
              </a:ext>
            </a:extLst>
          </p:cNvPr>
          <p:cNvSpPr txBox="1"/>
          <p:nvPr/>
        </p:nvSpPr>
        <p:spPr>
          <a:xfrm>
            <a:off x="5988483" y="2092931"/>
            <a:ext cx="5270067" cy="3477875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2000" dirty="0"/>
              <a:t>    {% if </a:t>
            </a:r>
            <a:r>
              <a:rPr lang="en-US" altLang="ko-KR" sz="2000" dirty="0" err="1"/>
              <a:t>i.viewCount</a:t>
            </a:r>
            <a:r>
              <a:rPr lang="en-US" altLang="ko-KR" sz="2000" dirty="0"/>
              <a:t> &gt; 10 %}</a:t>
            </a:r>
          </a:p>
          <a:p>
            <a:r>
              <a:rPr lang="en-US" altLang="ko-KR" sz="2000" dirty="0"/>
              <a:t>    &lt;p&gt;</a:t>
            </a:r>
            <a:r>
              <a:rPr lang="ko-KR" altLang="en-US" sz="2000" dirty="0"/>
              <a:t>조회수가 </a:t>
            </a:r>
            <a:r>
              <a:rPr lang="en-US" altLang="ko-KR" sz="2000" dirty="0"/>
              <a:t>10</a:t>
            </a:r>
            <a:r>
              <a:rPr lang="ko-KR" altLang="en-US" sz="2000" dirty="0"/>
              <a:t>이상 입니다</a:t>
            </a:r>
            <a:r>
              <a:rPr lang="en-US" altLang="ko-KR" sz="2000" dirty="0"/>
              <a:t>.&lt;/p&gt;</a:t>
            </a:r>
          </a:p>
          <a:p>
            <a:r>
              <a:rPr lang="en-US" altLang="ko-KR" sz="2000" dirty="0"/>
              <a:t>    {% </a:t>
            </a:r>
            <a:r>
              <a:rPr lang="en-US" altLang="ko-KR" sz="2000" dirty="0" err="1"/>
              <a:t>elif</a:t>
            </a:r>
            <a:r>
              <a:rPr lang="en-US" altLang="ko-KR" sz="2000" dirty="0"/>
              <a:t> </a:t>
            </a:r>
            <a:r>
              <a:rPr lang="en-US" altLang="ko-KR" sz="2000" dirty="0" err="1"/>
              <a:t>i.viewCount</a:t>
            </a:r>
            <a:r>
              <a:rPr lang="en-US" altLang="ko-KR" sz="2000" dirty="0"/>
              <a:t> &gt; 5 %}</a:t>
            </a:r>
          </a:p>
          <a:p>
            <a:r>
              <a:rPr lang="en-US" altLang="ko-KR" sz="2000" dirty="0"/>
              <a:t>    &lt;p&gt;</a:t>
            </a:r>
            <a:r>
              <a:rPr lang="ko-KR" altLang="en-US" sz="2000" dirty="0"/>
              <a:t>조회수가 </a:t>
            </a:r>
            <a:r>
              <a:rPr lang="en-US" altLang="ko-KR" sz="2000" dirty="0"/>
              <a:t>5</a:t>
            </a:r>
            <a:r>
              <a:rPr lang="ko-KR" altLang="en-US" sz="2000" dirty="0"/>
              <a:t>이상 </a:t>
            </a:r>
            <a:r>
              <a:rPr lang="en-US" altLang="ko-KR" sz="2000" dirty="0"/>
              <a:t>10</a:t>
            </a:r>
            <a:r>
              <a:rPr lang="ko-KR" altLang="en-US" sz="2000" dirty="0"/>
              <a:t>미만 입니다</a:t>
            </a:r>
            <a:r>
              <a:rPr lang="en-US" altLang="ko-KR" sz="2000" dirty="0"/>
              <a:t>.&lt;/p&gt;</a:t>
            </a:r>
          </a:p>
          <a:p>
            <a:r>
              <a:rPr lang="en-US" altLang="ko-KR" sz="2000" dirty="0"/>
              <a:t>    {% else %}</a:t>
            </a:r>
          </a:p>
          <a:p>
            <a:r>
              <a:rPr lang="en-US" altLang="ko-KR" sz="2000" dirty="0"/>
              <a:t>    &lt;p&gt;</a:t>
            </a:r>
            <a:r>
              <a:rPr lang="ko-KR" altLang="en-US" sz="2000" dirty="0"/>
              <a:t>조회수가 </a:t>
            </a:r>
            <a:r>
              <a:rPr lang="en-US" altLang="ko-KR" sz="2000" dirty="0"/>
              <a:t>5</a:t>
            </a:r>
            <a:r>
              <a:rPr lang="ko-KR" altLang="en-US" sz="2000" dirty="0"/>
              <a:t>미만 입니다</a:t>
            </a:r>
            <a:r>
              <a:rPr lang="en-US" altLang="ko-KR" sz="2000" dirty="0"/>
              <a:t>.&lt;/p&gt;</a:t>
            </a:r>
          </a:p>
          <a:p>
            <a:r>
              <a:rPr lang="en-US" altLang="ko-KR" sz="2000" dirty="0"/>
              <a:t>    {% endif %}</a:t>
            </a:r>
          </a:p>
          <a:p>
            <a:r>
              <a:rPr lang="en-US" altLang="ko-KR" sz="2000" dirty="0"/>
              <a:t>    &lt;</a:t>
            </a:r>
            <a:r>
              <a:rPr lang="en-US" altLang="ko-KR" sz="2000" dirty="0" err="1"/>
              <a:t>br</a:t>
            </a:r>
            <a:r>
              <a:rPr lang="en-US" altLang="ko-KR" sz="2000" dirty="0"/>
              <a:t> /&gt;</a:t>
            </a:r>
          </a:p>
          <a:p>
            <a:r>
              <a:rPr lang="en-US" altLang="ko-KR" sz="2000" dirty="0"/>
              <a:t>    {% </a:t>
            </a:r>
            <a:r>
              <a:rPr lang="en-US" altLang="ko-KR" sz="2000" dirty="0" err="1"/>
              <a:t>endfor</a:t>
            </a:r>
            <a:r>
              <a:rPr lang="en-US" altLang="ko-KR" sz="2000" dirty="0"/>
              <a:t> %}</a:t>
            </a:r>
          </a:p>
          <a:p>
            <a:r>
              <a:rPr lang="en-US" altLang="ko-KR" sz="2000" dirty="0"/>
              <a:t>  &lt;/body&gt;</a:t>
            </a:r>
          </a:p>
          <a:p>
            <a:r>
              <a:rPr lang="en-US" altLang="ko-KR" sz="2000" dirty="0"/>
              <a:t>&lt;/html&gt;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071487B-00B0-8FE0-FA40-6D5CB2505309}"/>
              </a:ext>
            </a:extLst>
          </p:cNvPr>
          <p:cNvSpPr/>
          <p:nvPr/>
        </p:nvSpPr>
        <p:spPr>
          <a:xfrm>
            <a:off x="5988483" y="2134862"/>
            <a:ext cx="5270067" cy="217043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50C9DBE-E788-5692-2ECD-72BDD40CE669}"/>
              </a:ext>
            </a:extLst>
          </p:cNvPr>
          <p:cNvSpPr/>
          <p:nvPr/>
        </p:nvSpPr>
        <p:spPr>
          <a:xfrm>
            <a:off x="4257501" y="2092931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html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6462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FADA6-0C83-F511-9E87-155951454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7D0C0E77-02B6-9994-E576-8A07E6227995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4A2C3B8A-C778-FCBB-689E-5F2003A1370D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C2E8B3-B78D-CC86-8BB3-DBD6C2BF16D3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Template Language - Template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태그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: {%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문법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%}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E80DB47-A931-8425-61D5-019314308B85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5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7647A9BD-F32F-D018-786C-7D3EB2FCC13A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797CF963-DD6A-3C9C-6482-5C3B5A571301}"/>
              </a:ext>
            </a:extLst>
          </p:cNvPr>
          <p:cNvSpPr/>
          <p:nvPr/>
        </p:nvSpPr>
        <p:spPr>
          <a:xfrm>
            <a:off x="416358" y="1070214"/>
            <a:ext cx="10937442" cy="86511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28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{% with </a:t>
            </a:r>
            <a:r>
              <a:rPr lang="ko-KR" altLang="en-US" sz="2800" spc="-15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변수명</a:t>
            </a:r>
            <a:r>
              <a:rPr lang="ko-KR" altLang="en-US" sz="28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ko-KR" sz="28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= '</a:t>
            </a:r>
            <a:r>
              <a:rPr lang="ko-KR" altLang="en-US" sz="28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값</a:t>
            </a:r>
            <a:r>
              <a:rPr lang="en-US" altLang="ko-KR" sz="28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' %}</a:t>
            </a:r>
            <a:endParaRPr lang="ko-KR" altLang="en-US" sz="2800" spc="-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6728FF-B458-429D-CD84-E51BE0997904}"/>
              </a:ext>
            </a:extLst>
          </p:cNvPr>
          <p:cNvSpPr txBox="1"/>
          <p:nvPr/>
        </p:nvSpPr>
        <p:spPr>
          <a:xfrm>
            <a:off x="416358" y="2092931"/>
            <a:ext cx="10937442" cy="4093428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2000" dirty="0"/>
              <a:t>{%load static%}</a:t>
            </a:r>
          </a:p>
          <a:p>
            <a:r>
              <a:rPr lang="en-US" altLang="ko-KR" sz="2000" dirty="0"/>
              <a:t>&lt;!DOCTYPE html&gt;</a:t>
            </a:r>
          </a:p>
          <a:p>
            <a:r>
              <a:rPr lang="en-US" altLang="ko-KR" sz="2000" dirty="0"/>
              <a:t>&lt;html lang="</a:t>
            </a:r>
            <a:r>
              <a:rPr lang="en-US" altLang="ko-KR" sz="2000" dirty="0" err="1"/>
              <a:t>en</a:t>
            </a:r>
            <a:r>
              <a:rPr lang="en-US" altLang="ko-KR" sz="2000" dirty="0"/>
              <a:t>"&gt;</a:t>
            </a:r>
          </a:p>
          <a:p>
            <a:r>
              <a:rPr lang="en-US" altLang="ko-KR" sz="2000" dirty="0"/>
              <a:t>  &lt;head&gt;</a:t>
            </a:r>
          </a:p>
          <a:p>
            <a:r>
              <a:rPr lang="en-US" altLang="ko-KR" sz="2000" dirty="0"/>
              <a:t>    &lt;title&gt;Document&lt;/title&gt;</a:t>
            </a:r>
          </a:p>
          <a:p>
            <a:r>
              <a:rPr lang="en-US" altLang="ko-KR" sz="2000" dirty="0"/>
              <a:t>  &lt;/head&gt;</a:t>
            </a:r>
          </a:p>
          <a:p>
            <a:r>
              <a:rPr lang="en-US" altLang="ko-KR" sz="2000" dirty="0"/>
              <a:t>  &lt;body&gt;</a:t>
            </a:r>
          </a:p>
          <a:p>
            <a:r>
              <a:rPr lang="en-US" altLang="ko-KR" sz="2000" dirty="0"/>
              <a:t>    &lt;h1&gt;Template Language!&lt;/h1&gt;</a:t>
            </a:r>
          </a:p>
          <a:p>
            <a:r>
              <a:rPr lang="en-US" altLang="ko-KR" sz="2000" dirty="0"/>
              <a:t>    {% with value='hello Django'%}  </a:t>
            </a:r>
            <a:r>
              <a:rPr lang="ko-KR" altLang="en-US" sz="2000" dirty="0"/>
              <a:t>👈 </a:t>
            </a:r>
            <a:r>
              <a:rPr lang="en-US" altLang="ko-KR" sz="2000" dirty="0"/>
              <a:t>"hello Django"</a:t>
            </a:r>
            <a:r>
              <a:rPr lang="ko-KR" altLang="en-US" sz="2000" dirty="0"/>
              <a:t>를 </a:t>
            </a:r>
            <a:r>
              <a:rPr lang="en-US" altLang="ko-KR" sz="2000" dirty="0"/>
              <a:t>value</a:t>
            </a:r>
            <a:r>
              <a:rPr lang="ko-KR" altLang="en-US" sz="2000" dirty="0"/>
              <a:t>라는 변수에 담았어요</a:t>
            </a:r>
            <a:r>
              <a:rPr lang="en-US" altLang="ko-KR" sz="2000" dirty="0"/>
              <a:t>:)</a:t>
            </a:r>
          </a:p>
          <a:p>
            <a:r>
              <a:rPr lang="en-US" altLang="ko-KR" sz="2000" dirty="0"/>
              <a:t>    &lt;h4&gt;{{value}}&lt;/h4&gt;</a:t>
            </a:r>
          </a:p>
          <a:p>
            <a:r>
              <a:rPr lang="en-US" altLang="ko-KR" sz="2000" dirty="0"/>
              <a:t>    {% </a:t>
            </a:r>
            <a:r>
              <a:rPr lang="en-US" altLang="ko-KR" sz="2000" dirty="0" err="1"/>
              <a:t>endwith</a:t>
            </a:r>
            <a:r>
              <a:rPr lang="en-US" altLang="ko-KR" sz="2000" dirty="0"/>
              <a:t> %}</a:t>
            </a:r>
          </a:p>
          <a:p>
            <a:r>
              <a:rPr lang="en-US" altLang="ko-KR" sz="2000" dirty="0"/>
              <a:t>  &lt;/body&gt;</a:t>
            </a:r>
          </a:p>
          <a:p>
            <a:r>
              <a:rPr lang="en-US" altLang="ko-KR" sz="2000" dirty="0"/>
              <a:t>&lt;/html&gt;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A470C52-E617-B2BB-C024-3A44503B0086}"/>
              </a:ext>
            </a:extLst>
          </p:cNvPr>
          <p:cNvSpPr/>
          <p:nvPr/>
        </p:nvSpPr>
        <p:spPr>
          <a:xfrm>
            <a:off x="9924876" y="2092931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html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966706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266DE-510B-E4A8-639B-50AAFB9B6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513253CE-6CEE-8EBD-67ED-B3A92CCF37C7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C88A5D22-5916-FA30-2FFE-73704AC220F8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747FF7B-1ED2-E94C-FB80-B7F7B46749B4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Template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변수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: {{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변수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B7C1660-B845-C066-1A1C-1021B6AABE79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5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FB8C0C3A-FB8B-E4FF-B414-FA5C5C0E469C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94425CB2-EDF6-20CF-3ACA-9C5076429AC0}"/>
              </a:ext>
            </a:extLst>
          </p:cNvPr>
          <p:cNvSpPr/>
          <p:nvPr/>
        </p:nvSpPr>
        <p:spPr>
          <a:xfrm>
            <a:off x="416358" y="1070214"/>
            <a:ext cx="10937442" cy="86511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view.py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에서 변수에 데이터를 넣어 템플릿으로 전달</a:t>
            </a:r>
            <a:endParaRPr lang="en-US" altLang="ko-KR" sz="2000" b="0" i="0" dirty="0">
              <a:solidFill>
                <a:srgbClr val="212529"/>
              </a:solidFill>
              <a:effectLst/>
              <a:latin typeface="-apple-system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html 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파일 안에서 해당 변수 사용 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( </a:t>
            </a:r>
            <a:r>
              <a:rPr lang="en-US" altLang="ko-KR" sz="2000" dirty="0" err="1">
                <a:solidFill>
                  <a:srgbClr val="212529"/>
                </a:solidFill>
                <a:latin typeface="-apple-system"/>
              </a:rPr>
              <a:t>d</a:t>
            </a:r>
            <a:r>
              <a:rPr lang="en-US" altLang="ko-KR" sz="2000" b="0" i="0" dirty="0" err="1">
                <a:solidFill>
                  <a:srgbClr val="212529"/>
                </a:solidFill>
                <a:effectLst/>
                <a:latin typeface="-apple-system"/>
              </a:rPr>
              <a:t>ict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형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, list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형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, 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단일변수 모두 전달 가능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)</a:t>
            </a:r>
            <a:endParaRPr lang="ko-KR" altLang="en-US" sz="2000" spc="-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BCD7D7-5825-B4FB-00D3-A601CE481EFA}"/>
              </a:ext>
            </a:extLst>
          </p:cNvPr>
          <p:cNvSpPr txBox="1"/>
          <p:nvPr/>
        </p:nvSpPr>
        <p:spPr>
          <a:xfrm>
            <a:off x="416358" y="2092931"/>
            <a:ext cx="5679642" cy="4524315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&lt;body&gt;</a:t>
            </a:r>
          </a:p>
          <a:p>
            <a:r>
              <a:rPr lang="en-US" altLang="ko-KR" dirty="0"/>
              <a:t>    &lt;h1&gt;Template Language!&lt;/h1&gt;</a:t>
            </a:r>
          </a:p>
          <a:p>
            <a:r>
              <a:rPr lang="en-US" altLang="ko-KR" dirty="0"/>
              <a:t>    &lt;&lt;p&gt;</a:t>
            </a:r>
          </a:p>
          <a:p>
            <a:r>
              <a:rPr lang="en-US" altLang="ko-KR" dirty="0"/>
              <a:t>      &lt;div&gt;l </a:t>
            </a:r>
            <a:r>
              <a:rPr lang="ko-KR" altLang="en-US" dirty="0"/>
              <a:t>출력 </a:t>
            </a:r>
            <a:r>
              <a:rPr lang="en-US" altLang="ko-KR" dirty="0"/>
              <a:t>: {{l}}&lt;/div&gt;</a:t>
            </a:r>
          </a:p>
          <a:p>
            <a:r>
              <a:rPr lang="en-US" altLang="ko-KR" dirty="0"/>
              <a:t>      &lt;div&gt;l</a:t>
            </a:r>
            <a:r>
              <a:rPr lang="ko-KR" altLang="en-US" dirty="0"/>
              <a:t>의 </a:t>
            </a:r>
            <a:r>
              <a:rPr lang="en-US" altLang="ko-KR" dirty="0"/>
              <a:t>0</a:t>
            </a:r>
            <a:r>
              <a:rPr lang="ko-KR" altLang="en-US" dirty="0"/>
              <a:t>번째 값은 </a:t>
            </a:r>
            <a:r>
              <a:rPr lang="en-US" altLang="ko-KR" dirty="0"/>
              <a:t>: {{l.0}}&lt;/div&gt;  </a:t>
            </a:r>
            <a:r>
              <a:rPr lang="en-US" altLang="ko-KR" dirty="0">
                <a:solidFill>
                  <a:srgbClr val="FF0000"/>
                </a:solidFill>
              </a:rPr>
              <a:t># </a:t>
            </a:r>
            <a:r>
              <a:rPr lang="ko-KR" altLang="en-US" dirty="0">
                <a:solidFill>
                  <a:srgbClr val="FF0000"/>
                </a:solidFill>
              </a:rPr>
              <a:t>리스트타입 출력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/>
              <a:t>      &lt;div&gt;l</a:t>
            </a:r>
            <a:r>
              <a:rPr lang="ko-KR" altLang="en-US" dirty="0"/>
              <a:t>의 </a:t>
            </a:r>
            <a:r>
              <a:rPr lang="en-US" altLang="ko-KR" dirty="0"/>
              <a:t>1</a:t>
            </a:r>
            <a:r>
              <a:rPr lang="ko-KR" altLang="en-US" dirty="0"/>
              <a:t>번째 값은 </a:t>
            </a:r>
            <a:r>
              <a:rPr lang="en-US" altLang="ko-KR" dirty="0"/>
              <a:t>: {{l.1}}&lt;/div&gt;  </a:t>
            </a:r>
          </a:p>
          <a:p>
            <a:r>
              <a:rPr lang="en-US" altLang="ko-KR" dirty="0"/>
              <a:t>      &lt;div&gt;l</a:t>
            </a:r>
            <a:r>
              <a:rPr lang="ko-KR" altLang="en-US" dirty="0"/>
              <a:t>의 </a:t>
            </a:r>
            <a:r>
              <a:rPr lang="en-US" altLang="ko-KR" dirty="0"/>
              <a:t>2</a:t>
            </a:r>
            <a:r>
              <a:rPr lang="ko-KR" altLang="en-US" dirty="0"/>
              <a:t>번째 값은 </a:t>
            </a:r>
            <a:r>
              <a:rPr lang="en-US" altLang="ko-KR" dirty="0"/>
              <a:t>: {{l.2}}&lt;/div&gt;</a:t>
            </a:r>
          </a:p>
          <a:p>
            <a:r>
              <a:rPr lang="en-US" altLang="ko-KR" dirty="0"/>
              <a:t>    &lt;/p&gt;</a:t>
            </a:r>
          </a:p>
          <a:p>
            <a:r>
              <a:rPr lang="en-US" altLang="ko-KR" dirty="0"/>
              <a:t>    &lt;p&gt;</a:t>
            </a:r>
          </a:p>
          <a:p>
            <a:r>
              <a:rPr lang="en-US" altLang="ko-KR" dirty="0"/>
              <a:t>      &lt;div&gt;d </a:t>
            </a:r>
            <a:r>
              <a:rPr lang="ko-KR" altLang="en-US" dirty="0"/>
              <a:t>출력 </a:t>
            </a:r>
            <a:r>
              <a:rPr lang="en-US" altLang="ko-KR" dirty="0"/>
              <a:t>: {{d}}&lt;/div&gt;</a:t>
            </a:r>
          </a:p>
          <a:p>
            <a:r>
              <a:rPr lang="en-US" altLang="ko-KR" dirty="0"/>
              <a:t>      &lt;div&gt;d</a:t>
            </a:r>
            <a:r>
              <a:rPr lang="ko-KR" altLang="en-US" dirty="0"/>
              <a:t>의 </a:t>
            </a:r>
            <a:r>
              <a:rPr lang="en-US" altLang="ko-KR" dirty="0"/>
              <a:t>key(name) </a:t>
            </a:r>
            <a:r>
              <a:rPr lang="ko-KR" altLang="en-US" dirty="0"/>
              <a:t>값은 </a:t>
            </a:r>
            <a:r>
              <a:rPr lang="en-US" altLang="ko-KR" dirty="0"/>
              <a:t>: {{d.name}}&lt;/div&gt; </a:t>
            </a:r>
          </a:p>
          <a:p>
            <a:r>
              <a:rPr lang="en-US" altLang="ko-KR" dirty="0"/>
              <a:t>      &lt;div&gt;d</a:t>
            </a:r>
            <a:r>
              <a:rPr lang="ko-KR" altLang="en-US" dirty="0"/>
              <a:t>의 </a:t>
            </a:r>
            <a:r>
              <a:rPr lang="en-US" altLang="ko-KR" dirty="0"/>
              <a:t>key(age)) </a:t>
            </a:r>
            <a:r>
              <a:rPr lang="ko-KR" altLang="en-US" dirty="0"/>
              <a:t>값은 </a:t>
            </a:r>
            <a:r>
              <a:rPr lang="en-US" altLang="ko-KR" dirty="0"/>
              <a:t>: {{</a:t>
            </a:r>
            <a:r>
              <a:rPr lang="en-US" altLang="ko-KR" dirty="0" err="1"/>
              <a:t>d.age</a:t>
            </a:r>
            <a:r>
              <a:rPr lang="en-US" altLang="ko-KR" dirty="0"/>
              <a:t>}}&lt;/div&gt;</a:t>
            </a:r>
          </a:p>
          <a:p>
            <a:r>
              <a:rPr lang="en-US" altLang="ko-KR" dirty="0"/>
              <a:t>      &lt;div&gt;d</a:t>
            </a:r>
            <a:r>
              <a:rPr lang="ko-KR" altLang="en-US" dirty="0"/>
              <a:t>의 </a:t>
            </a:r>
            <a:r>
              <a:rPr lang="en-US" altLang="ko-KR" dirty="0"/>
              <a:t>key(location) </a:t>
            </a:r>
            <a:r>
              <a:rPr lang="ko-KR" altLang="en-US" dirty="0"/>
              <a:t>값은 </a:t>
            </a:r>
            <a:r>
              <a:rPr lang="en-US" altLang="ko-KR" dirty="0"/>
              <a:t>: {{</a:t>
            </a:r>
            <a:r>
              <a:rPr lang="en-US" altLang="ko-KR" dirty="0" err="1"/>
              <a:t>d.location</a:t>
            </a:r>
            <a:r>
              <a:rPr lang="en-US" altLang="ko-KR" dirty="0"/>
              <a:t>}}&lt;/div&gt;</a:t>
            </a:r>
          </a:p>
          <a:p>
            <a:r>
              <a:rPr lang="en-US" altLang="ko-KR" dirty="0"/>
              <a:t>      &lt;div&gt;d</a:t>
            </a:r>
            <a:r>
              <a:rPr lang="ko-KR" altLang="en-US" dirty="0"/>
              <a:t>의 </a:t>
            </a:r>
            <a:r>
              <a:rPr lang="en-US" altLang="ko-KR" dirty="0"/>
              <a:t>key(</a:t>
            </a:r>
            <a:r>
              <a:rPr lang="en-US" altLang="ko-KR" dirty="0" err="1"/>
              <a:t>isman</a:t>
            </a:r>
            <a:r>
              <a:rPr lang="en-US" altLang="ko-KR" dirty="0"/>
              <a:t>) </a:t>
            </a:r>
            <a:r>
              <a:rPr lang="ko-KR" altLang="en-US" dirty="0"/>
              <a:t>값은 </a:t>
            </a:r>
            <a:r>
              <a:rPr lang="en-US" altLang="ko-KR" dirty="0"/>
              <a:t>: {{</a:t>
            </a:r>
            <a:r>
              <a:rPr lang="en-US" altLang="ko-KR" dirty="0" err="1"/>
              <a:t>d.isman</a:t>
            </a:r>
            <a:r>
              <a:rPr lang="en-US" altLang="ko-KR" dirty="0"/>
              <a:t>}}&lt;/div&gt;</a:t>
            </a:r>
          </a:p>
          <a:p>
            <a:r>
              <a:rPr lang="en-US" altLang="ko-KR" dirty="0"/>
              <a:t>    &lt;/p&gt;</a:t>
            </a:r>
          </a:p>
          <a:p>
            <a:r>
              <a:rPr lang="en-US" altLang="ko-KR" dirty="0"/>
              <a:t>  &lt;/body&gt;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C5308-45C6-1A90-E89B-79A35190C60B}"/>
              </a:ext>
            </a:extLst>
          </p:cNvPr>
          <p:cNvSpPr txBox="1"/>
          <p:nvPr/>
        </p:nvSpPr>
        <p:spPr>
          <a:xfrm>
            <a:off x="6223430" y="2092931"/>
            <a:ext cx="5679642" cy="286232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US" altLang="ko-KR" dirty="0"/>
          </a:p>
          <a:p>
            <a:r>
              <a:rPr lang="en-US" altLang="ko-KR" dirty="0"/>
              <a:t># views.py</a:t>
            </a:r>
          </a:p>
          <a:p>
            <a:r>
              <a:rPr lang="en-US" altLang="ko-KR" dirty="0"/>
              <a:t>from </a:t>
            </a:r>
            <a:r>
              <a:rPr lang="en-US" altLang="ko-KR" dirty="0" err="1"/>
              <a:t>django.shortcuts</a:t>
            </a:r>
            <a:r>
              <a:rPr lang="en-US" altLang="ko-KR" dirty="0"/>
              <a:t> import render, redirect</a:t>
            </a:r>
          </a:p>
          <a:p>
            <a:r>
              <a:rPr lang="en-US" altLang="ko-KR" dirty="0"/>
              <a:t>from </a:t>
            </a:r>
            <a:r>
              <a:rPr lang="en-US" altLang="ko-KR" dirty="0" err="1"/>
              <a:t>django.http</a:t>
            </a:r>
            <a:r>
              <a:rPr lang="en-US" altLang="ko-KR" dirty="0"/>
              <a:t> import </a:t>
            </a:r>
            <a:r>
              <a:rPr lang="en-US" altLang="ko-KR" dirty="0" err="1"/>
              <a:t>HttpResponse</a:t>
            </a:r>
            <a:r>
              <a:rPr lang="en-US" altLang="ko-KR" dirty="0"/>
              <a:t>, </a:t>
            </a:r>
            <a:r>
              <a:rPr lang="en-US" altLang="ko-KR" dirty="0" err="1"/>
              <a:t>JsonResponse</a:t>
            </a:r>
            <a:endParaRPr lang="en-US" altLang="ko-KR" dirty="0"/>
          </a:p>
          <a:p>
            <a:r>
              <a:rPr lang="en-US" altLang="ko-KR" dirty="0"/>
              <a:t>def sample(request):</a:t>
            </a:r>
          </a:p>
          <a:p>
            <a:r>
              <a:rPr lang="en-US" altLang="ko-KR" dirty="0"/>
              <a:t>    </a:t>
            </a:r>
            <a:r>
              <a:rPr lang="en-US" altLang="ko-KR" dirty="0">
                <a:solidFill>
                  <a:srgbClr val="FF0000"/>
                </a:solidFill>
              </a:rPr>
              <a:t>d = {'name':'</a:t>
            </a:r>
            <a:r>
              <a:rPr lang="en-US" altLang="ko-KR" dirty="0" err="1">
                <a:solidFill>
                  <a:srgbClr val="FF0000"/>
                </a:solidFill>
              </a:rPr>
              <a:t>jaewon</a:t>
            </a:r>
            <a:r>
              <a:rPr lang="en-US" altLang="ko-KR" dirty="0">
                <a:solidFill>
                  <a:srgbClr val="FF0000"/>
                </a:solidFill>
              </a:rPr>
              <a:t>', 'age':99, 'location':'</a:t>
            </a:r>
            <a:r>
              <a:rPr lang="en-US" altLang="ko-KR" dirty="0" err="1">
                <a:solidFill>
                  <a:srgbClr val="FF0000"/>
                </a:solidFill>
              </a:rPr>
              <a:t>seoul</a:t>
            </a:r>
            <a:r>
              <a:rPr lang="en-US" altLang="ko-KR" dirty="0">
                <a:solidFill>
                  <a:srgbClr val="FF0000"/>
                </a:solidFill>
              </a:rPr>
              <a:t>', '</a:t>
            </a:r>
            <a:r>
              <a:rPr lang="en-US" altLang="ko-KR" dirty="0" err="1">
                <a:solidFill>
                  <a:srgbClr val="FF0000"/>
                </a:solidFill>
              </a:rPr>
              <a:t>isman</a:t>
            </a:r>
            <a:r>
              <a:rPr lang="en-US" altLang="ko-KR" dirty="0">
                <a:solidFill>
                  <a:srgbClr val="FF0000"/>
                </a:solidFill>
              </a:rPr>
              <a:t>':True}           # </a:t>
            </a:r>
            <a:r>
              <a:rPr lang="en-US" altLang="ko-KR" dirty="0" err="1">
                <a:solidFill>
                  <a:srgbClr val="FF0000"/>
                </a:solidFill>
              </a:rPr>
              <a:t>dic</a:t>
            </a:r>
            <a:r>
              <a:rPr lang="ko-KR" altLang="en-US" dirty="0">
                <a:solidFill>
                  <a:srgbClr val="FF0000"/>
                </a:solidFill>
              </a:rPr>
              <a:t>타입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>
                <a:solidFill>
                  <a:srgbClr val="FF0000"/>
                </a:solidFill>
              </a:rPr>
              <a:t>    l = [100,200,300] # </a:t>
            </a:r>
            <a:r>
              <a:rPr lang="ko-KR" altLang="en-US" dirty="0">
                <a:solidFill>
                  <a:srgbClr val="FF0000"/>
                </a:solidFill>
              </a:rPr>
              <a:t>리스트타입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/>
              <a:t>    return render(request, 'sample.html',</a:t>
            </a:r>
            <a:r>
              <a:rPr lang="en-US" altLang="ko-KR" dirty="0">
                <a:solidFill>
                  <a:srgbClr val="FF0000"/>
                </a:solidFill>
              </a:rPr>
              <a:t> {'</a:t>
            </a:r>
            <a:r>
              <a:rPr lang="en-US" altLang="ko-KR" dirty="0" err="1">
                <a:solidFill>
                  <a:srgbClr val="FF0000"/>
                </a:solidFill>
              </a:rPr>
              <a:t>d':d</a:t>
            </a:r>
            <a:r>
              <a:rPr lang="en-US" altLang="ko-KR" dirty="0">
                <a:solidFill>
                  <a:srgbClr val="FF0000"/>
                </a:solidFill>
              </a:rPr>
              <a:t>, '</a:t>
            </a:r>
            <a:r>
              <a:rPr lang="en-US" altLang="ko-KR" dirty="0" err="1">
                <a:solidFill>
                  <a:srgbClr val="FF0000"/>
                </a:solidFill>
              </a:rPr>
              <a:t>l’:l</a:t>
            </a:r>
            <a:r>
              <a:rPr lang="en-US" altLang="ko-KR" dirty="0">
                <a:solidFill>
                  <a:srgbClr val="FF0000"/>
                </a:solidFill>
              </a:rPr>
              <a:t>}  </a:t>
            </a:r>
            <a:r>
              <a:rPr lang="en-US" altLang="ko-KR" dirty="0"/>
              <a:t>)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9750786-DCEC-13DC-8084-C8A4A34828C4}"/>
              </a:ext>
            </a:extLst>
          </p:cNvPr>
          <p:cNvSpPr/>
          <p:nvPr/>
        </p:nvSpPr>
        <p:spPr>
          <a:xfrm>
            <a:off x="10474148" y="2092931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views.py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B8D579C-97E3-4153-F551-999ACE48A0C4}"/>
              </a:ext>
            </a:extLst>
          </p:cNvPr>
          <p:cNvSpPr/>
          <p:nvPr/>
        </p:nvSpPr>
        <p:spPr>
          <a:xfrm>
            <a:off x="4667076" y="2092931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CEAB7E-2C85-F631-A187-B27FD6F334DA}"/>
              </a:ext>
            </a:extLst>
          </p:cNvPr>
          <p:cNvSpPr txBox="1"/>
          <p:nvPr/>
        </p:nvSpPr>
        <p:spPr>
          <a:xfrm>
            <a:off x="5061024" y="5086975"/>
            <a:ext cx="1684836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# </a:t>
            </a:r>
            <a:r>
              <a:rPr lang="en-US" altLang="ko-KR" dirty="0" err="1">
                <a:solidFill>
                  <a:srgbClr val="FF0000"/>
                </a:solidFill>
              </a:rPr>
              <a:t>dic</a:t>
            </a:r>
            <a:r>
              <a:rPr lang="ko-KR" altLang="en-US" dirty="0">
                <a:solidFill>
                  <a:srgbClr val="FF0000"/>
                </a:solidFill>
              </a:rPr>
              <a:t>타입 출력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099671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F7645-8AB6-ADCA-836D-6888B3F65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FE4CDE7D-A035-71F6-9C07-54A361D56E83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8A93EC73-DF8D-FDD2-60B5-0B52CCD45D89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1040ED5-FF02-50F8-6A7F-94FA40AEB287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Template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필터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: {{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변수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|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옵션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7376196-AAEE-BD00-49EB-06FD6A41508B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5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AC1752D9-016A-DFFD-A09D-EE5D37D8C4E6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D3F278DB-0801-1AF0-DAE2-EC39021C9A17}"/>
              </a:ext>
            </a:extLst>
          </p:cNvPr>
          <p:cNvSpPr/>
          <p:nvPr/>
        </p:nvSpPr>
        <p:spPr>
          <a:xfrm>
            <a:off x="416358" y="1070214"/>
            <a:ext cx="10937442" cy="49171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템플릿 변수의 값을 변환시키기 위한 옵션으로 사용 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( 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템플릿 변수에 파이프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(|)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를 붙인 뒤 사용 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주로 문자열이나 리스트 등의 </a:t>
            </a:r>
            <a:r>
              <a:rPr lang="ko-KR" altLang="en-US" sz="2000" b="0" i="0" dirty="0" err="1">
                <a:solidFill>
                  <a:srgbClr val="212529"/>
                </a:solidFill>
                <a:effectLst/>
                <a:latin typeface="-apple-system"/>
              </a:rPr>
              <a:t>길이구하기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, </a:t>
            </a:r>
            <a:r>
              <a:rPr lang="ko-KR" altLang="en-US" sz="2000" b="0" i="0" dirty="0" err="1">
                <a:solidFill>
                  <a:srgbClr val="212529"/>
                </a:solidFill>
                <a:effectLst/>
                <a:latin typeface="-apple-system"/>
              </a:rPr>
              <a:t>슬라이싱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, 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합치기 등에 활용</a:t>
            </a:r>
            <a:endParaRPr lang="en-US" altLang="ko-KR" sz="2000" b="0" i="0" dirty="0">
              <a:solidFill>
                <a:srgbClr val="212529"/>
              </a:solidFill>
              <a:effectLst/>
              <a:latin typeface="-apple-system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길이 구하기 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: 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 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{{ 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템플릿변수 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| length }}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리스트를 문자열로 합치기 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: 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 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{{ 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변수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|join:"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옵션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" }}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소문자 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&amp; 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대문자로 변환 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: 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 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{{ 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변수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|lower }} / 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 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{{ 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변수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|upper }}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리스트에서 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random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하게 추출 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: 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 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{{ 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리스트형 변수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|random }}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문자열로 </a:t>
            </a:r>
            <a:r>
              <a:rPr lang="ko-KR" altLang="en-US" sz="2000" b="0" i="0" dirty="0" err="1">
                <a:solidFill>
                  <a:srgbClr val="212529"/>
                </a:solidFill>
                <a:effectLst/>
                <a:latin typeface="-apple-system"/>
              </a:rPr>
              <a:t>슬라이싱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 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: 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 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{{ 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변수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|slice:"n:n" }}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Django Templates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에서 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lorem </a:t>
            </a:r>
            <a:r>
              <a:rPr lang="ko-KR" altLang="en-US" sz="2000" b="0" i="0" dirty="0">
                <a:solidFill>
                  <a:srgbClr val="212529"/>
                </a:solidFill>
                <a:effectLst/>
                <a:latin typeface="-apple-system"/>
              </a:rPr>
              <a:t>사용하는 방법은 아래와 같음</a:t>
            </a:r>
            <a:b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</a:b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{{ lorem [count][</a:t>
            </a:r>
            <a:r>
              <a:rPr lang="en-US" altLang="ko-KR" sz="2000" b="0" i="0" dirty="0" err="1">
                <a:solidFill>
                  <a:srgbClr val="212529"/>
                </a:solidFill>
                <a:effectLst/>
                <a:latin typeface="-apple-system"/>
              </a:rPr>
              <a:t>mehod</a:t>
            </a:r>
            <a:r>
              <a:rPr lang="en-US" altLang="ko-KR" sz="2000" b="0" i="0" dirty="0">
                <a:solidFill>
                  <a:srgbClr val="212529"/>
                </a:solidFill>
                <a:effectLst/>
                <a:latin typeface="-apple-system"/>
              </a:rPr>
              <a:t>][random] }}</a:t>
            </a:r>
            <a:endParaRPr lang="ko-KR" altLang="en-US" sz="2000" spc="-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18987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C58DF-4C7A-B012-3547-7B0D44892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C6F2AAB5-EA74-C22A-EECF-2ED842BB5191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2BE8779F-B32F-3E24-D84D-106D6A9AEC35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21392AC-4990-F9AD-C9BF-700DD5FF116E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Template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필터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: {{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변수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|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옵션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F127067-10B6-DD11-E0EC-12E3B700AAE4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5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2BAE09D5-AA81-B1CD-E47B-1569E05DBE8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8778F51-7B46-877F-29FE-007E22CA4817}"/>
              </a:ext>
            </a:extLst>
          </p:cNvPr>
          <p:cNvSpPr txBox="1"/>
          <p:nvPr/>
        </p:nvSpPr>
        <p:spPr>
          <a:xfrm>
            <a:off x="416358" y="994231"/>
            <a:ext cx="10232592" cy="4524315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{%load static%}</a:t>
            </a:r>
          </a:p>
          <a:p>
            <a:r>
              <a:rPr lang="en-US" altLang="ko-KR" dirty="0"/>
              <a:t>&lt;!DOCTYPE html&gt;</a:t>
            </a:r>
          </a:p>
          <a:p>
            <a:r>
              <a:rPr lang="en-US" altLang="ko-KR" dirty="0"/>
              <a:t>&lt;html lang="</a:t>
            </a:r>
            <a:r>
              <a:rPr lang="en-US" altLang="ko-KR" dirty="0" err="1"/>
              <a:t>en</a:t>
            </a:r>
            <a:r>
              <a:rPr lang="en-US" altLang="ko-KR" dirty="0"/>
              <a:t>"&gt;</a:t>
            </a:r>
          </a:p>
          <a:p>
            <a:r>
              <a:rPr lang="en-US" altLang="ko-KR" dirty="0"/>
              <a:t>  &lt;head&gt;</a:t>
            </a:r>
          </a:p>
          <a:p>
            <a:r>
              <a:rPr lang="en-US" altLang="ko-KR" dirty="0"/>
              <a:t>    &lt;title&gt;Document&lt;/title&gt;</a:t>
            </a:r>
          </a:p>
          <a:p>
            <a:r>
              <a:rPr lang="en-US" altLang="ko-KR" dirty="0"/>
              <a:t>  &lt;/head&gt;</a:t>
            </a:r>
          </a:p>
          <a:p>
            <a:r>
              <a:rPr lang="en-US" altLang="ko-KR" dirty="0"/>
              <a:t>  &lt;body&gt;</a:t>
            </a:r>
          </a:p>
          <a:p>
            <a:r>
              <a:rPr lang="en-US" altLang="ko-KR" dirty="0"/>
              <a:t>    &lt;h1&gt;Template Language!&lt;/h1&gt;</a:t>
            </a:r>
          </a:p>
          <a:p>
            <a:r>
              <a:rPr lang="en-US" altLang="ko-KR" dirty="0"/>
              <a:t>    {% with value='hello Django'%}</a:t>
            </a:r>
          </a:p>
          <a:p>
            <a:r>
              <a:rPr lang="en-US" altLang="ko-KR" dirty="0"/>
              <a:t>    &lt;h4&gt;{{value}}&lt;/h4&gt;</a:t>
            </a:r>
          </a:p>
          <a:p>
            <a:r>
              <a:rPr lang="en-US" altLang="ko-KR" dirty="0"/>
              <a:t>    {% </a:t>
            </a:r>
            <a:r>
              <a:rPr lang="en-US" altLang="ko-KR" dirty="0" err="1"/>
              <a:t>endwith</a:t>
            </a:r>
            <a:r>
              <a:rPr lang="en-US" altLang="ko-KR" dirty="0"/>
              <a:t> %}</a:t>
            </a:r>
          </a:p>
          <a:p>
            <a:r>
              <a:rPr lang="en-US" altLang="ko-KR" dirty="0"/>
              <a:t>    {% lorem %}    &lt;!-- </a:t>
            </a:r>
            <a:r>
              <a:rPr lang="ko-KR" altLang="en-US" dirty="0"/>
              <a:t>👈 </a:t>
            </a:r>
            <a:r>
              <a:rPr lang="en-US" altLang="ko-KR" dirty="0"/>
              <a:t>lorem </a:t>
            </a:r>
            <a:r>
              <a:rPr lang="ko-KR" altLang="en-US" dirty="0"/>
              <a:t>생성 </a:t>
            </a:r>
            <a:r>
              <a:rPr lang="en-US" altLang="ko-KR" dirty="0"/>
              <a:t>--&gt;</a:t>
            </a:r>
          </a:p>
          <a:p>
            <a:r>
              <a:rPr lang="en-US" altLang="ko-KR" dirty="0"/>
              <a:t>	{% lorem 3 p%} &lt;!-- </a:t>
            </a:r>
            <a:r>
              <a:rPr lang="ko-KR" altLang="en-US" dirty="0"/>
              <a:t>👈 </a:t>
            </a:r>
            <a:r>
              <a:rPr lang="en-US" altLang="ko-KR" dirty="0"/>
              <a:t>lorem </a:t>
            </a:r>
            <a:r>
              <a:rPr lang="ko-KR" altLang="en-US" dirty="0"/>
              <a:t>문장</a:t>
            </a:r>
            <a:r>
              <a:rPr lang="en-US" altLang="ko-KR" dirty="0"/>
              <a:t>(p)</a:t>
            </a:r>
            <a:r>
              <a:rPr lang="ko-KR" altLang="en-US" dirty="0"/>
              <a:t>을 </a:t>
            </a:r>
            <a:r>
              <a:rPr lang="en-US" altLang="ko-KR" dirty="0"/>
              <a:t>3</a:t>
            </a:r>
            <a:r>
              <a:rPr lang="ko-KR" altLang="en-US" dirty="0"/>
              <a:t>개 생성 </a:t>
            </a:r>
            <a:r>
              <a:rPr lang="en-US" altLang="ko-KR" dirty="0"/>
              <a:t>--&gt;</a:t>
            </a:r>
          </a:p>
          <a:p>
            <a:r>
              <a:rPr lang="en-US" altLang="ko-KR" dirty="0"/>
              <a:t>    {% lorem 2 w random %} {% lorem 5 w random %} &lt;!-- </a:t>
            </a:r>
            <a:r>
              <a:rPr lang="ko-KR" altLang="en-US" dirty="0"/>
              <a:t>👈 </a:t>
            </a:r>
            <a:r>
              <a:rPr lang="en-US" altLang="ko-KR" dirty="0"/>
              <a:t>lorem </a:t>
            </a:r>
            <a:r>
              <a:rPr lang="ko-KR" altLang="en-US" dirty="0"/>
              <a:t>단어</a:t>
            </a:r>
            <a:r>
              <a:rPr lang="en-US" altLang="ko-KR" dirty="0"/>
              <a:t>(w)</a:t>
            </a:r>
            <a:r>
              <a:rPr lang="ko-KR" altLang="en-US" dirty="0"/>
              <a:t>을 </a:t>
            </a:r>
            <a:r>
              <a:rPr lang="en-US" altLang="ko-KR" dirty="0"/>
              <a:t>5</a:t>
            </a:r>
            <a:r>
              <a:rPr lang="ko-KR" altLang="en-US" dirty="0"/>
              <a:t>개 랜덤 생성 </a:t>
            </a:r>
            <a:r>
              <a:rPr lang="en-US" altLang="ko-KR" dirty="0"/>
              <a:t>--&gt;</a:t>
            </a:r>
          </a:p>
          <a:p>
            <a:r>
              <a:rPr lang="en-US" altLang="ko-KR" dirty="0"/>
              <a:t>  &lt;/body&gt;</a:t>
            </a:r>
          </a:p>
          <a:p>
            <a:r>
              <a:rPr lang="en-US" altLang="ko-KR" dirty="0"/>
              <a:t>&lt;/html&gt;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1434C0D-5D51-F899-9C58-B23B411D221D}"/>
              </a:ext>
            </a:extLst>
          </p:cNvPr>
          <p:cNvSpPr/>
          <p:nvPr/>
        </p:nvSpPr>
        <p:spPr>
          <a:xfrm>
            <a:off x="9220026" y="994231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html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92737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36403-B438-36FC-9900-4F561C279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1B2335F8-7FC3-40AA-BCC6-703FFD363DA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9F50DB04-AC98-6642-D9A3-2D9191D9FD9D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E7E241D-373D-94FA-7E8E-4E75B7CCC06A}"/>
              </a:ext>
            </a:extLst>
          </p:cNvPr>
          <p:cNvSpPr txBox="1"/>
          <p:nvPr/>
        </p:nvSpPr>
        <p:spPr>
          <a:xfrm>
            <a:off x="660400" y="203587"/>
            <a:ext cx="111260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[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참조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]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모델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admin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에서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inputbox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 placeholder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넣기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568A3EA-7895-1A07-C48C-0312297DBEF9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6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577C6F3E-FD7D-D39F-8C0C-263F46B9092A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6630B7A7-56BB-F75B-CFB2-26EF82D64C22}"/>
              </a:ext>
            </a:extLst>
          </p:cNvPr>
          <p:cNvSpPr txBox="1"/>
          <p:nvPr/>
        </p:nvSpPr>
        <p:spPr>
          <a:xfrm>
            <a:off x="416358" y="994231"/>
            <a:ext cx="6612515" cy="5660181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noAutofit/>
          </a:bodyPr>
          <a:lstStyle/>
          <a:p>
            <a:r>
              <a:rPr lang="en-US" altLang="ko-KR" sz="1600" dirty="0"/>
              <a:t>from </a:t>
            </a:r>
            <a:r>
              <a:rPr lang="en-US" altLang="ko-KR" sz="1600" dirty="0" err="1"/>
              <a:t>django.contrib</a:t>
            </a:r>
            <a:r>
              <a:rPr lang="en-US" altLang="ko-KR" sz="1600" dirty="0"/>
              <a:t> import admin</a:t>
            </a:r>
          </a:p>
          <a:p>
            <a:r>
              <a:rPr lang="en-US" altLang="ko-KR" sz="1600" dirty="0">
                <a:solidFill>
                  <a:srgbClr val="FF0000"/>
                </a:solidFill>
              </a:rPr>
              <a:t>from </a:t>
            </a:r>
            <a:r>
              <a:rPr lang="en-US" altLang="ko-KR" sz="1600" dirty="0" err="1">
                <a:solidFill>
                  <a:srgbClr val="FF0000"/>
                </a:solidFill>
              </a:rPr>
              <a:t>board.models</a:t>
            </a:r>
            <a:r>
              <a:rPr lang="en-US" altLang="ko-KR" sz="1600" dirty="0">
                <a:solidFill>
                  <a:srgbClr val="FF0000"/>
                </a:solidFill>
              </a:rPr>
              <a:t> import Board</a:t>
            </a:r>
          </a:p>
          <a:p>
            <a:r>
              <a:rPr lang="en-US" altLang="ko-KR" sz="1600" dirty="0">
                <a:solidFill>
                  <a:srgbClr val="FF0000"/>
                </a:solidFill>
              </a:rPr>
              <a:t>from </a:t>
            </a:r>
            <a:r>
              <a:rPr lang="en-US" altLang="ko-KR" sz="1600" dirty="0" err="1">
                <a:solidFill>
                  <a:srgbClr val="FF0000"/>
                </a:solidFill>
              </a:rPr>
              <a:t>django</a:t>
            </a:r>
            <a:r>
              <a:rPr lang="en-US" altLang="ko-KR" sz="1600" dirty="0">
                <a:solidFill>
                  <a:srgbClr val="FF0000"/>
                </a:solidFill>
              </a:rPr>
              <a:t> import forms</a:t>
            </a:r>
          </a:p>
          <a:p>
            <a:br>
              <a:rPr lang="en-US" altLang="ko-KR" sz="1600" dirty="0"/>
            </a:br>
            <a:r>
              <a:rPr lang="en-US" altLang="ko-KR" sz="1600" dirty="0">
                <a:solidFill>
                  <a:srgbClr val="FF0000"/>
                </a:solidFill>
              </a:rPr>
              <a:t>class </a:t>
            </a:r>
            <a:r>
              <a:rPr lang="en-US" altLang="ko-KR" sz="1600" dirty="0" err="1">
                <a:solidFill>
                  <a:srgbClr val="FF0000"/>
                </a:solidFill>
              </a:rPr>
              <a:t>BoardForm</a:t>
            </a:r>
            <a:r>
              <a:rPr lang="en-US" altLang="ko-KR" sz="1600" dirty="0">
                <a:solidFill>
                  <a:srgbClr val="FF0000"/>
                </a:solidFill>
              </a:rPr>
              <a:t>(</a:t>
            </a:r>
            <a:r>
              <a:rPr lang="en-US" altLang="ko-KR" sz="1600" dirty="0" err="1">
                <a:solidFill>
                  <a:srgbClr val="FF0000"/>
                </a:solidFill>
              </a:rPr>
              <a:t>forms.ModelForm</a:t>
            </a:r>
            <a:r>
              <a:rPr lang="en-US" altLang="ko-KR" sz="1600" dirty="0">
                <a:solidFill>
                  <a:srgbClr val="FF0000"/>
                </a:solidFill>
              </a:rPr>
              <a:t>):</a:t>
            </a:r>
          </a:p>
          <a:p>
            <a:r>
              <a:rPr lang="en-US" altLang="ko-KR" sz="1600" dirty="0"/>
              <a:t>    class Meta:</a:t>
            </a:r>
          </a:p>
          <a:p>
            <a:r>
              <a:rPr lang="en-US" altLang="ko-KR" sz="1600" dirty="0"/>
              <a:t>        model = Board</a:t>
            </a:r>
          </a:p>
          <a:p>
            <a:r>
              <a:rPr lang="en-US" altLang="ko-KR" sz="1600" dirty="0"/>
              <a:t>        fields = '__all__'</a:t>
            </a:r>
          </a:p>
          <a:p>
            <a:r>
              <a:rPr lang="en-US" altLang="ko-KR" sz="1600" dirty="0"/>
              <a:t>        widgets = {</a:t>
            </a:r>
          </a:p>
          <a:p>
            <a:r>
              <a:rPr lang="en-US" altLang="ko-KR" sz="1600" dirty="0"/>
              <a:t>            '</a:t>
            </a:r>
            <a:r>
              <a:rPr lang="en-US" altLang="ko-KR" sz="1600" dirty="0" err="1"/>
              <a:t>btitle</a:t>
            </a:r>
            <a:r>
              <a:rPr lang="en-US" altLang="ko-KR" sz="1600" dirty="0"/>
              <a:t>': </a:t>
            </a:r>
            <a:r>
              <a:rPr lang="en-US" altLang="ko-KR" sz="1600" dirty="0" err="1"/>
              <a:t>forms.TextInput</a:t>
            </a:r>
            <a:r>
              <a:rPr lang="en-US" altLang="ko-KR" sz="1600" dirty="0"/>
              <a:t>(</a:t>
            </a:r>
            <a:r>
              <a:rPr lang="en-US" altLang="ko-KR" sz="1600" dirty="0" err="1"/>
              <a:t>attrs</a:t>
            </a:r>
            <a:r>
              <a:rPr lang="en-US" altLang="ko-KR" sz="1600" dirty="0"/>
              <a:t>={'placeholder': '</a:t>
            </a:r>
            <a:r>
              <a:rPr lang="ko-KR" altLang="en-US" sz="1600" dirty="0"/>
              <a:t>제목을 입력하세요</a:t>
            </a:r>
            <a:r>
              <a:rPr lang="en-US" altLang="ko-KR" sz="1600" dirty="0"/>
              <a:t>.'}),</a:t>
            </a:r>
          </a:p>
          <a:p>
            <a:r>
              <a:rPr lang="en-US" altLang="ko-KR" sz="1600" dirty="0"/>
              <a:t>        }</a:t>
            </a:r>
          </a:p>
          <a:p>
            <a:r>
              <a:rPr lang="en-US" altLang="ko-KR" sz="1600" dirty="0"/>
              <a:t>        </a:t>
            </a:r>
          </a:p>
          <a:p>
            <a:r>
              <a:rPr lang="en-US" altLang="ko-KR" sz="1600" dirty="0"/>
              <a:t># </a:t>
            </a:r>
            <a:r>
              <a:rPr lang="ko-KR" altLang="en-US" sz="1600" dirty="0"/>
              <a:t>관리자페이지에서 컬럼부분 추가해서 보여줌</a:t>
            </a:r>
            <a:r>
              <a:rPr lang="en-US" altLang="ko-KR" sz="1600" dirty="0"/>
              <a:t>.</a:t>
            </a:r>
            <a:endParaRPr lang="ko-KR" altLang="en-US" sz="1600" dirty="0"/>
          </a:p>
          <a:p>
            <a:r>
              <a:rPr lang="en-US" altLang="ko-KR" sz="1600" dirty="0"/>
              <a:t>class </a:t>
            </a:r>
            <a:r>
              <a:rPr lang="en-US" altLang="ko-KR" sz="1600" dirty="0" err="1"/>
              <a:t>BoardAdmin</a:t>
            </a:r>
            <a:r>
              <a:rPr lang="en-US" altLang="ko-KR" sz="1600" dirty="0"/>
              <a:t>(</a:t>
            </a:r>
            <a:r>
              <a:rPr lang="en-US" altLang="ko-KR" sz="1600" dirty="0" err="1"/>
              <a:t>admin.ModelAdmin</a:t>
            </a:r>
            <a:r>
              <a:rPr lang="en-US" altLang="ko-KR" sz="1600" dirty="0"/>
              <a:t>):</a:t>
            </a:r>
          </a:p>
          <a:p>
            <a:r>
              <a:rPr lang="en-US" altLang="ko-KR" sz="1600" dirty="0"/>
              <a:t>    </a:t>
            </a:r>
            <a:r>
              <a:rPr lang="en-US" altLang="ko-KR" sz="1600" dirty="0">
                <a:solidFill>
                  <a:srgbClr val="FF0000"/>
                </a:solidFill>
              </a:rPr>
              <a:t>form = </a:t>
            </a:r>
            <a:r>
              <a:rPr lang="en-US" altLang="ko-KR" sz="1600" dirty="0" err="1">
                <a:solidFill>
                  <a:srgbClr val="FF0000"/>
                </a:solidFill>
              </a:rPr>
              <a:t>BoardForm</a:t>
            </a:r>
            <a:endParaRPr lang="en-US" altLang="ko-KR" sz="1600" dirty="0">
              <a:solidFill>
                <a:srgbClr val="FF0000"/>
              </a:solidFill>
            </a:endParaRPr>
          </a:p>
          <a:p>
            <a:r>
              <a:rPr lang="en-US" altLang="ko-KR" sz="1600" dirty="0"/>
              <a:t>    </a:t>
            </a:r>
            <a:r>
              <a:rPr lang="en-US" altLang="ko-KR" sz="1600" dirty="0" err="1"/>
              <a:t>list_display</a:t>
            </a:r>
            <a:r>
              <a:rPr lang="en-US" altLang="ko-KR" sz="1600" dirty="0"/>
              <a:t> = ['id','</a:t>
            </a:r>
            <a:r>
              <a:rPr lang="en-US" altLang="ko-KR" sz="1600" dirty="0" err="1"/>
              <a:t>btitle</a:t>
            </a:r>
            <a:r>
              <a:rPr lang="en-US" altLang="ko-KR" sz="1600" dirty="0"/>
              <a:t>','</a:t>
            </a:r>
            <a:r>
              <a:rPr lang="en-US" altLang="ko-KR" sz="1600" dirty="0" err="1"/>
              <a:t>bdate</a:t>
            </a:r>
            <a:r>
              <a:rPr lang="en-US" altLang="ko-KR" sz="1600" dirty="0"/>
              <a:t>']</a:t>
            </a:r>
          </a:p>
          <a:p>
            <a:br>
              <a:rPr lang="en-US" altLang="ko-KR" sz="1600" dirty="0"/>
            </a:br>
            <a:r>
              <a:rPr lang="en-US" altLang="ko-KR" sz="1600" dirty="0" err="1"/>
              <a:t>admin.site.register</a:t>
            </a:r>
            <a:r>
              <a:rPr lang="en-US" altLang="ko-KR" sz="1600" dirty="0"/>
              <a:t>(</a:t>
            </a:r>
            <a:r>
              <a:rPr lang="en-US" altLang="ko-KR" sz="1600" dirty="0" err="1"/>
              <a:t>Board,BoardAdmin</a:t>
            </a:r>
            <a:r>
              <a:rPr lang="en-US" altLang="ko-KR" sz="1600" dirty="0"/>
              <a:t>)</a:t>
            </a:r>
          </a:p>
          <a:p>
            <a:br>
              <a:rPr lang="en-US" altLang="ko-KR" sz="1600" dirty="0"/>
            </a:br>
            <a:endParaRPr lang="en-US" altLang="ko-KR" sz="160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8263447-9445-73DE-8195-858EACF5EFFF}"/>
              </a:ext>
            </a:extLst>
          </p:cNvPr>
          <p:cNvSpPr/>
          <p:nvPr/>
        </p:nvSpPr>
        <p:spPr>
          <a:xfrm>
            <a:off x="5599949" y="994231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Admin.py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74D87CA-BC91-BCF3-2333-21C716A25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0101" y="994230"/>
            <a:ext cx="4867123" cy="167205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FCE4597-F139-73C6-C80E-15629052C87F}"/>
              </a:ext>
            </a:extLst>
          </p:cNvPr>
          <p:cNvSpPr txBox="1"/>
          <p:nvPr/>
        </p:nvSpPr>
        <p:spPr>
          <a:xfrm>
            <a:off x="9520015" y="1615215"/>
            <a:ext cx="1248783" cy="28195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ko-KR" alt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4FA9D0-F9B0-506E-4FA3-A010FFEC8202}"/>
              </a:ext>
            </a:extLst>
          </p:cNvPr>
          <p:cNvSpPr txBox="1"/>
          <p:nvPr/>
        </p:nvSpPr>
        <p:spPr>
          <a:xfrm>
            <a:off x="7119600" y="2872663"/>
            <a:ext cx="4857624" cy="33855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solidFill>
                  <a:srgbClr val="FF0000"/>
                </a:solidFill>
              </a:rPr>
              <a:t>* </a:t>
            </a:r>
            <a:r>
              <a:rPr lang="ko-KR" altLang="en-US" sz="1600" b="1" dirty="0">
                <a:solidFill>
                  <a:srgbClr val="FF0000"/>
                </a:solidFill>
              </a:rPr>
              <a:t>입력창에 </a:t>
            </a:r>
            <a:r>
              <a:rPr lang="en-US" altLang="ko-KR" sz="1600" b="1" dirty="0">
                <a:solidFill>
                  <a:srgbClr val="FF0000"/>
                </a:solidFill>
              </a:rPr>
              <a:t>placeholder </a:t>
            </a:r>
            <a:r>
              <a:rPr lang="ko-KR" altLang="en-US" sz="1600" b="1" dirty="0">
                <a:solidFill>
                  <a:srgbClr val="FF0000"/>
                </a:solidFill>
              </a:rPr>
              <a:t>를 </a:t>
            </a:r>
            <a:r>
              <a:rPr lang="ko-KR" altLang="en-US" sz="1600" b="1" dirty="0" err="1">
                <a:solidFill>
                  <a:srgbClr val="FF0000"/>
                </a:solidFill>
              </a:rPr>
              <a:t>넣을수</a:t>
            </a:r>
            <a:r>
              <a:rPr lang="ko-KR" altLang="en-US" sz="1600" b="1" dirty="0">
                <a:solidFill>
                  <a:srgbClr val="FF0000"/>
                </a:solidFill>
              </a:rPr>
              <a:t> 있음</a:t>
            </a:r>
            <a:r>
              <a:rPr lang="en-US" altLang="ko-KR" sz="1600" b="1" dirty="0">
                <a:solidFill>
                  <a:srgbClr val="FF0000"/>
                </a:solidFill>
              </a:rPr>
              <a:t>.</a:t>
            </a: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6011109C-D542-6D7E-AF06-3122527B8A00}"/>
              </a:ext>
            </a:extLst>
          </p:cNvPr>
          <p:cNvCxnSpPr>
            <a:cxnSpLocks/>
            <a:stCxn id="6" idx="1"/>
            <a:endCxn id="7" idx="0"/>
          </p:cNvCxnSpPr>
          <p:nvPr/>
        </p:nvCxnSpPr>
        <p:spPr>
          <a:xfrm rot="10800000" flipH="1" flipV="1">
            <a:off x="9520014" y="1756191"/>
            <a:ext cx="28397" cy="1116472"/>
          </a:xfrm>
          <a:prstGeom prst="bentConnector4">
            <a:avLst>
              <a:gd name="adj1" fmla="val -805015"/>
              <a:gd name="adj2" fmla="val 56313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433ADBB-4050-921B-F87F-C3AF3B21AA30}"/>
              </a:ext>
            </a:extLst>
          </p:cNvPr>
          <p:cNvSpPr/>
          <p:nvPr/>
        </p:nvSpPr>
        <p:spPr>
          <a:xfrm>
            <a:off x="1132514" y="3229761"/>
            <a:ext cx="5830348" cy="2936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62909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2F81D-8CC7-BD63-4C6C-CF686CC95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2B69BFB9-2D4C-F421-E14F-A20FAB3E2E8C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F1DAC1CF-A2C7-B4E1-C103-96E76440EB6D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14FBAED-AC62-0AFE-EE8B-04FB74854BEF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데이터베이스 만들기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(models.py)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D683B36-7530-3FD3-EFC1-FC0610FC40F6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6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9654EECD-AEC8-0E0E-F4A6-43C559DB2A57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3ECF035-8667-A19D-6E8D-D1962F6235CB}"/>
              </a:ext>
            </a:extLst>
          </p:cNvPr>
          <p:cNvSpPr txBox="1"/>
          <p:nvPr/>
        </p:nvSpPr>
        <p:spPr>
          <a:xfrm>
            <a:off x="416358" y="937614"/>
            <a:ext cx="5422380" cy="4154984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from </a:t>
            </a:r>
            <a:r>
              <a:rPr lang="en-US" altLang="ko-KR" sz="1200" dirty="0" err="1"/>
              <a:t>django.db</a:t>
            </a:r>
            <a:r>
              <a:rPr lang="en-US" altLang="ko-KR" sz="1200" dirty="0"/>
              <a:t> import models</a:t>
            </a:r>
          </a:p>
          <a:p>
            <a:br>
              <a:rPr lang="en-US" altLang="ko-KR" sz="1200" dirty="0"/>
            </a:br>
            <a:r>
              <a:rPr lang="en-US" altLang="ko-KR" sz="1200" dirty="0"/>
              <a:t>class Student(</a:t>
            </a:r>
            <a:r>
              <a:rPr lang="en-US" altLang="ko-KR" sz="1200" dirty="0" err="1"/>
              <a:t>models.Model</a:t>
            </a:r>
            <a:r>
              <a:rPr lang="en-US" altLang="ko-KR" sz="1200" dirty="0"/>
              <a:t>):</a:t>
            </a:r>
          </a:p>
          <a:p>
            <a:r>
              <a:rPr lang="en-US" altLang="ko-KR" sz="1200" dirty="0"/>
              <a:t>    # </a:t>
            </a:r>
            <a:r>
              <a:rPr lang="ko-KR" altLang="en-US" sz="1200" dirty="0"/>
              <a:t>번호가 순차적으로 증가</a:t>
            </a:r>
          </a:p>
          <a:p>
            <a:r>
              <a:rPr lang="ko-KR" altLang="en-US" sz="1200" dirty="0"/>
              <a:t>    </a:t>
            </a:r>
            <a:r>
              <a:rPr lang="en-US" altLang="ko-KR" sz="1200" dirty="0"/>
              <a:t>no = </a:t>
            </a:r>
            <a:r>
              <a:rPr lang="en-US" altLang="ko-KR" sz="1200" dirty="0" err="1"/>
              <a:t>models.AutoField</a:t>
            </a:r>
            <a:r>
              <a:rPr lang="en-US" altLang="ko-KR" sz="1200" dirty="0"/>
              <a:t>(</a:t>
            </a:r>
            <a:r>
              <a:rPr lang="en-US" altLang="ko-KR" sz="1200" dirty="0" err="1"/>
              <a:t>primary_key</a:t>
            </a:r>
            <a:r>
              <a:rPr lang="en-US" altLang="ko-KR" sz="1200" dirty="0"/>
              <a:t>=True) # sequence - </a:t>
            </a:r>
            <a:r>
              <a:rPr lang="ko-KR" altLang="en-US" sz="1200" dirty="0"/>
              <a:t>자동증가</a:t>
            </a:r>
            <a:endParaRPr lang="en-US" altLang="ko-KR" sz="1200" dirty="0"/>
          </a:p>
          <a:p>
            <a:r>
              <a:rPr lang="en-US" altLang="ko-KR" sz="1200" dirty="0"/>
              <a:t>    name = </a:t>
            </a:r>
            <a:r>
              <a:rPr lang="en-US" altLang="ko-KR" sz="1200" dirty="0" err="1"/>
              <a:t>models.CharField</a:t>
            </a:r>
            <a:r>
              <a:rPr lang="en-US" altLang="ko-KR" sz="1200" dirty="0"/>
              <a:t>(</a:t>
            </a:r>
            <a:r>
              <a:rPr lang="en-US" altLang="ko-KR" sz="1200" dirty="0" err="1"/>
              <a:t>max_length</a:t>
            </a:r>
            <a:r>
              <a:rPr lang="en-US" altLang="ko-KR" sz="1200" dirty="0"/>
              <a:t>=100) # varchar2</a:t>
            </a:r>
          </a:p>
          <a:p>
            <a:r>
              <a:rPr lang="en-US" altLang="ko-KR" sz="1200" dirty="0"/>
              <a:t>    major = </a:t>
            </a:r>
            <a:r>
              <a:rPr lang="en-US" altLang="ko-KR" sz="1200" dirty="0" err="1"/>
              <a:t>models.CharField</a:t>
            </a:r>
            <a:r>
              <a:rPr lang="en-US" altLang="ko-KR" sz="1200" dirty="0"/>
              <a:t>(</a:t>
            </a:r>
            <a:r>
              <a:rPr lang="en-US" altLang="ko-KR" sz="1200" dirty="0" err="1"/>
              <a:t>max_length</a:t>
            </a:r>
            <a:r>
              <a:rPr lang="en-US" altLang="ko-KR" sz="1200" dirty="0"/>
              <a:t>=100)</a:t>
            </a:r>
          </a:p>
          <a:p>
            <a:r>
              <a:rPr lang="en-US" altLang="ko-KR" sz="1200" dirty="0"/>
              <a:t>    # </a:t>
            </a:r>
            <a:r>
              <a:rPr lang="ko-KR" altLang="en-US" sz="1200" dirty="0"/>
              <a:t>숫자타입</a:t>
            </a:r>
          </a:p>
          <a:p>
            <a:r>
              <a:rPr lang="ko-KR" altLang="en-US" sz="1200" dirty="0"/>
              <a:t>    </a:t>
            </a:r>
            <a:r>
              <a:rPr lang="en-US" altLang="ko-KR" sz="1200" dirty="0"/>
              <a:t>grade = </a:t>
            </a:r>
            <a:r>
              <a:rPr lang="en-US" altLang="ko-KR" sz="1200" dirty="0" err="1"/>
              <a:t>models.IntegerField</a:t>
            </a:r>
            <a:r>
              <a:rPr lang="en-US" altLang="ko-KR" sz="1200" dirty="0"/>
              <a:t>(default=0)  # number</a:t>
            </a:r>
          </a:p>
          <a:p>
            <a:r>
              <a:rPr lang="en-US" altLang="ko-KR" sz="1200" dirty="0"/>
              <a:t>    age = </a:t>
            </a:r>
            <a:r>
              <a:rPr lang="en-US" altLang="ko-KR" sz="1200" dirty="0" err="1"/>
              <a:t>models.IntegerField</a:t>
            </a:r>
            <a:r>
              <a:rPr lang="en-US" altLang="ko-KR" sz="1200" dirty="0"/>
              <a:t>(default=0)</a:t>
            </a:r>
          </a:p>
          <a:p>
            <a:r>
              <a:rPr lang="en-US" altLang="ko-KR" sz="1200" dirty="0"/>
              <a:t>    gender = </a:t>
            </a:r>
            <a:r>
              <a:rPr lang="en-US" altLang="ko-KR" sz="1200" dirty="0" err="1"/>
              <a:t>models.CharField</a:t>
            </a:r>
            <a:r>
              <a:rPr lang="en-US" altLang="ko-KR" sz="1200" dirty="0"/>
              <a:t>(</a:t>
            </a:r>
            <a:r>
              <a:rPr lang="en-US" altLang="ko-KR" sz="1200" dirty="0" err="1"/>
              <a:t>max_length</a:t>
            </a:r>
            <a:r>
              <a:rPr lang="en-US" altLang="ko-KR" sz="1200" dirty="0"/>
              <a:t>=30,blank=True)  # </a:t>
            </a:r>
            <a:r>
              <a:rPr lang="ko-KR" altLang="en-US" sz="1200" dirty="0"/>
              <a:t>추가</a:t>
            </a:r>
            <a:r>
              <a:rPr lang="en-US" altLang="ko-KR" sz="1200" dirty="0"/>
              <a:t>-100</a:t>
            </a:r>
            <a:r>
              <a:rPr lang="ko-KR" altLang="en-US" sz="1200" dirty="0"/>
              <a:t>개</a:t>
            </a:r>
          </a:p>
          <a:p>
            <a:r>
              <a:rPr lang="ko-KR" altLang="en-US" sz="1200" dirty="0"/>
              <a:t>    </a:t>
            </a:r>
            <a:r>
              <a:rPr lang="en-US" altLang="ko-KR" sz="1200" b="1" dirty="0">
                <a:solidFill>
                  <a:srgbClr val="FF0000"/>
                </a:solidFill>
              </a:rPr>
              <a:t>hobby = </a:t>
            </a:r>
            <a:r>
              <a:rPr lang="en-US" altLang="ko-KR" sz="1200" b="1" dirty="0" err="1">
                <a:solidFill>
                  <a:srgbClr val="FF0000"/>
                </a:solidFill>
              </a:rPr>
              <a:t>models.CharField</a:t>
            </a:r>
            <a:r>
              <a:rPr lang="en-US" altLang="ko-KR" sz="1200" b="1" dirty="0">
                <a:solidFill>
                  <a:srgbClr val="FF0000"/>
                </a:solidFill>
              </a:rPr>
              <a:t>(</a:t>
            </a:r>
            <a:r>
              <a:rPr lang="en-US" altLang="ko-KR" sz="1200" b="1" dirty="0" err="1">
                <a:solidFill>
                  <a:srgbClr val="FF0000"/>
                </a:solidFill>
              </a:rPr>
              <a:t>max_length</a:t>
            </a:r>
            <a:r>
              <a:rPr lang="en-US" altLang="ko-KR" sz="1200" b="1" dirty="0">
                <a:solidFill>
                  <a:srgbClr val="FF0000"/>
                </a:solidFill>
              </a:rPr>
              <a:t>=100,blank=True)  </a:t>
            </a:r>
          </a:p>
          <a:p>
            <a:r>
              <a:rPr lang="en-US" altLang="ko-KR" sz="1200" dirty="0"/>
              <a:t>    </a:t>
            </a:r>
            <a:r>
              <a:rPr lang="en-US" altLang="ko-KR" sz="1200" dirty="0" err="1"/>
              <a:t>sdate</a:t>
            </a:r>
            <a:r>
              <a:rPr lang="en-US" altLang="ko-KR" sz="1200" dirty="0"/>
              <a:t> = </a:t>
            </a:r>
            <a:r>
              <a:rPr lang="en-US" altLang="ko-KR" sz="1200" dirty="0" err="1"/>
              <a:t>models.DateTimeField</a:t>
            </a:r>
            <a:r>
              <a:rPr lang="en-US" altLang="ko-KR" sz="1200" dirty="0"/>
              <a:t>(</a:t>
            </a:r>
            <a:r>
              <a:rPr lang="en-US" altLang="ko-KR" sz="1200" dirty="0" err="1"/>
              <a:t>auto_now</a:t>
            </a:r>
            <a:r>
              <a:rPr lang="en-US" altLang="ko-KR" sz="1200" dirty="0"/>
              <a:t>=True) # date - </a:t>
            </a:r>
            <a:r>
              <a:rPr lang="en-US" altLang="ko-KR" sz="1200" dirty="0" err="1"/>
              <a:t>sysdate</a:t>
            </a:r>
            <a:endParaRPr lang="en-US" altLang="ko-KR" sz="1200" dirty="0"/>
          </a:p>
          <a:p>
            <a:r>
              <a:rPr lang="en-US" altLang="ko-KR" sz="1200" dirty="0"/>
              <a:t>    memo = </a:t>
            </a:r>
            <a:r>
              <a:rPr lang="en-US" altLang="ko-KR" sz="1200" dirty="0" err="1"/>
              <a:t>models.TextField</a:t>
            </a:r>
            <a:r>
              <a:rPr lang="en-US" altLang="ko-KR" sz="1200" dirty="0"/>
              <a:t>(blank=True)     # </a:t>
            </a:r>
            <a:r>
              <a:rPr lang="en-US" altLang="ko-KR" sz="1200" dirty="0" err="1"/>
              <a:t>clob</a:t>
            </a:r>
            <a:endParaRPr lang="en-US" altLang="ko-KR" sz="1200" dirty="0"/>
          </a:p>
          <a:p>
            <a:r>
              <a:rPr lang="en-US" altLang="ko-KR" sz="1200" dirty="0"/>
              <a:t>    </a:t>
            </a:r>
          </a:p>
          <a:p>
            <a:r>
              <a:rPr lang="en-US" altLang="ko-KR" sz="1200" dirty="0"/>
              <a:t>    # </a:t>
            </a:r>
            <a:r>
              <a:rPr lang="ko-KR" altLang="en-US" sz="1200" dirty="0"/>
              <a:t>관리자페이지</a:t>
            </a:r>
          </a:p>
          <a:p>
            <a:r>
              <a:rPr lang="ko-KR" altLang="en-US" sz="1200" dirty="0"/>
              <a:t>    </a:t>
            </a:r>
            <a:r>
              <a:rPr lang="en-US" altLang="ko-KR" sz="1200" dirty="0"/>
              <a:t>def __str__(self):</a:t>
            </a:r>
          </a:p>
          <a:p>
            <a:r>
              <a:rPr lang="en-US" altLang="ko-KR" sz="1200" dirty="0"/>
              <a:t>        return f"{self.no},{self.name},{</a:t>
            </a:r>
            <a:r>
              <a:rPr lang="en-US" altLang="ko-KR" sz="1200" dirty="0" err="1"/>
              <a:t>self.sdate</a:t>
            </a:r>
            <a:r>
              <a:rPr lang="en-US" altLang="ko-KR" sz="1200" dirty="0"/>
              <a:t>}"</a:t>
            </a:r>
          </a:p>
          <a:p>
            <a:br>
              <a:rPr lang="en-US" altLang="ko-KR" sz="1200" dirty="0"/>
            </a:br>
            <a:endParaRPr lang="en-US" altLang="ko-KR" sz="1200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2C49AE4-A04A-FD98-0B48-C36EE25A6101}"/>
              </a:ext>
            </a:extLst>
          </p:cNvPr>
          <p:cNvSpPr/>
          <p:nvPr/>
        </p:nvSpPr>
        <p:spPr>
          <a:xfrm>
            <a:off x="4073211" y="946003"/>
            <a:ext cx="1765527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models.py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E96EB9-77D2-E5F4-5A03-2578D81A6830}"/>
              </a:ext>
            </a:extLst>
          </p:cNvPr>
          <p:cNvSpPr txBox="1"/>
          <p:nvPr/>
        </p:nvSpPr>
        <p:spPr>
          <a:xfrm>
            <a:off x="5956183" y="946003"/>
            <a:ext cx="5511567" cy="3693319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from </a:t>
            </a:r>
            <a:r>
              <a:rPr lang="en-US" altLang="ko-KR" dirty="0" err="1"/>
              <a:t>django.contrib</a:t>
            </a:r>
            <a:r>
              <a:rPr lang="en-US" altLang="ko-KR" dirty="0"/>
              <a:t> import admin</a:t>
            </a:r>
          </a:p>
          <a:p>
            <a:r>
              <a:rPr lang="en-US" altLang="ko-KR" dirty="0"/>
              <a:t>from </a:t>
            </a:r>
            <a:r>
              <a:rPr lang="en-US" altLang="ko-KR" dirty="0" err="1"/>
              <a:t>students.models</a:t>
            </a:r>
            <a:r>
              <a:rPr lang="en-US" altLang="ko-KR" dirty="0"/>
              <a:t> import Student</a:t>
            </a:r>
          </a:p>
          <a:p>
            <a:br>
              <a:rPr lang="en-US" altLang="ko-KR" dirty="0"/>
            </a:br>
            <a:r>
              <a:rPr lang="en-US" altLang="ko-KR" dirty="0"/>
              <a:t># </a:t>
            </a:r>
            <a:r>
              <a:rPr lang="ko-KR" altLang="en-US" dirty="0"/>
              <a:t>관리자페이지에서 컬럼부분 추가해서 보여줌</a:t>
            </a:r>
            <a:r>
              <a:rPr lang="en-US" altLang="ko-KR" dirty="0"/>
              <a:t>.</a:t>
            </a:r>
            <a:endParaRPr lang="ko-KR" altLang="en-US" dirty="0"/>
          </a:p>
          <a:p>
            <a:r>
              <a:rPr lang="en-US" altLang="ko-KR" dirty="0"/>
              <a:t>class </a:t>
            </a:r>
            <a:r>
              <a:rPr lang="en-US" altLang="ko-KR" dirty="0" err="1"/>
              <a:t>StudentAdmin</a:t>
            </a:r>
            <a:r>
              <a:rPr lang="en-US" altLang="ko-KR" dirty="0"/>
              <a:t>(</a:t>
            </a:r>
            <a:r>
              <a:rPr lang="en-US" altLang="ko-KR" dirty="0" err="1"/>
              <a:t>admin.ModelAdmin</a:t>
            </a:r>
            <a:r>
              <a:rPr lang="en-US" altLang="ko-KR" dirty="0"/>
              <a:t>):</a:t>
            </a:r>
          </a:p>
          <a:p>
            <a:r>
              <a:rPr lang="en-US" altLang="ko-KR" dirty="0"/>
              <a:t>    </a:t>
            </a:r>
            <a:r>
              <a:rPr lang="en-US" altLang="ko-KR" dirty="0" err="1"/>
              <a:t>list_display</a:t>
            </a:r>
            <a:r>
              <a:rPr lang="en-US" altLang="ko-KR" dirty="0"/>
              <a:t> = ['</a:t>
            </a:r>
            <a:r>
              <a:rPr lang="en-US" altLang="ko-KR" dirty="0" err="1"/>
              <a:t>name','major','age</a:t>
            </a:r>
            <a:r>
              <a:rPr lang="en-US" altLang="ko-KR" dirty="0"/>
              <a:t>']</a:t>
            </a:r>
          </a:p>
          <a:p>
            <a:br>
              <a:rPr lang="en-US" altLang="ko-KR" dirty="0"/>
            </a:br>
            <a:r>
              <a:rPr lang="en-US" altLang="ko-KR" dirty="0"/>
              <a:t># </a:t>
            </a:r>
            <a:r>
              <a:rPr lang="ko-KR" altLang="en-US" dirty="0" err="1"/>
              <a:t>어드민</a:t>
            </a:r>
            <a:r>
              <a:rPr lang="ko-KR" altLang="en-US" dirty="0"/>
              <a:t> 관리자 페이지 등록</a:t>
            </a:r>
          </a:p>
          <a:p>
            <a:r>
              <a:rPr lang="en-US" altLang="ko-KR" dirty="0" err="1"/>
              <a:t>admin.site.register</a:t>
            </a:r>
            <a:r>
              <a:rPr lang="en-US" altLang="ko-KR" dirty="0"/>
              <a:t>(</a:t>
            </a:r>
            <a:r>
              <a:rPr lang="en-US" altLang="ko-KR" dirty="0" err="1"/>
              <a:t>Student,StudentAdmin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# </a:t>
            </a:r>
            <a:r>
              <a:rPr lang="en-US" altLang="ko-KR" dirty="0" err="1"/>
              <a:t>admin.site.register</a:t>
            </a:r>
            <a:r>
              <a:rPr lang="en-US" altLang="ko-KR" dirty="0"/>
              <a:t>(Students)</a:t>
            </a:r>
          </a:p>
          <a:p>
            <a:endParaRPr lang="en-US" altLang="ko-KR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30B78E0-C5B1-B3F5-B0C2-E53C2A2000C8}"/>
              </a:ext>
            </a:extLst>
          </p:cNvPr>
          <p:cNvSpPr/>
          <p:nvPr/>
        </p:nvSpPr>
        <p:spPr>
          <a:xfrm>
            <a:off x="9702223" y="946003"/>
            <a:ext cx="1765527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admin.py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5FE9B8-0846-D908-19C3-8A8A4FD1BB12}"/>
              </a:ext>
            </a:extLst>
          </p:cNvPr>
          <p:cNvSpPr txBox="1"/>
          <p:nvPr/>
        </p:nvSpPr>
        <p:spPr>
          <a:xfrm>
            <a:off x="5956183" y="4774793"/>
            <a:ext cx="5511567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## </a:t>
            </a:r>
            <a:r>
              <a:rPr lang="ko-KR" altLang="en-US" sz="1400" dirty="0"/>
              <a:t>날짜 자동입력</a:t>
            </a:r>
            <a:br>
              <a:rPr lang="en-US" altLang="ko-KR" sz="1400" dirty="0"/>
            </a:br>
            <a:r>
              <a:rPr lang="en-US" altLang="ko-KR" sz="1400" dirty="0"/>
              <a:t># from datetime import datetime</a:t>
            </a:r>
            <a:br>
              <a:rPr lang="en-US" altLang="ko-KR" sz="1400" dirty="0"/>
            </a:br>
            <a:r>
              <a:rPr lang="en-US" altLang="ko-KR" sz="1400" dirty="0" err="1"/>
              <a:t>models.DateTimeField</a:t>
            </a:r>
            <a:r>
              <a:rPr lang="en-US" altLang="ko-KR" sz="1400" dirty="0"/>
              <a:t>(default=</a:t>
            </a:r>
            <a:r>
              <a:rPr lang="en-US" altLang="ko-KR" sz="1400" dirty="0" err="1"/>
              <a:t>datetime.now</a:t>
            </a:r>
            <a:r>
              <a:rPr lang="en-US" altLang="ko-KR" sz="1400" dirty="0"/>
              <a:t>(),</a:t>
            </a:r>
            <a:br>
              <a:rPr lang="en-US" altLang="ko-KR" sz="1400" dirty="0"/>
            </a:br>
            <a:r>
              <a:rPr lang="en-US" altLang="ko-KR" sz="1400" dirty="0"/>
              <a:t>blank=True)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96D9572-34E2-8800-45B2-BA8646AC98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5720" t="14022" r="7807" b="56676"/>
          <a:stretch>
            <a:fillRect/>
          </a:stretch>
        </p:blipFill>
        <p:spPr>
          <a:xfrm>
            <a:off x="416358" y="5176019"/>
            <a:ext cx="2642532" cy="1627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455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80EB46-A41F-42D1-925C-1E1D34396238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관리자 페이지 접속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75297CD-9753-4A7F-A617-C272413A0538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6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그림 2">
            <a:extLst>
              <a:ext uri="{FF2B5EF4-FFF2-40B4-BE49-F238E27FC236}">
                <a16:creationId xmlns:a16="http://schemas.microsoft.com/office/drawing/2014/main" id="{10F9D0D0-5B8D-415C-AA83-23C875A3EB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956" y="969073"/>
            <a:ext cx="8284896" cy="3594537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483B5DB0-80F4-4CDA-A883-CDC58AA4C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1821" y="3489964"/>
            <a:ext cx="3812054" cy="3248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5584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80EB46-A41F-42D1-925C-1E1D34396238}"/>
              </a:ext>
            </a:extLst>
          </p:cNvPr>
          <p:cNvSpPr txBox="1"/>
          <p:nvPr/>
        </p:nvSpPr>
        <p:spPr>
          <a:xfrm>
            <a:off x="660400" y="203587"/>
            <a:ext cx="111260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학생정보리스트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학생정보등록 페이지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75297CD-9753-4A7F-A617-C272413A0538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6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그림 2">
            <a:extLst>
              <a:ext uri="{FF2B5EF4-FFF2-40B4-BE49-F238E27FC236}">
                <a16:creationId xmlns:a16="http://schemas.microsoft.com/office/drawing/2014/main" id="{11558CC2-802E-ABAC-20D6-6A6442416C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6614" y="1572767"/>
            <a:ext cx="4393654" cy="428904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7BDC09C-7D7B-A8DD-C99D-E109845AC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948" y="1086709"/>
            <a:ext cx="6440910" cy="3021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197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A8992-1983-F01F-07BA-2E907240C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8A1D2EB7-AC36-2864-6475-908A1F611121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0A430FD3-705A-478F-1B6E-6C085361F15A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E8A19C6-AD6E-B0BD-A9DC-BBA254D37991}"/>
              </a:ext>
            </a:extLst>
          </p:cNvPr>
          <p:cNvSpPr txBox="1"/>
          <p:nvPr/>
        </p:nvSpPr>
        <p:spPr>
          <a:xfrm>
            <a:off x="660400" y="203587"/>
            <a:ext cx="111260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학생정보 상세보기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학생정보수정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C26DD46-7BBA-D26F-AD73-956BEC31032E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6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6E4C58B3-C9BC-24CF-4EF2-C75DF3EB9544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9097734C-37A0-CD9D-2518-22B64888AB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714" y="1186538"/>
            <a:ext cx="5268020" cy="3324995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170EFFD-4A79-E5F3-AC28-830FEFE5EB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8289" y="1186539"/>
            <a:ext cx="2599964" cy="2655620"/>
          </a:xfrm>
          <a:prstGeom prst="rect">
            <a:avLst/>
          </a:prstGeom>
          <a:solidFill>
            <a:schemeClr val="accent2"/>
          </a:solidFill>
          <a:ln>
            <a:solidFill>
              <a:schemeClr val="accent1"/>
            </a:solidFill>
          </a:ln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6524CF00-5BF3-429E-AA0F-EE2625721C9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8260" t="17011" r="1014" b="2647"/>
          <a:stretch/>
        </p:blipFill>
        <p:spPr>
          <a:xfrm>
            <a:off x="7541632" y="4022048"/>
            <a:ext cx="4244829" cy="2749811"/>
          </a:xfrm>
          <a:prstGeom prst="rect">
            <a:avLst/>
          </a:prstGeom>
        </p:spPr>
      </p:pic>
      <p:pic>
        <p:nvPicPr>
          <p:cNvPr id="65" name="그림 64">
            <a:extLst>
              <a:ext uri="{FF2B5EF4-FFF2-40B4-BE49-F238E27FC236}">
                <a16:creationId xmlns:a16="http://schemas.microsoft.com/office/drawing/2014/main" id="{8B234C93-5B10-489C-9D24-9374DFBAE38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58063" t="8182" r="456" b="75820"/>
          <a:stretch/>
        </p:blipFill>
        <p:spPr>
          <a:xfrm>
            <a:off x="3280494" y="6042286"/>
            <a:ext cx="4261138" cy="729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8217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D4149-0163-ECA9-B114-F27645FB5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직사각형 21">
            <a:extLst>
              <a:ext uri="{FF2B5EF4-FFF2-40B4-BE49-F238E27FC236}">
                <a16:creationId xmlns:a16="http://schemas.microsoft.com/office/drawing/2014/main" id="{11DF414A-EFD7-85A0-4DB0-81FC79E529EC}"/>
              </a:ext>
            </a:extLst>
          </p:cNvPr>
          <p:cNvSpPr/>
          <p:nvPr/>
        </p:nvSpPr>
        <p:spPr>
          <a:xfrm>
            <a:off x="416358" y="1070215"/>
            <a:ext cx="10937442" cy="60513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프로젝트 파일 </a:t>
            </a:r>
            <a:r>
              <a:rPr lang="en-US" altLang="ko-KR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&gt; students &gt; urls.py</a:t>
            </a:r>
          </a:p>
          <a:p>
            <a:pPr algn="ctr"/>
            <a:r>
              <a:rPr lang="ko-KR" altLang="en-US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프로젝트 파일 </a:t>
            </a:r>
            <a:r>
              <a:rPr lang="en-US" altLang="ko-KR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&gt; students &gt; views.py</a:t>
            </a:r>
            <a:endParaRPr lang="ko-KR" altLang="en-US" spc="-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8ED38E9-FEE3-13D0-7ECD-8A6E01514B46}"/>
              </a:ext>
            </a:extLst>
          </p:cNvPr>
          <p:cNvSpPr txBox="1"/>
          <p:nvPr/>
        </p:nvSpPr>
        <p:spPr>
          <a:xfrm>
            <a:off x="416358" y="1900073"/>
            <a:ext cx="5262989" cy="378565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500" dirty="0"/>
              <a:t>from </a:t>
            </a:r>
            <a:r>
              <a:rPr lang="en-US" altLang="ko-KR" sz="1500" dirty="0" err="1"/>
              <a:t>django.urls</a:t>
            </a:r>
            <a:r>
              <a:rPr lang="en-US" altLang="ko-KR" sz="1500" dirty="0"/>
              <a:t> import </a:t>
            </a:r>
            <a:r>
              <a:rPr lang="en-US" altLang="ko-KR" sz="1500" dirty="0" err="1"/>
              <a:t>path,include</a:t>
            </a:r>
            <a:endParaRPr lang="en-US" altLang="ko-KR" sz="1500" dirty="0"/>
          </a:p>
          <a:p>
            <a:r>
              <a:rPr lang="en-US" altLang="ko-KR" sz="1500" dirty="0"/>
              <a:t>from . import views</a:t>
            </a:r>
          </a:p>
          <a:p>
            <a:br>
              <a:rPr lang="en-US" altLang="ko-KR" sz="1500" dirty="0"/>
            </a:br>
            <a:r>
              <a:rPr lang="en-US" altLang="ko-KR" sz="1500" dirty="0"/>
              <a:t># </a:t>
            </a:r>
            <a:r>
              <a:rPr lang="en-US" altLang="ko-KR" sz="1500" dirty="0" err="1"/>
              <a:t>app_name</a:t>
            </a:r>
            <a:r>
              <a:rPr lang="ko-KR" altLang="en-US" sz="1500" dirty="0"/>
              <a:t>는 </a:t>
            </a:r>
            <a:r>
              <a:rPr lang="en-US" altLang="ko-KR" sz="1500" dirty="0"/>
              <a:t>/ </a:t>
            </a:r>
            <a:r>
              <a:rPr lang="ko-KR" altLang="en-US" sz="1500" dirty="0"/>
              <a:t>붙이지 않음</a:t>
            </a:r>
          </a:p>
          <a:p>
            <a:r>
              <a:rPr lang="en-US" altLang="ko-KR" sz="1500" dirty="0" err="1"/>
              <a:t>app_name</a:t>
            </a:r>
            <a:r>
              <a:rPr lang="en-US" altLang="ko-KR" sz="1500" dirty="0"/>
              <a:t> = 'students'</a:t>
            </a:r>
          </a:p>
          <a:p>
            <a:r>
              <a:rPr lang="en-US" altLang="ko-KR" sz="1500" dirty="0" err="1"/>
              <a:t>urlpatterns</a:t>
            </a:r>
            <a:r>
              <a:rPr lang="en-US" altLang="ko-KR" sz="1500" dirty="0"/>
              <a:t> = [</a:t>
            </a:r>
          </a:p>
          <a:p>
            <a:r>
              <a:rPr lang="en-US" altLang="ko-KR" sz="1500" dirty="0"/>
              <a:t>    # path / </a:t>
            </a:r>
            <a:r>
              <a:rPr lang="ko-KR" altLang="en-US" sz="1500" dirty="0"/>
              <a:t>붙임</a:t>
            </a:r>
            <a:r>
              <a:rPr lang="en-US" altLang="ko-KR" sz="1500" dirty="0"/>
              <a:t>.</a:t>
            </a:r>
            <a:endParaRPr lang="ko-KR" altLang="en-US" sz="1500" dirty="0"/>
          </a:p>
          <a:p>
            <a:r>
              <a:rPr lang="ko-KR" altLang="en-US" sz="1500" dirty="0"/>
              <a:t>    </a:t>
            </a:r>
            <a:r>
              <a:rPr lang="en-US" altLang="ko-KR" sz="1500" dirty="0"/>
              <a:t>path('list/', </a:t>
            </a:r>
            <a:r>
              <a:rPr lang="en-US" altLang="ko-KR" sz="1500" dirty="0" err="1"/>
              <a:t>views.list</a:t>
            </a:r>
            <a:r>
              <a:rPr lang="en-US" altLang="ko-KR" sz="1500" dirty="0"/>
              <a:t>, name='list'),</a:t>
            </a:r>
          </a:p>
          <a:p>
            <a:r>
              <a:rPr lang="en-US" altLang="ko-KR" sz="1500" dirty="0"/>
              <a:t>    path('write/', </a:t>
            </a:r>
            <a:r>
              <a:rPr lang="en-US" altLang="ko-KR" sz="1500" dirty="0" err="1"/>
              <a:t>views.write</a:t>
            </a:r>
            <a:r>
              <a:rPr lang="en-US" altLang="ko-KR" sz="1500" dirty="0"/>
              <a:t>, name='write'),</a:t>
            </a:r>
          </a:p>
          <a:p>
            <a:r>
              <a:rPr lang="en-US" altLang="ko-KR" sz="1500" dirty="0"/>
              <a:t>    </a:t>
            </a:r>
          </a:p>
          <a:p>
            <a:r>
              <a:rPr lang="en-US" altLang="ko-KR" sz="1500" dirty="0"/>
              <a:t>    path('view/&lt;</a:t>
            </a:r>
            <a:r>
              <a:rPr lang="en-US" altLang="ko-KR" sz="1500" dirty="0" err="1"/>
              <a:t>int:no</a:t>
            </a:r>
            <a:r>
              <a:rPr lang="en-US" altLang="ko-KR" sz="1500" dirty="0"/>
              <a:t>&gt;/', </a:t>
            </a:r>
            <a:r>
              <a:rPr lang="en-US" altLang="ko-KR" sz="1500" dirty="0" err="1"/>
              <a:t>views.view</a:t>
            </a:r>
            <a:r>
              <a:rPr lang="en-US" altLang="ko-KR" sz="1500" dirty="0"/>
              <a:t>, name='view'),</a:t>
            </a:r>
          </a:p>
          <a:p>
            <a:r>
              <a:rPr lang="en-US" altLang="ko-KR" sz="1500" dirty="0"/>
              <a:t>    path('update/&lt;</a:t>
            </a:r>
            <a:r>
              <a:rPr lang="en-US" altLang="ko-KR" sz="1500" dirty="0" err="1"/>
              <a:t>int:no</a:t>
            </a:r>
            <a:r>
              <a:rPr lang="en-US" altLang="ko-KR" sz="1500" dirty="0"/>
              <a:t>&gt;/', </a:t>
            </a:r>
            <a:r>
              <a:rPr lang="en-US" altLang="ko-KR" sz="1500" dirty="0" err="1"/>
              <a:t>views.update</a:t>
            </a:r>
            <a:r>
              <a:rPr lang="en-US" altLang="ko-KR" sz="1500" dirty="0"/>
              <a:t>, name='update’), </a:t>
            </a:r>
            <a:br>
              <a:rPr lang="en-US" altLang="ko-KR" sz="1500" dirty="0"/>
            </a:br>
            <a:br>
              <a:rPr lang="en-US" altLang="ko-KR" sz="1500" dirty="0"/>
            </a:br>
            <a:r>
              <a:rPr lang="en-US" altLang="ko-KR" sz="1500" dirty="0"/>
              <a:t>    path('delete/&lt;</a:t>
            </a:r>
            <a:r>
              <a:rPr lang="en-US" altLang="ko-KR" sz="1500" dirty="0" err="1"/>
              <a:t>int:no</a:t>
            </a:r>
            <a:r>
              <a:rPr lang="en-US" altLang="ko-KR" sz="1500" dirty="0"/>
              <a:t>&gt;/', </a:t>
            </a:r>
            <a:r>
              <a:rPr lang="en-US" altLang="ko-KR" sz="1500" dirty="0" err="1"/>
              <a:t>views.delete</a:t>
            </a:r>
            <a:r>
              <a:rPr lang="en-US" altLang="ko-KR" sz="1500" dirty="0"/>
              <a:t>, name='delete’), </a:t>
            </a:r>
            <a:br>
              <a:rPr lang="en-US" altLang="ko-KR" sz="1500" dirty="0"/>
            </a:br>
            <a:r>
              <a:rPr lang="en-US" altLang="ko-KR" sz="1500" dirty="0"/>
              <a:t>    # </a:t>
            </a:r>
            <a:r>
              <a:rPr lang="ko-KR" altLang="en-US" sz="1500" dirty="0"/>
              <a:t>학생정보삭제</a:t>
            </a:r>
          </a:p>
          <a:p>
            <a:r>
              <a:rPr lang="en-US" altLang="ko-KR" sz="1500" dirty="0"/>
              <a:t>]</a:t>
            </a: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911B7E2F-4E74-082B-8513-BC197CE9F795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2DB9455F-77D8-615F-D2D9-5B8DC146423C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3A1C943-DE8A-2B94-9563-6D6E0D5D3A3E}"/>
              </a:ext>
            </a:extLst>
          </p:cNvPr>
          <p:cNvSpPr txBox="1"/>
          <p:nvPr/>
        </p:nvSpPr>
        <p:spPr>
          <a:xfrm>
            <a:off x="660400" y="203587"/>
            <a:ext cx="111260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학생 등록 페이지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– 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students:write</a:t>
            </a:r>
            <a:endParaRPr lang="ko-KR" altLang="en-US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722A1CA-3FA9-1EE7-4CB4-8C8A608FAEAF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6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7A2BADB-2DF4-9F01-EAC8-81E6A739E38A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C57379C-B8E5-C38C-0116-F9B94C952F9C}"/>
              </a:ext>
            </a:extLst>
          </p:cNvPr>
          <p:cNvSpPr txBox="1"/>
          <p:nvPr/>
        </p:nvSpPr>
        <p:spPr>
          <a:xfrm>
            <a:off x="5796794" y="1900073"/>
            <a:ext cx="6076423" cy="49579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noAutofit/>
          </a:bodyPr>
          <a:lstStyle/>
          <a:p>
            <a:r>
              <a:rPr lang="en-US" altLang="ko-KR" sz="1400" dirty="0"/>
              <a:t>from </a:t>
            </a:r>
            <a:r>
              <a:rPr lang="en-US" altLang="ko-KR" sz="1400" dirty="0" err="1"/>
              <a:t>django.shortcuts</a:t>
            </a:r>
            <a:r>
              <a:rPr lang="en-US" altLang="ko-KR" sz="1400" dirty="0"/>
              <a:t> import </a:t>
            </a:r>
            <a:r>
              <a:rPr lang="en-US" altLang="ko-KR" sz="1400" dirty="0" err="1"/>
              <a:t>render,redirect</a:t>
            </a:r>
            <a:endParaRPr lang="en-US" altLang="ko-KR" sz="1400" dirty="0"/>
          </a:p>
          <a:p>
            <a:r>
              <a:rPr lang="en-US" altLang="ko-KR" sz="1400" dirty="0"/>
              <a:t>from </a:t>
            </a:r>
            <a:r>
              <a:rPr lang="en-US" altLang="ko-KR" sz="1400" dirty="0" err="1"/>
              <a:t>students.models</a:t>
            </a:r>
            <a:r>
              <a:rPr lang="en-US" altLang="ko-KR" sz="1400" dirty="0"/>
              <a:t> import Student </a:t>
            </a:r>
          </a:p>
          <a:p>
            <a:endParaRPr lang="en-US" altLang="ko-KR" sz="1200" dirty="0"/>
          </a:p>
          <a:p>
            <a:r>
              <a:rPr lang="en-US" altLang="ko-KR" sz="1200" dirty="0"/>
              <a:t># </a:t>
            </a:r>
            <a:r>
              <a:rPr lang="ko-KR" altLang="en-US" sz="1200" dirty="0"/>
              <a:t>학생정보저장</a:t>
            </a:r>
          </a:p>
          <a:p>
            <a:r>
              <a:rPr lang="en-US" altLang="ko-KR" sz="1200" dirty="0"/>
              <a:t>def </a:t>
            </a:r>
            <a:r>
              <a:rPr lang="en-US" altLang="ko-KR" sz="1050" dirty="0"/>
              <a:t>write</a:t>
            </a:r>
            <a:r>
              <a:rPr lang="en-US" altLang="ko-KR" sz="1200" dirty="0"/>
              <a:t>(request):</a:t>
            </a:r>
          </a:p>
          <a:p>
            <a:r>
              <a:rPr lang="en-US" altLang="ko-KR" sz="1200" dirty="0"/>
              <a:t>    if </a:t>
            </a:r>
            <a:r>
              <a:rPr lang="en-US" altLang="ko-KR" sz="1200" dirty="0" err="1"/>
              <a:t>request.method</a:t>
            </a:r>
            <a:r>
              <a:rPr lang="en-US" altLang="ko-KR" sz="1200" dirty="0"/>
              <a:t> == ‘GET’: # </a:t>
            </a:r>
            <a:r>
              <a:rPr lang="ko-KR" altLang="en-US" sz="1200" dirty="0"/>
              <a:t>학생정보등록페이지 열기</a:t>
            </a:r>
            <a:endParaRPr lang="en-US" altLang="ko-KR" sz="1200" dirty="0"/>
          </a:p>
          <a:p>
            <a:r>
              <a:rPr lang="en-US" altLang="ko-KR" sz="1200" dirty="0"/>
              <a:t>              return render(</a:t>
            </a:r>
            <a:r>
              <a:rPr lang="en-US" altLang="ko-KR" sz="1200" dirty="0" err="1"/>
              <a:t>request,'students</a:t>
            </a:r>
            <a:r>
              <a:rPr lang="en-US" altLang="ko-KR" sz="1200" dirty="0"/>
              <a:t>/write.html’)</a:t>
            </a:r>
          </a:p>
          <a:p>
            <a:r>
              <a:rPr lang="en-US" altLang="ko-KR" sz="1200" dirty="0"/>
              <a:t>    </a:t>
            </a:r>
            <a:r>
              <a:rPr lang="en-US" altLang="ko-KR" sz="1200" dirty="0" err="1"/>
              <a:t>elif</a:t>
            </a:r>
            <a:r>
              <a:rPr lang="en-US" altLang="ko-KR" sz="1200" dirty="0"/>
              <a:t> </a:t>
            </a:r>
            <a:r>
              <a:rPr lang="en-US" altLang="ko-KR" sz="1200" dirty="0" err="1"/>
              <a:t>request.method</a:t>
            </a:r>
            <a:r>
              <a:rPr lang="en-US" altLang="ko-KR" sz="1200" dirty="0"/>
              <a:t> == ‘POST’: # </a:t>
            </a:r>
            <a:r>
              <a:rPr lang="ko-KR" altLang="en-US" sz="1200" dirty="0"/>
              <a:t>학생정보저장</a:t>
            </a:r>
          </a:p>
          <a:p>
            <a:pPr lvl="1"/>
            <a:r>
              <a:rPr lang="ko-KR" altLang="en-US" sz="1200" dirty="0"/>
              <a:t>    </a:t>
            </a:r>
            <a:r>
              <a:rPr lang="en-US" altLang="ko-KR" sz="1200" dirty="0"/>
              <a:t>name = </a:t>
            </a:r>
            <a:r>
              <a:rPr lang="en-US" altLang="ko-KR" sz="1200" dirty="0" err="1"/>
              <a:t>request.POST.get</a:t>
            </a:r>
            <a:r>
              <a:rPr lang="en-US" altLang="ko-KR" sz="1200" dirty="0"/>
              <a:t>('name')</a:t>
            </a:r>
          </a:p>
          <a:p>
            <a:pPr lvl="1"/>
            <a:r>
              <a:rPr lang="en-US" altLang="ko-KR" sz="1200" dirty="0"/>
              <a:t>    major = </a:t>
            </a:r>
            <a:r>
              <a:rPr lang="en-US" altLang="ko-KR" sz="1200" dirty="0" err="1"/>
              <a:t>request.POST.get</a:t>
            </a:r>
            <a:r>
              <a:rPr lang="en-US" altLang="ko-KR" sz="1200" dirty="0"/>
              <a:t>('major')</a:t>
            </a:r>
          </a:p>
          <a:p>
            <a:pPr lvl="1"/>
            <a:r>
              <a:rPr lang="en-US" altLang="ko-KR" sz="1200" dirty="0"/>
              <a:t>    grade = </a:t>
            </a:r>
            <a:r>
              <a:rPr lang="en-US" altLang="ko-KR" sz="1200" dirty="0" err="1"/>
              <a:t>request.POST.get</a:t>
            </a:r>
            <a:r>
              <a:rPr lang="en-US" altLang="ko-KR" sz="1200" dirty="0"/>
              <a:t>('grade')</a:t>
            </a:r>
          </a:p>
          <a:p>
            <a:pPr lvl="1"/>
            <a:r>
              <a:rPr lang="en-US" altLang="ko-KR" sz="1200" dirty="0"/>
              <a:t>    age = </a:t>
            </a:r>
            <a:r>
              <a:rPr lang="en-US" altLang="ko-KR" sz="1200" dirty="0" err="1"/>
              <a:t>request.POST.get</a:t>
            </a:r>
            <a:r>
              <a:rPr lang="en-US" altLang="ko-KR" sz="1200" dirty="0"/>
              <a:t>('age')</a:t>
            </a:r>
          </a:p>
          <a:p>
            <a:pPr lvl="1"/>
            <a:r>
              <a:rPr lang="en-US" altLang="ko-KR" sz="1200" dirty="0"/>
              <a:t>    gender = </a:t>
            </a:r>
            <a:r>
              <a:rPr lang="en-US" altLang="ko-KR" sz="1200" dirty="0" err="1"/>
              <a:t>request.POST.get</a:t>
            </a:r>
            <a:r>
              <a:rPr lang="en-US" altLang="ko-KR" sz="1200" dirty="0"/>
              <a:t>('gender')</a:t>
            </a:r>
          </a:p>
          <a:p>
            <a:pPr lvl="1"/>
            <a:r>
              <a:rPr lang="en-US" altLang="ko-KR" sz="1200" dirty="0"/>
              <a:t>    # </a:t>
            </a:r>
            <a:r>
              <a:rPr lang="ko-KR" altLang="en-US" sz="1200" dirty="0"/>
              <a:t>취미 </a:t>
            </a:r>
            <a:r>
              <a:rPr lang="en-US" altLang="ko-KR" sz="1200" dirty="0"/>
              <a:t>- </a:t>
            </a:r>
            <a:r>
              <a:rPr lang="ko-KR" altLang="en-US" sz="1200" dirty="0"/>
              <a:t>리스트</a:t>
            </a:r>
          </a:p>
          <a:p>
            <a:pPr lvl="1"/>
            <a:r>
              <a:rPr lang="ko-KR" altLang="en-US" sz="1200" dirty="0"/>
              <a:t>    </a:t>
            </a:r>
            <a:r>
              <a:rPr lang="en-US" altLang="ko-KR" sz="1200" b="1" dirty="0">
                <a:solidFill>
                  <a:srgbClr val="FF0000"/>
                </a:solidFill>
              </a:rPr>
              <a:t>hobby = </a:t>
            </a:r>
            <a:r>
              <a:rPr lang="en-US" altLang="ko-KR" sz="1200" b="1" dirty="0" err="1">
                <a:solidFill>
                  <a:srgbClr val="FF0000"/>
                </a:solidFill>
              </a:rPr>
              <a:t>request.POST.getlist</a:t>
            </a:r>
            <a:r>
              <a:rPr lang="en-US" altLang="ko-KR" sz="1200" b="1" dirty="0">
                <a:solidFill>
                  <a:srgbClr val="FF0000"/>
                </a:solidFill>
              </a:rPr>
              <a:t>('hobby')</a:t>
            </a:r>
          </a:p>
          <a:p>
            <a:pPr lvl="1"/>
            <a:r>
              <a:rPr lang="en-US" altLang="ko-KR" sz="1200" b="1" dirty="0">
                <a:solidFill>
                  <a:srgbClr val="FF0000"/>
                </a:solidFill>
              </a:rPr>
              <a:t>    # </a:t>
            </a:r>
            <a:r>
              <a:rPr lang="ko-KR" altLang="en-US" sz="1200" b="1" dirty="0">
                <a:solidFill>
                  <a:srgbClr val="FF0000"/>
                </a:solidFill>
              </a:rPr>
              <a:t>리스트타입 </a:t>
            </a:r>
            <a:r>
              <a:rPr lang="en-US" altLang="ko-KR" sz="1200" b="1" dirty="0">
                <a:solidFill>
                  <a:srgbClr val="FF0000"/>
                </a:solidFill>
              </a:rPr>
              <a:t>-&gt; str</a:t>
            </a:r>
            <a:r>
              <a:rPr lang="ko-KR" altLang="en-US" sz="1200" b="1" dirty="0">
                <a:solidFill>
                  <a:srgbClr val="FF0000"/>
                </a:solidFill>
              </a:rPr>
              <a:t>타입으로 변경</a:t>
            </a:r>
          </a:p>
          <a:p>
            <a:pPr lvl="1"/>
            <a:r>
              <a:rPr lang="ko-KR" altLang="en-US" sz="1200" b="1" dirty="0">
                <a:solidFill>
                  <a:srgbClr val="FF0000"/>
                </a:solidFill>
              </a:rPr>
              <a:t>    </a:t>
            </a:r>
            <a:r>
              <a:rPr lang="en-US" altLang="ko-KR" sz="1200" b="1" dirty="0">
                <a:solidFill>
                  <a:srgbClr val="FF0000"/>
                </a:solidFill>
              </a:rPr>
              <a:t>hobby = ','.join(hobby)  # '</a:t>
            </a:r>
            <a:r>
              <a:rPr lang="en-US" altLang="ko-KR" sz="1200" b="1" dirty="0" err="1">
                <a:solidFill>
                  <a:srgbClr val="FF0000"/>
                </a:solidFill>
              </a:rPr>
              <a:t>game,golf,swim</a:t>
            </a:r>
            <a:r>
              <a:rPr lang="en-US" altLang="ko-KR" sz="1200" b="1" dirty="0">
                <a:solidFill>
                  <a:srgbClr val="FF0000"/>
                </a:solidFill>
              </a:rPr>
              <a:t>'</a:t>
            </a:r>
          </a:p>
          <a:p>
            <a:pPr lvl="1"/>
            <a:r>
              <a:rPr lang="en-US" altLang="ko-KR" sz="1200" dirty="0"/>
              <a:t>        </a:t>
            </a:r>
          </a:p>
          <a:p>
            <a:pPr lvl="1"/>
            <a:r>
              <a:rPr lang="en-US" altLang="ko-KR" sz="1200" dirty="0"/>
              <a:t>    print("</a:t>
            </a:r>
            <a:r>
              <a:rPr lang="ko-KR" altLang="en-US" sz="1200" dirty="0"/>
              <a:t>저장정보 이름 </a:t>
            </a:r>
            <a:r>
              <a:rPr lang="en-US" altLang="ko-KR" sz="1200" dirty="0"/>
              <a:t>: ",name)</a:t>
            </a:r>
          </a:p>
          <a:p>
            <a:pPr lvl="1"/>
            <a:r>
              <a:rPr lang="en-US" altLang="ko-KR" sz="1200" dirty="0"/>
              <a:t>    print("</a:t>
            </a:r>
            <a:r>
              <a:rPr lang="ko-KR" altLang="en-US" sz="1200" dirty="0"/>
              <a:t>저장정보 학과 </a:t>
            </a:r>
            <a:r>
              <a:rPr lang="en-US" altLang="ko-KR" sz="1200" dirty="0"/>
              <a:t>: ",major)</a:t>
            </a:r>
          </a:p>
          <a:p>
            <a:pPr lvl="1"/>
            <a:r>
              <a:rPr lang="en-US" altLang="ko-KR" sz="1200" dirty="0"/>
              <a:t>    print("</a:t>
            </a:r>
            <a:r>
              <a:rPr lang="ko-KR" altLang="en-US" sz="1200" dirty="0"/>
              <a:t>저장정보 </a:t>
            </a:r>
            <a:r>
              <a:rPr lang="en-US" altLang="ko-KR" sz="1200" dirty="0"/>
              <a:t>hobby : ",hobby)  # ['</a:t>
            </a:r>
            <a:r>
              <a:rPr lang="en-US" altLang="ko-KR" sz="1200" dirty="0" err="1"/>
              <a:t>game','golf','swim</a:t>
            </a:r>
            <a:r>
              <a:rPr lang="en-US" altLang="ko-KR" sz="1200" dirty="0"/>
              <a:t>']</a:t>
            </a:r>
          </a:p>
          <a:p>
            <a:pPr lvl="1"/>
            <a:r>
              <a:rPr lang="en-US" altLang="ko-KR" sz="1200" dirty="0"/>
              <a:t>    </a:t>
            </a:r>
          </a:p>
          <a:p>
            <a:pPr lvl="1"/>
            <a:r>
              <a:rPr lang="en-US" altLang="ko-KR" sz="1200" dirty="0"/>
              <a:t>    Student(name=</a:t>
            </a:r>
            <a:r>
              <a:rPr lang="en-US" altLang="ko-KR" sz="1200" dirty="0" err="1"/>
              <a:t>name,major</a:t>
            </a:r>
            <a:r>
              <a:rPr lang="en-US" altLang="ko-KR" sz="1200" dirty="0"/>
              <a:t>=</a:t>
            </a:r>
            <a:r>
              <a:rPr lang="en-US" altLang="ko-KR" sz="1200" dirty="0" err="1"/>
              <a:t>major,grade</a:t>
            </a:r>
            <a:r>
              <a:rPr lang="en-US" altLang="ko-KR" sz="1200" dirty="0"/>
              <a:t>=</a:t>
            </a:r>
            <a:r>
              <a:rPr lang="en-US" altLang="ko-KR" sz="1200" dirty="0" err="1"/>
              <a:t>grade,age</a:t>
            </a:r>
            <a:r>
              <a:rPr lang="en-US" altLang="ko-KR" sz="1200" dirty="0"/>
              <a:t>=</a:t>
            </a:r>
            <a:r>
              <a:rPr lang="en-US" altLang="ko-KR" sz="1200" dirty="0" err="1"/>
              <a:t>age,gender</a:t>
            </a:r>
            <a:r>
              <a:rPr lang="en-US" altLang="ko-KR" sz="1200" dirty="0"/>
              <a:t>=</a:t>
            </a:r>
            <a:r>
              <a:rPr lang="en-US" altLang="ko-KR" sz="1200" dirty="0" err="1"/>
              <a:t>gender,hobby</a:t>
            </a:r>
            <a:r>
              <a:rPr lang="en-US" altLang="ko-KR" sz="1200" dirty="0"/>
              <a:t>=</a:t>
            </a:r>
            <a:r>
              <a:rPr lang="en-US" altLang="ko-KR" sz="1200" dirty="0" err="1"/>
              <a:t>hobby,memo</a:t>
            </a:r>
            <a:r>
              <a:rPr lang="en-US" altLang="ko-KR" sz="1200" dirty="0"/>
              <a:t>='</a:t>
            </a:r>
            <a:r>
              <a:rPr lang="ko-KR" altLang="en-US" sz="1200" dirty="0"/>
              <a:t>등록합니다</a:t>
            </a:r>
            <a:r>
              <a:rPr lang="en-US" altLang="ko-KR" sz="1200" dirty="0"/>
              <a:t>.').save()</a:t>
            </a:r>
          </a:p>
          <a:p>
            <a:pPr lvl="1"/>
            <a:r>
              <a:rPr lang="en-US" altLang="ko-KR" sz="1200" dirty="0"/>
              <a:t>    </a:t>
            </a:r>
          </a:p>
          <a:p>
            <a:pPr lvl="1"/>
            <a:r>
              <a:rPr lang="en-US" altLang="ko-KR" sz="1200" dirty="0"/>
              <a:t>    return redirect('/students/list/')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3294BB6-9229-3C7A-EBC5-236ADD0A6D5E}"/>
              </a:ext>
            </a:extLst>
          </p:cNvPr>
          <p:cNvSpPr/>
          <p:nvPr/>
        </p:nvSpPr>
        <p:spPr>
          <a:xfrm>
            <a:off x="10444293" y="1900073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views.py</a:t>
            </a:r>
            <a:endParaRPr lang="ko-KR" altLang="en-US" dirty="0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8A33B743-24A9-9ECD-7D15-565BB36A143D}"/>
              </a:ext>
            </a:extLst>
          </p:cNvPr>
          <p:cNvSpPr/>
          <p:nvPr/>
        </p:nvSpPr>
        <p:spPr>
          <a:xfrm>
            <a:off x="4250423" y="1900073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urls.py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D5E2048-C128-0E21-F718-3FA6CEE81EBA}"/>
              </a:ext>
            </a:extLst>
          </p:cNvPr>
          <p:cNvSpPr/>
          <p:nvPr/>
        </p:nvSpPr>
        <p:spPr>
          <a:xfrm>
            <a:off x="416358" y="3794511"/>
            <a:ext cx="5262989" cy="2604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223205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49">
            <a:extLst>
              <a:ext uri="{FF2B5EF4-FFF2-40B4-BE49-F238E27FC236}">
                <a16:creationId xmlns:a16="http://schemas.microsoft.com/office/drawing/2014/main" id="{0D44B48A-353D-47CE-AE0C-E112B9AE28CF}"/>
              </a:ext>
            </a:extLst>
          </p:cNvPr>
          <p:cNvSpPr txBox="1"/>
          <p:nvPr/>
        </p:nvSpPr>
        <p:spPr>
          <a:xfrm>
            <a:off x="416358" y="964156"/>
            <a:ext cx="5523048" cy="420115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&lt;!DOCTYPE html&gt;</a:t>
            </a:r>
          </a:p>
          <a:p>
            <a:r>
              <a:rPr lang="en-US" altLang="ko-KR" sz="1200" dirty="0"/>
              <a:t>&lt;html lang="</a:t>
            </a:r>
            <a:r>
              <a:rPr lang="en-US" altLang="ko-KR" sz="1200" dirty="0" err="1"/>
              <a:t>en</a:t>
            </a:r>
            <a:r>
              <a:rPr lang="en-US" altLang="ko-KR" sz="1200" dirty="0"/>
              <a:t>"&gt;</a:t>
            </a:r>
          </a:p>
          <a:p>
            <a:r>
              <a:rPr lang="en-US" altLang="ko-KR" sz="1200" dirty="0"/>
              <a:t>&lt;head&gt;</a:t>
            </a:r>
          </a:p>
          <a:p>
            <a:r>
              <a:rPr lang="en-US" altLang="ko-KR" sz="1200" dirty="0"/>
              <a:t>    &lt;meta charset="UTF-8"&gt;</a:t>
            </a:r>
          </a:p>
          <a:p>
            <a:r>
              <a:rPr lang="en-US" altLang="ko-KR" sz="1200" dirty="0"/>
              <a:t>    &lt;meta name="viewport" content="width=device-width, initial-scale=1.0"&gt;</a:t>
            </a:r>
          </a:p>
          <a:p>
            <a:r>
              <a:rPr lang="en-US" altLang="ko-KR" sz="1200" dirty="0"/>
              <a:t>    &lt;title&gt;Document&lt;/title&gt;</a:t>
            </a:r>
          </a:p>
          <a:p>
            <a:r>
              <a:rPr lang="en-US" altLang="ko-KR" sz="1200" dirty="0"/>
              <a:t>&lt;/head&gt;</a:t>
            </a:r>
          </a:p>
          <a:p>
            <a:r>
              <a:rPr lang="en-US" altLang="ko-KR" sz="1600" dirty="0"/>
              <a:t>&lt;body&gt;</a:t>
            </a:r>
          </a:p>
          <a:p>
            <a:r>
              <a:rPr lang="en-US" altLang="ko-KR" sz="1600" dirty="0"/>
              <a:t>    &lt;h2&gt;</a:t>
            </a:r>
            <a:r>
              <a:rPr lang="ko-KR" altLang="en-US" sz="1600" dirty="0"/>
              <a:t>학생정보등록</a:t>
            </a:r>
            <a:r>
              <a:rPr lang="en-US" altLang="ko-KR" sz="1600" dirty="0"/>
              <a:t>&lt;/h2&gt;</a:t>
            </a:r>
          </a:p>
          <a:p>
            <a:r>
              <a:rPr lang="en-US" altLang="ko-KR" sz="1400" dirty="0"/>
              <a:t>    &lt;form action='/students/write/' method='post' name='</a:t>
            </a:r>
            <a:r>
              <a:rPr lang="en-US" altLang="ko-KR" sz="1400" dirty="0" err="1"/>
              <a:t>frm</a:t>
            </a:r>
            <a:r>
              <a:rPr lang="en-US" altLang="ko-KR" sz="1400" dirty="0"/>
              <a:t>'&gt;</a:t>
            </a:r>
          </a:p>
          <a:p>
            <a:r>
              <a:rPr lang="en-US" altLang="ko-KR" sz="1400" dirty="0"/>
              <a:t>        {% </a:t>
            </a:r>
            <a:r>
              <a:rPr lang="en-US" altLang="ko-KR" sz="1400" dirty="0" err="1"/>
              <a:t>csrf_token</a:t>
            </a:r>
            <a:r>
              <a:rPr lang="en-US" altLang="ko-KR" sz="1400" dirty="0"/>
              <a:t> %}</a:t>
            </a:r>
          </a:p>
          <a:p>
            <a:r>
              <a:rPr lang="en-US" altLang="ko-KR" sz="1400" dirty="0"/>
              <a:t>        &lt;label&gt;</a:t>
            </a:r>
            <a:r>
              <a:rPr lang="ko-KR" altLang="en-US" sz="1400" dirty="0"/>
              <a:t>이름</a:t>
            </a:r>
            <a:r>
              <a:rPr lang="en-US" altLang="ko-KR" sz="1400" dirty="0"/>
              <a:t>&lt;/label&gt;</a:t>
            </a:r>
          </a:p>
          <a:p>
            <a:r>
              <a:rPr lang="en-US" altLang="ko-KR" sz="1400" dirty="0"/>
              <a:t>        &lt;input type='text' name='name'&gt;&lt;</a:t>
            </a:r>
            <a:r>
              <a:rPr lang="en-US" altLang="ko-KR" sz="1400" dirty="0" err="1"/>
              <a:t>br</a:t>
            </a:r>
            <a:r>
              <a:rPr lang="en-US" altLang="ko-KR" sz="1400" dirty="0"/>
              <a:t>&gt;</a:t>
            </a:r>
          </a:p>
          <a:p>
            <a:r>
              <a:rPr lang="en-US" altLang="ko-KR" sz="1400" dirty="0"/>
              <a:t>        &lt;label&gt;</a:t>
            </a:r>
            <a:r>
              <a:rPr lang="ko-KR" altLang="en-US" sz="1400" dirty="0"/>
              <a:t>학과</a:t>
            </a:r>
            <a:r>
              <a:rPr lang="en-US" altLang="ko-KR" sz="1400" dirty="0"/>
              <a:t>&lt;/label&gt;</a:t>
            </a:r>
          </a:p>
          <a:p>
            <a:r>
              <a:rPr lang="en-US" altLang="ko-KR" sz="1400" dirty="0"/>
              <a:t>        &lt;input type='text' name='major'&gt;&lt;</a:t>
            </a:r>
            <a:r>
              <a:rPr lang="en-US" altLang="ko-KR" sz="1400" dirty="0" err="1"/>
              <a:t>br</a:t>
            </a:r>
            <a:r>
              <a:rPr lang="en-US" altLang="ko-KR" sz="1400" dirty="0"/>
              <a:t>&gt;</a:t>
            </a:r>
          </a:p>
          <a:p>
            <a:r>
              <a:rPr lang="en-US" altLang="ko-KR" sz="1400" dirty="0"/>
              <a:t>        &lt;label&gt;</a:t>
            </a:r>
            <a:r>
              <a:rPr lang="ko-KR" altLang="en-US" sz="1400" dirty="0"/>
              <a:t>학년</a:t>
            </a:r>
            <a:r>
              <a:rPr lang="en-US" altLang="ko-KR" sz="1400" dirty="0"/>
              <a:t>&lt;/label&gt;</a:t>
            </a:r>
          </a:p>
          <a:p>
            <a:r>
              <a:rPr lang="en-US" altLang="ko-KR" sz="1400" dirty="0"/>
              <a:t>        &lt;input type='text' name='grade'&gt;&lt;</a:t>
            </a:r>
            <a:r>
              <a:rPr lang="en-US" altLang="ko-KR" sz="1400" dirty="0" err="1"/>
              <a:t>br</a:t>
            </a:r>
            <a:r>
              <a:rPr lang="en-US" altLang="ko-KR" sz="1400" dirty="0"/>
              <a:t>&gt;</a:t>
            </a:r>
          </a:p>
          <a:p>
            <a:r>
              <a:rPr lang="en-US" altLang="ko-KR" sz="1400" dirty="0"/>
              <a:t>        &lt;label&gt;</a:t>
            </a:r>
            <a:r>
              <a:rPr lang="ko-KR" altLang="en-US" sz="1400" dirty="0"/>
              <a:t>나이</a:t>
            </a:r>
            <a:r>
              <a:rPr lang="en-US" altLang="ko-KR" sz="1400" dirty="0"/>
              <a:t>&lt;/label&gt;</a:t>
            </a:r>
          </a:p>
          <a:p>
            <a:r>
              <a:rPr lang="en-US" altLang="ko-KR" sz="1400" dirty="0"/>
              <a:t>        &lt;input type='text' name='age'&gt;&lt;</a:t>
            </a:r>
            <a:r>
              <a:rPr lang="en-US" altLang="ko-KR" sz="1400" dirty="0" err="1"/>
              <a:t>br</a:t>
            </a:r>
            <a:r>
              <a:rPr lang="en-US" altLang="ko-KR" sz="1400" dirty="0"/>
              <a:t>&gt;</a:t>
            </a:r>
          </a:p>
          <a:p>
            <a:r>
              <a:rPr lang="en-US" altLang="ko-KR" sz="1100" dirty="0"/>
              <a:t>     </a:t>
            </a:r>
            <a:endParaRPr lang="en-US" altLang="ko-KR" sz="900" b="0" dirty="0">
              <a:effectLst/>
              <a:latin typeface="Arial (본문)"/>
              <a:ea typeface="Malgun Gothic" panose="020B0503020000020004" pitchFamily="50" charset="-127"/>
            </a:endParaRP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80EB46-A41F-42D1-925C-1E1D34396238}"/>
              </a:ext>
            </a:extLst>
          </p:cNvPr>
          <p:cNvSpPr txBox="1"/>
          <p:nvPr/>
        </p:nvSpPr>
        <p:spPr>
          <a:xfrm>
            <a:off x="660400" y="203587"/>
            <a:ext cx="111260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학생 등록 페이지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– write.html</a:t>
            </a:r>
            <a:endParaRPr lang="ko-KR" altLang="en-US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75297CD-9753-4A7F-A617-C272413A0538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6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F6A65F8-CEAD-8F09-D4A5-D58AEED21C12}"/>
              </a:ext>
            </a:extLst>
          </p:cNvPr>
          <p:cNvSpPr txBox="1"/>
          <p:nvPr/>
        </p:nvSpPr>
        <p:spPr>
          <a:xfrm>
            <a:off x="6096000" y="964156"/>
            <a:ext cx="5523048" cy="590931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  </a:t>
            </a:r>
          </a:p>
          <a:p>
            <a:r>
              <a:rPr lang="en-US" altLang="ko-KR" sz="1400" dirty="0"/>
              <a:t>        &lt;label&gt;</a:t>
            </a:r>
            <a:r>
              <a:rPr lang="ko-KR" altLang="en-US" sz="1400" dirty="0"/>
              <a:t>성별</a:t>
            </a:r>
            <a:r>
              <a:rPr lang="en-US" altLang="ko-KR" sz="1400" dirty="0"/>
              <a:t>&lt;/label&gt;&lt;</a:t>
            </a:r>
            <a:r>
              <a:rPr lang="en-US" altLang="ko-KR" sz="1400" dirty="0" err="1"/>
              <a:t>br</a:t>
            </a:r>
            <a:r>
              <a:rPr lang="en-US" altLang="ko-KR" sz="1400" dirty="0"/>
              <a:t>&gt;</a:t>
            </a:r>
          </a:p>
          <a:p>
            <a:r>
              <a:rPr lang="en-US" altLang="ko-KR" sz="1400" dirty="0"/>
              <a:t>        &lt;input type='radio' name='gender' value='</a:t>
            </a:r>
            <a:r>
              <a:rPr lang="ko-KR" altLang="en-US" sz="1400" dirty="0"/>
              <a:t>남자</a:t>
            </a:r>
            <a:r>
              <a:rPr lang="en-US" altLang="ko-KR" sz="1400" dirty="0"/>
              <a:t>'</a:t>
            </a:r>
            <a:r>
              <a:rPr lang="ko-KR" altLang="en-US" sz="1400" dirty="0"/>
              <a:t> </a:t>
            </a:r>
            <a:r>
              <a:rPr lang="en-US" altLang="ko-KR" sz="1400" dirty="0"/>
              <a:t>id='man'&gt;</a:t>
            </a:r>
          </a:p>
          <a:p>
            <a:r>
              <a:rPr lang="en-US" altLang="ko-KR" sz="1400" dirty="0"/>
              <a:t>        &lt;label for='man'&gt;</a:t>
            </a:r>
            <a:r>
              <a:rPr lang="ko-KR" altLang="en-US" sz="1400" dirty="0"/>
              <a:t>남자</a:t>
            </a:r>
            <a:r>
              <a:rPr lang="en-US" altLang="ko-KR" sz="1400" dirty="0"/>
              <a:t>&lt;/label&gt;</a:t>
            </a:r>
          </a:p>
          <a:p>
            <a:r>
              <a:rPr lang="en-US" altLang="ko-KR" sz="1400" dirty="0"/>
              <a:t>        &lt;input type='radio' name='gender' value='</a:t>
            </a:r>
            <a:r>
              <a:rPr lang="ko-KR" altLang="en-US" sz="1400" dirty="0"/>
              <a:t>여자</a:t>
            </a:r>
            <a:r>
              <a:rPr lang="en-US" altLang="ko-KR" sz="1400" dirty="0"/>
              <a:t>'</a:t>
            </a:r>
            <a:r>
              <a:rPr lang="ko-KR" altLang="en-US" sz="1400" dirty="0"/>
              <a:t> </a:t>
            </a:r>
            <a:r>
              <a:rPr lang="en-US" altLang="ko-KR" sz="1400" dirty="0"/>
              <a:t>id='woman'&gt;</a:t>
            </a:r>
          </a:p>
          <a:p>
            <a:r>
              <a:rPr lang="en-US" altLang="ko-KR" sz="1400" dirty="0"/>
              <a:t>        &lt;label for='woman'&gt;</a:t>
            </a:r>
            <a:r>
              <a:rPr lang="ko-KR" altLang="en-US" sz="1400" dirty="0"/>
              <a:t>여자</a:t>
            </a:r>
            <a:r>
              <a:rPr lang="en-US" altLang="ko-KR" sz="1400" dirty="0"/>
              <a:t>&lt;/label&gt;</a:t>
            </a:r>
          </a:p>
          <a:p>
            <a:r>
              <a:rPr lang="en-US" altLang="ko-KR" sz="1400" dirty="0"/>
              <a:t>        &lt;</a:t>
            </a:r>
            <a:r>
              <a:rPr lang="en-US" altLang="ko-KR" sz="1400" dirty="0" err="1"/>
              <a:t>br</a:t>
            </a:r>
            <a:r>
              <a:rPr lang="en-US" altLang="ko-KR" sz="1400" dirty="0"/>
              <a:t>&gt;</a:t>
            </a:r>
          </a:p>
          <a:p>
            <a:r>
              <a:rPr lang="en-US" altLang="ko-KR" sz="1400" dirty="0"/>
              <a:t>        &lt;label&gt;</a:t>
            </a:r>
            <a:r>
              <a:rPr lang="ko-KR" altLang="en-US" sz="1400" dirty="0"/>
              <a:t>취미</a:t>
            </a:r>
            <a:r>
              <a:rPr lang="en-US" altLang="ko-KR" sz="1400" dirty="0"/>
              <a:t>&lt;/label&gt;&lt;</a:t>
            </a:r>
            <a:r>
              <a:rPr lang="en-US" altLang="ko-KR" sz="1400" dirty="0" err="1"/>
              <a:t>br</a:t>
            </a:r>
            <a:r>
              <a:rPr lang="en-US" altLang="ko-KR" sz="1400" dirty="0"/>
              <a:t>&gt;</a:t>
            </a:r>
          </a:p>
          <a:p>
            <a:r>
              <a:rPr lang="en-US" altLang="ko-KR" sz="1400" dirty="0"/>
              <a:t>        &lt;input type='checkbox' name='hobby' value='</a:t>
            </a:r>
            <a:r>
              <a:rPr lang="ko-KR" altLang="en-US" sz="1400" dirty="0"/>
              <a:t>게임</a:t>
            </a:r>
            <a:r>
              <a:rPr lang="en-US" altLang="ko-KR" sz="1400" dirty="0"/>
              <a:t>'</a:t>
            </a:r>
            <a:r>
              <a:rPr lang="ko-KR" altLang="en-US" sz="1400" dirty="0"/>
              <a:t> </a:t>
            </a:r>
            <a:r>
              <a:rPr lang="en-US" altLang="ko-KR" sz="1400" dirty="0"/>
              <a:t>id='game'&gt;</a:t>
            </a:r>
          </a:p>
          <a:p>
            <a:r>
              <a:rPr lang="en-US" altLang="ko-KR" sz="1400" dirty="0"/>
              <a:t>        &lt;label for='game'&gt;</a:t>
            </a:r>
            <a:r>
              <a:rPr lang="ko-KR" altLang="en-US" sz="1400" dirty="0"/>
              <a:t>게임</a:t>
            </a:r>
            <a:r>
              <a:rPr lang="en-US" altLang="ko-KR" sz="1400" dirty="0"/>
              <a:t>&lt;/label&gt;</a:t>
            </a:r>
          </a:p>
          <a:p>
            <a:r>
              <a:rPr lang="en-US" altLang="ko-KR" sz="1400" dirty="0"/>
              <a:t>        &lt;input type='checkbox' name='hobby' value='</a:t>
            </a:r>
            <a:r>
              <a:rPr lang="ko-KR" altLang="en-US" sz="1400" dirty="0"/>
              <a:t>골프</a:t>
            </a:r>
            <a:r>
              <a:rPr lang="en-US" altLang="ko-KR" sz="1400" dirty="0"/>
              <a:t>'</a:t>
            </a:r>
            <a:r>
              <a:rPr lang="ko-KR" altLang="en-US" sz="1400" dirty="0"/>
              <a:t> </a:t>
            </a:r>
            <a:r>
              <a:rPr lang="en-US" altLang="ko-KR" sz="1400" dirty="0"/>
              <a:t>id='golf'&gt;</a:t>
            </a:r>
          </a:p>
          <a:p>
            <a:r>
              <a:rPr lang="en-US" altLang="ko-KR" sz="1400" dirty="0"/>
              <a:t>        &lt;label for='golf'&gt;</a:t>
            </a:r>
            <a:r>
              <a:rPr lang="ko-KR" altLang="en-US" sz="1400" dirty="0"/>
              <a:t>골프</a:t>
            </a:r>
            <a:r>
              <a:rPr lang="en-US" altLang="ko-KR" sz="1400" dirty="0"/>
              <a:t>&lt;/label&gt;</a:t>
            </a:r>
          </a:p>
          <a:p>
            <a:r>
              <a:rPr lang="en-US" altLang="ko-KR" sz="1400" dirty="0"/>
              <a:t>        &lt;input type='checkbox' name='hobby' value='</a:t>
            </a:r>
            <a:r>
              <a:rPr lang="ko-KR" altLang="en-US" sz="1400" dirty="0"/>
              <a:t>수영</a:t>
            </a:r>
            <a:r>
              <a:rPr lang="en-US" altLang="ko-KR" sz="1400" dirty="0"/>
              <a:t>'</a:t>
            </a:r>
            <a:r>
              <a:rPr lang="ko-KR" altLang="en-US" sz="1400" dirty="0"/>
              <a:t> </a:t>
            </a:r>
            <a:r>
              <a:rPr lang="en-US" altLang="ko-KR" sz="1400" dirty="0"/>
              <a:t>id='swim'&gt;</a:t>
            </a:r>
          </a:p>
          <a:p>
            <a:r>
              <a:rPr lang="en-US" altLang="ko-KR" sz="1400" dirty="0"/>
              <a:t>        &lt;label for='swim'&gt;</a:t>
            </a:r>
            <a:r>
              <a:rPr lang="ko-KR" altLang="en-US" sz="1400" dirty="0"/>
              <a:t>수영</a:t>
            </a:r>
            <a:r>
              <a:rPr lang="en-US" altLang="ko-KR" sz="1400" dirty="0"/>
              <a:t>&lt;/label&gt;</a:t>
            </a:r>
          </a:p>
          <a:p>
            <a:r>
              <a:rPr lang="en-US" altLang="ko-KR" sz="1400" dirty="0"/>
              <a:t>        &lt;input type='checkbox' name='hobby' value='</a:t>
            </a:r>
            <a:r>
              <a:rPr lang="ko-KR" altLang="en-US" sz="1400" dirty="0"/>
              <a:t>조깅</a:t>
            </a:r>
            <a:r>
              <a:rPr lang="en-US" altLang="ko-KR" sz="1400" dirty="0"/>
              <a:t>'</a:t>
            </a:r>
            <a:r>
              <a:rPr lang="ko-KR" altLang="en-US" sz="1400" dirty="0"/>
              <a:t> </a:t>
            </a:r>
            <a:r>
              <a:rPr lang="en-US" altLang="ko-KR" sz="1400" dirty="0"/>
              <a:t>id='run'&gt;</a:t>
            </a:r>
          </a:p>
          <a:p>
            <a:r>
              <a:rPr lang="en-US" altLang="ko-KR" sz="1400" dirty="0"/>
              <a:t>        &lt;label for='run'&gt;</a:t>
            </a:r>
            <a:r>
              <a:rPr lang="ko-KR" altLang="en-US" sz="1400" dirty="0"/>
              <a:t>조깅</a:t>
            </a:r>
            <a:r>
              <a:rPr lang="en-US" altLang="ko-KR" sz="1400" dirty="0"/>
              <a:t>&lt;/label&gt;</a:t>
            </a:r>
          </a:p>
          <a:p>
            <a:r>
              <a:rPr lang="en-US" altLang="ko-KR" sz="1400" dirty="0"/>
              <a:t>        &lt;input type='checkbox' name='hobby' value='</a:t>
            </a:r>
            <a:r>
              <a:rPr lang="ko-KR" altLang="en-US" sz="1400" dirty="0"/>
              <a:t>독서</a:t>
            </a:r>
            <a:r>
              <a:rPr lang="en-US" altLang="ko-KR" sz="1400" dirty="0"/>
              <a:t>'</a:t>
            </a:r>
            <a:r>
              <a:rPr lang="ko-KR" altLang="en-US" sz="1400" dirty="0"/>
              <a:t> </a:t>
            </a:r>
            <a:r>
              <a:rPr lang="en-US" altLang="ko-KR" sz="1400" dirty="0"/>
              <a:t>id='book'&gt;</a:t>
            </a:r>
          </a:p>
          <a:p>
            <a:r>
              <a:rPr lang="en-US" altLang="ko-KR" sz="1400" dirty="0"/>
              <a:t>        &lt;label for='book'&gt;</a:t>
            </a:r>
            <a:r>
              <a:rPr lang="ko-KR" altLang="en-US" sz="1400" dirty="0"/>
              <a:t>독서</a:t>
            </a:r>
            <a:r>
              <a:rPr lang="en-US" altLang="ko-KR" sz="1400" dirty="0"/>
              <a:t>&lt;/label&gt;</a:t>
            </a:r>
          </a:p>
          <a:p>
            <a:r>
              <a:rPr lang="en-US" altLang="ko-KR" sz="1400" dirty="0"/>
              <a:t>        &lt;</a:t>
            </a:r>
            <a:r>
              <a:rPr lang="en-US" altLang="ko-KR" sz="1400" dirty="0" err="1"/>
              <a:t>br</a:t>
            </a:r>
            <a:r>
              <a:rPr lang="en-US" altLang="ko-KR" sz="1400" dirty="0"/>
              <a:t>&gt;</a:t>
            </a:r>
          </a:p>
          <a:p>
            <a:r>
              <a:rPr lang="en-US" altLang="ko-KR" sz="1400" dirty="0"/>
              <a:t>        </a:t>
            </a:r>
          </a:p>
          <a:p>
            <a:r>
              <a:rPr lang="en-US" altLang="ko-KR" sz="1400" dirty="0"/>
              <a:t>        &lt;input type='submit' value='</a:t>
            </a:r>
            <a:r>
              <a:rPr lang="ko-KR" altLang="en-US" sz="1400" dirty="0"/>
              <a:t>저장</a:t>
            </a:r>
            <a:r>
              <a:rPr lang="en-US" altLang="ko-KR" sz="1400" dirty="0"/>
              <a:t>'&gt;</a:t>
            </a:r>
            <a:endParaRPr lang="ko-KR" altLang="en-US" sz="1400" dirty="0"/>
          </a:p>
          <a:p>
            <a:r>
              <a:rPr lang="ko-KR" altLang="en-US" sz="1400" dirty="0"/>
              <a:t>        </a:t>
            </a:r>
            <a:r>
              <a:rPr lang="en-US" altLang="ko-KR" sz="1400" dirty="0"/>
              <a:t>&lt;!-- button</a:t>
            </a:r>
            <a:r>
              <a:rPr lang="ko-KR" altLang="en-US" sz="1400" dirty="0"/>
              <a:t>특성 </a:t>
            </a:r>
            <a:r>
              <a:rPr lang="en-US" altLang="ko-KR" sz="1400" dirty="0"/>
              <a:t>: type</a:t>
            </a:r>
            <a:r>
              <a:rPr lang="ko-KR" altLang="en-US" sz="1400" dirty="0"/>
              <a:t>지정하지 않으면 </a:t>
            </a:r>
            <a:r>
              <a:rPr lang="en-US" altLang="ko-KR" sz="1400" dirty="0"/>
              <a:t>form action</a:t>
            </a:r>
            <a:r>
              <a:rPr lang="ko-KR" altLang="en-US" sz="1400" dirty="0"/>
              <a:t>주소를 호출  </a:t>
            </a:r>
            <a:r>
              <a:rPr lang="en-US" altLang="ko-KR" sz="1400" dirty="0"/>
              <a:t>--&gt;</a:t>
            </a:r>
            <a:endParaRPr lang="ko-KR" altLang="en-US" sz="1400" dirty="0"/>
          </a:p>
          <a:p>
            <a:r>
              <a:rPr lang="ko-KR" altLang="en-US" sz="1400" dirty="0"/>
              <a:t>        </a:t>
            </a:r>
            <a:r>
              <a:rPr lang="en-US" altLang="ko-KR" sz="1400" dirty="0"/>
              <a:t>&lt;a </a:t>
            </a:r>
            <a:r>
              <a:rPr lang="en-US" altLang="ko-KR" sz="1400" dirty="0" err="1"/>
              <a:t>href</a:t>
            </a:r>
            <a:r>
              <a:rPr lang="en-US" altLang="ko-KR" sz="1400" dirty="0"/>
              <a:t>='/students/list/'&gt;&lt;button type='button'&gt;</a:t>
            </a:r>
            <a:r>
              <a:rPr lang="ko-KR" altLang="en-US" sz="1400" dirty="0" err="1"/>
              <a:t>메인이동</a:t>
            </a:r>
            <a:r>
              <a:rPr lang="en-US" altLang="ko-KR" sz="1400" dirty="0"/>
              <a:t>&lt;/button&gt;&lt;/a&gt;</a:t>
            </a:r>
          </a:p>
          <a:p>
            <a:r>
              <a:rPr lang="en-US" altLang="ko-KR" sz="1400" dirty="0"/>
              <a:t>    &lt;/form&gt;</a:t>
            </a:r>
          </a:p>
          <a:p>
            <a:r>
              <a:rPr lang="en-US" altLang="ko-KR" sz="1400" dirty="0"/>
              <a:t>&lt;/body&gt;</a:t>
            </a:r>
          </a:p>
          <a:p>
            <a:r>
              <a:rPr lang="en-US" altLang="ko-KR" sz="1400" dirty="0"/>
              <a:t>&lt;/html&gt;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E503FAE-4321-1526-8AC8-8C17AB11D442}"/>
              </a:ext>
            </a:extLst>
          </p:cNvPr>
          <p:cNvSpPr/>
          <p:nvPr/>
        </p:nvSpPr>
        <p:spPr>
          <a:xfrm>
            <a:off x="4510482" y="964156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Write.html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9B7FA20-496C-E6DA-4C00-34DF27BA8079}"/>
              </a:ext>
            </a:extLst>
          </p:cNvPr>
          <p:cNvSpPr/>
          <p:nvPr/>
        </p:nvSpPr>
        <p:spPr>
          <a:xfrm>
            <a:off x="6425968" y="2475359"/>
            <a:ext cx="5092116" cy="237347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EB752B-304E-D1D2-E09E-50C0B6C6036F}"/>
              </a:ext>
            </a:extLst>
          </p:cNvPr>
          <p:cNvSpPr txBox="1"/>
          <p:nvPr/>
        </p:nvSpPr>
        <p:spPr>
          <a:xfrm>
            <a:off x="416358" y="5310322"/>
            <a:ext cx="4315437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600" b="1" dirty="0"/>
              <a:t>등록 버튼 </a:t>
            </a:r>
            <a:r>
              <a:rPr lang="ko-KR" altLang="en-US" sz="1600" b="1" dirty="0" err="1"/>
              <a:t>클릭시</a:t>
            </a:r>
            <a:r>
              <a:rPr lang="ko-KR" altLang="en-US" sz="1600" b="1" dirty="0"/>
              <a:t> </a:t>
            </a:r>
            <a:r>
              <a:rPr lang="en-US" altLang="ko-KR" sz="1600" b="1" dirty="0"/>
              <a:t>action</a:t>
            </a:r>
            <a:r>
              <a:rPr lang="ko-KR" altLang="en-US" sz="1600" b="1" dirty="0"/>
              <a:t> 페이지 이동</a:t>
            </a:r>
            <a:br>
              <a:rPr lang="en-US" altLang="ko-KR" sz="1600" b="1" dirty="0"/>
            </a:br>
            <a:r>
              <a:rPr lang="en-US" altLang="ko-KR" sz="1600" b="1" dirty="0" err="1"/>
              <a:t>csrf_token</a:t>
            </a:r>
            <a:r>
              <a:rPr lang="en-US" altLang="ko-KR" sz="1600" b="1" dirty="0"/>
              <a:t> : form </a:t>
            </a:r>
            <a:r>
              <a:rPr lang="ko-KR" altLang="en-US" sz="1600" b="1" dirty="0"/>
              <a:t>데이터를 암호화해서 전송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4F1F307-9ED5-3663-7740-73629CADFEB7}"/>
              </a:ext>
            </a:extLst>
          </p:cNvPr>
          <p:cNvSpPr/>
          <p:nvPr/>
        </p:nvSpPr>
        <p:spPr>
          <a:xfrm>
            <a:off x="634377" y="2728340"/>
            <a:ext cx="4684243" cy="45947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6047B0B1-AFA1-A633-40AB-A01569774AE0}"/>
              </a:ext>
            </a:extLst>
          </p:cNvPr>
          <p:cNvCxnSpPr>
            <a:cxnSpLocks/>
            <a:stCxn id="8" idx="1"/>
            <a:endCxn id="9" idx="1"/>
          </p:cNvCxnSpPr>
          <p:nvPr/>
        </p:nvCxnSpPr>
        <p:spPr>
          <a:xfrm rot="10800000" flipH="1">
            <a:off x="416357" y="2958080"/>
            <a:ext cx="218019" cy="2644631"/>
          </a:xfrm>
          <a:prstGeom prst="bentConnector3">
            <a:avLst>
              <a:gd name="adj1" fmla="val -104853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02544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83446-40FA-9B01-B39B-3F0FC4140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49">
            <a:extLst>
              <a:ext uri="{FF2B5EF4-FFF2-40B4-BE49-F238E27FC236}">
                <a16:creationId xmlns:a16="http://schemas.microsoft.com/office/drawing/2014/main" id="{7E972598-43D3-46B2-F0DE-21FB97EA7F80}"/>
              </a:ext>
            </a:extLst>
          </p:cNvPr>
          <p:cNvSpPr txBox="1"/>
          <p:nvPr/>
        </p:nvSpPr>
        <p:spPr>
          <a:xfrm>
            <a:off x="416358" y="1029391"/>
            <a:ext cx="5262989" cy="378565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500" dirty="0"/>
              <a:t>from </a:t>
            </a:r>
            <a:r>
              <a:rPr lang="en-US" altLang="ko-KR" sz="1500" dirty="0" err="1"/>
              <a:t>django.urls</a:t>
            </a:r>
            <a:r>
              <a:rPr lang="en-US" altLang="ko-KR" sz="1500" dirty="0"/>
              <a:t> import </a:t>
            </a:r>
            <a:r>
              <a:rPr lang="en-US" altLang="ko-KR" sz="1500" dirty="0" err="1"/>
              <a:t>path,include</a:t>
            </a:r>
            <a:endParaRPr lang="en-US" altLang="ko-KR" sz="1500" dirty="0"/>
          </a:p>
          <a:p>
            <a:r>
              <a:rPr lang="en-US" altLang="ko-KR" sz="1500" dirty="0"/>
              <a:t>from . import views</a:t>
            </a:r>
          </a:p>
          <a:p>
            <a:br>
              <a:rPr lang="en-US" altLang="ko-KR" sz="1500" dirty="0"/>
            </a:br>
            <a:r>
              <a:rPr lang="en-US" altLang="ko-KR" sz="1500" dirty="0"/>
              <a:t># </a:t>
            </a:r>
            <a:r>
              <a:rPr lang="en-US" altLang="ko-KR" sz="1500" dirty="0" err="1"/>
              <a:t>app_name</a:t>
            </a:r>
            <a:r>
              <a:rPr lang="ko-KR" altLang="en-US" sz="1500" dirty="0"/>
              <a:t>는 </a:t>
            </a:r>
            <a:r>
              <a:rPr lang="en-US" altLang="ko-KR" sz="1500" dirty="0"/>
              <a:t>/ </a:t>
            </a:r>
            <a:r>
              <a:rPr lang="ko-KR" altLang="en-US" sz="1500" dirty="0"/>
              <a:t>붙이지 않음</a:t>
            </a:r>
          </a:p>
          <a:p>
            <a:r>
              <a:rPr lang="en-US" altLang="ko-KR" sz="1500" dirty="0" err="1"/>
              <a:t>app_name</a:t>
            </a:r>
            <a:r>
              <a:rPr lang="en-US" altLang="ko-KR" sz="1500" dirty="0"/>
              <a:t> = 'students'</a:t>
            </a:r>
          </a:p>
          <a:p>
            <a:r>
              <a:rPr lang="en-US" altLang="ko-KR" sz="1500" dirty="0" err="1"/>
              <a:t>urlpatterns</a:t>
            </a:r>
            <a:r>
              <a:rPr lang="en-US" altLang="ko-KR" sz="1500" dirty="0"/>
              <a:t> = [</a:t>
            </a:r>
          </a:p>
          <a:p>
            <a:r>
              <a:rPr lang="en-US" altLang="ko-KR" sz="1500" dirty="0"/>
              <a:t>    # path / </a:t>
            </a:r>
            <a:r>
              <a:rPr lang="ko-KR" altLang="en-US" sz="1500" dirty="0"/>
              <a:t>붙임</a:t>
            </a:r>
            <a:r>
              <a:rPr lang="en-US" altLang="ko-KR" sz="1500" dirty="0"/>
              <a:t>.</a:t>
            </a:r>
            <a:endParaRPr lang="ko-KR" altLang="en-US" sz="1500" dirty="0"/>
          </a:p>
          <a:p>
            <a:r>
              <a:rPr lang="ko-KR" altLang="en-US" sz="1500" dirty="0"/>
              <a:t>    </a:t>
            </a:r>
            <a:r>
              <a:rPr lang="en-US" altLang="ko-KR" sz="1500" dirty="0"/>
              <a:t>path('list/', </a:t>
            </a:r>
            <a:r>
              <a:rPr lang="en-US" altLang="ko-KR" sz="1500" dirty="0" err="1"/>
              <a:t>views.list</a:t>
            </a:r>
            <a:r>
              <a:rPr lang="en-US" altLang="ko-KR" sz="1500" dirty="0"/>
              <a:t>, name='list'),</a:t>
            </a:r>
          </a:p>
          <a:p>
            <a:r>
              <a:rPr lang="en-US" altLang="ko-KR" sz="1500" dirty="0"/>
              <a:t>    path('write/', </a:t>
            </a:r>
            <a:r>
              <a:rPr lang="en-US" altLang="ko-KR" sz="1500" dirty="0" err="1"/>
              <a:t>views.write</a:t>
            </a:r>
            <a:r>
              <a:rPr lang="en-US" altLang="ko-KR" sz="1500" dirty="0"/>
              <a:t>, name='write'),</a:t>
            </a:r>
          </a:p>
          <a:p>
            <a:r>
              <a:rPr lang="en-US" altLang="ko-KR" sz="1500" dirty="0"/>
              <a:t>    </a:t>
            </a:r>
          </a:p>
          <a:p>
            <a:r>
              <a:rPr lang="en-US" altLang="ko-KR" sz="1500" dirty="0"/>
              <a:t>    path('view/&lt;</a:t>
            </a:r>
            <a:r>
              <a:rPr lang="en-US" altLang="ko-KR" sz="1500" dirty="0" err="1"/>
              <a:t>int:no</a:t>
            </a:r>
            <a:r>
              <a:rPr lang="en-US" altLang="ko-KR" sz="1500" dirty="0"/>
              <a:t>&gt;/', </a:t>
            </a:r>
            <a:r>
              <a:rPr lang="en-US" altLang="ko-KR" sz="1500" dirty="0" err="1"/>
              <a:t>views.view</a:t>
            </a:r>
            <a:r>
              <a:rPr lang="en-US" altLang="ko-KR" sz="1500" dirty="0"/>
              <a:t>, name='view'),</a:t>
            </a:r>
          </a:p>
          <a:p>
            <a:r>
              <a:rPr lang="en-US" altLang="ko-KR" sz="1500" dirty="0"/>
              <a:t>    path('update/&lt;</a:t>
            </a:r>
            <a:r>
              <a:rPr lang="en-US" altLang="ko-KR" sz="1500" dirty="0" err="1"/>
              <a:t>int:no</a:t>
            </a:r>
            <a:r>
              <a:rPr lang="en-US" altLang="ko-KR" sz="1500" dirty="0"/>
              <a:t>&gt;/', </a:t>
            </a:r>
            <a:r>
              <a:rPr lang="en-US" altLang="ko-KR" sz="1500" dirty="0" err="1"/>
              <a:t>views.update</a:t>
            </a:r>
            <a:r>
              <a:rPr lang="en-US" altLang="ko-KR" sz="1500" dirty="0"/>
              <a:t>, name='update’), </a:t>
            </a:r>
            <a:br>
              <a:rPr lang="en-US" altLang="ko-KR" sz="1500" dirty="0"/>
            </a:br>
            <a:r>
              <a:rPr lang="en-US" altLang="ko-KR" sz="1500" dirty="0"/>
              <a:t>    </a:t>
            </a:r>
            <a:br>
              <a:rPr lang="en-US" altLang="ko-KR" sz="1500" dirty="0"/>
            </a:br>
            <a:r>
              <a:rPr lang="en-US" altLang="ko-KR" sz="1500" dirty="0"/>
              <a:t>    path('delete/&lt;</a:t>
            </a:r>
            <a:r>
              <a:rPr lang="en-US" altLang="ko-KR" sz="1500" dirty="0" err="1"/>
              <a:t>int:no</a:t>
            </a:r>
            <a:r>
              <a:rPr lang="en-US" altLang="ko-KR" sz="1500" dirty="0"/>
              <a:t>&gt;/', </a:t>
            </a:r>
            <a:r>
              <a:rPr lang="en-US" altLang="ko-KR" sz="1500" dirty="0" err="1"/>
              <a:t>views.delete</a:t>
            </a:r>
            <a:r>
              <a:rPr lang="en-US" altLang="ko-KR" sz="1500" dirty="0"/>
              <a:t>, name='delete’), </a:t>
            </a:r>
            <a:br>
              <a:rPr lang="en-US" altLang="ko-KR" sz="1500" dirty="0"/>
            </a:br>
            <a:r>
              <a:rPr lang="en-US" altLang="ko-KR" sz="1500" dirty="0"/>
              <a:t>    # </a:t>
            </a:r>
            <a:r>
              <a:rPr lang="ko-KR" altLang="en-US" sz="1500" dirty="0"/>
              <a:t>학생정보삭제</a:t>
            </a:r>
          </a:p>
          <a:p>
            <a:r>
              <a:rPr lang="en-US" altLang="ko-KR" sz="1500" dirty="0"/>
              <a:t>]</a:t>
            </a: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71262CF9-4367-130C-50B3-7F5EF586AC96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AAEEC062-3B6F-F1A5-96EC-35EAF15310EA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5173F07-0AB1-4576-7ABD-4711C9DE5BC0}"/>
              </a:ext>
            </a:extLst>
          </p:cNvPr>
          <p:cNvSpPr txBox="1"/>
          <p:nvPr/>
        </p:nvSpPr>
        <p:spPr>
          <a:xfrm>
            <a:off x="660400" y="203587"/>
            <a:ext cx="111260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학생 리스트 페이지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– 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students:list</a:t>
            </a:r>
            <a:endParaRPr lang="ko-KR" altLang="en-US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A09E7FD-9DFF-45BA-5DB5-C6D2C8253C87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6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F0509423-22E3-84BD-B8A8-C2A5DDF859A5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F3E7C70-D0A7-D80F-262E-958074BC1EB7}"/>
              </a:ext>
            </a:extLst>
          </p:cNvPr>
          <p:cNvSpPr txBox="1"/>
          <p:nvPr/>
        </p:nvSpPr>
        <p:spPr>
          <a:xfrm>
            <a:off x="5796794" y="1029391"/>
            <a:ext cx="6076423" cy="198225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noAutofit/>
          </a:bodyPr>
          <a:lstStyle/>
          <a:p>
            <a:r>
              <a:rPr lang="en-US" altLang="ko-KR" dirty="0"/>
              <a:t># </a:t>
            </a:r>
            <a:r>
              <a:rPr lang="ko-KR" altLang="en-US" dirty="0"/>
              <a:t>학생정보리스트</a:t>
            </a:r>
          </a:p>
          <a:p>
            <a:r>
              <a:rPr lang="en-US" altLang="ko-KR" dirty="0"/>
              <a:t>def list(request):</a:t>
            </a:r>
          </a:p>
          <a:p>
            <a:r>
              <a:rPr lang="en-US" altLang="ko-KR" dirty="0"/>
              <a:t>    </a:t>
            </a:r>
            <a:r>
              <a:rPr lang="en-US" altLang="ko-KR" dirty="0" err="1"/>
              <a:t>qs</a:t>
            </a:r>
            <a:r>
              <a:rPr lang="en-US" altLang="ko-KR" dirty="0"/>
              <a:t> = </a:t>
            </a:r>
            <a:r>
              <a:rPr lang="en-US" altLang="ko-KR" dirty="0" err="1"/>
              <a:t>Student.objects.all</a:t>
            </a:r>
            <a:r>
              <a:rPr lang="en-US" altLang="ko-KR" dirty="0"/>
              <a:t>()</a:t>
            </a:r>
          </a:p>
          <a:p>
            <a:r>
              <a:rPr lang="en-US" altLang="ko-KR" dirty="0"/>
              <a:t>    context = {'list':</a:t>
            </a:r>
            <a:r>
              <a:rPr lang="en-US" altLang="ko-KR" dirty="0" err="1"/>
              <a:t>qs</a:t>
            </a:r>
            <a:r>
              <a:rPr lang="en-US" altLang="ko-KR" dirty="0"/>
              <a:t>}</a:t>
            </a:r>
          </a:p>
          <a:p>
            <a:r>
              <a:rPr lang="en-US" altLang="ko-KR" dirty="0"/>
              <a:t>    # render </a:t>
            </a:r>
            <a:r>
              <a:rPr lang="ko-KR" altLang="en-US" dirty="0" err="1"/>
              <a:t>폴더앞에</a:t>
            </a:r>
            <a:r>
              <a:rPr lang="ko-KR" altLang="en-US" dirty="0"/>
              <a:t> </a:t>
            </a:r>
            <a:r>
              <a:rPr lang="en-US" altLang="ko-KR" dirty="0"/>
              <a:t>/ </a:t>
            </a:r>
            <a:r>
              <a:rPr lang="ko-KR" altLang="en-US" dirty="0" err="1"/>
              <a:t>안붙임</a:t>
            </a:r>
            <a:r>
              <a:rPr lang="en-US" altLang="ko-KR" dirty="0"/>
              <a:t>.</a:t>
            </a:r>
            <a:endParaRPr lang="ko-KR" altLang="en-US" dirty="0"/>
          </a:p>
          <a:p>
            <a:r>
              <a:rPr lang="ko-KR" altLang="en-US" dirty="0"/>
              <a:t>    </a:t>
            </a:r>
            <a:r>
              <a:rPr lang="en-US" altLang="ko-KR" dirty="0"/>
              <a:t>return render(</a:t>
            </a:r>
            <a:r>
              <a:rPr lang="en-US" altLang="ko-KR" dirty="0" err="1"/>
              <a:t>request,'students</a:t>
            </a:r>
            <a:r>
              <a:rPr lang="en-US" altLang="ko-KR" dirty="0"/>
              <a:t>/</a:t>
            </a:r>
            <a:r>
              <a:rPr lang="en-US" altLang="ko-KR" dirty="0" err="1"/>
              <a:t>list.html',context</a:t>
            </a:r>
            <a:r>
              <a:rPr lang="en-US" altLang="ko-KR" dirty="0"/>
              <a:t>)</a:t>
            </a:r>
          </a:p>
          <a:p>
            <a:br>
              <a:rPr lang="en-US" altLang="ko-KR" dirty="0"/>
            </a:br>
            <a:endParaRPr lang="en-US" altLang="ko-KR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D4E1D4E-28EC-80DB-D1A8-2B0BE0D11081}"/>
              </a:ext>
            </a:extLst>
          </p:cNvPr>
          <p:cNvSpPr/>
          <p:nvPr/>
        </p:nvSpPr>
        <p:spPr>
          <a:xfrm>
            <a:off x="10444293" y="1029391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views.py</a:t>
            </a:r>
            <a:endParaRPr lang="ko-KR" altLang="en-US" dirty="0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22E125EA-E4B3-E8C5-EC16-5FDB22498F6B}"/>
              </a:ext>
            </a:extLst>
          </p:cNvPr>
          <p:cNvSpPr/>
          <p:nvPr/>
        </p:nvSpPr>
        <p:spPr>
          <a:xfrm>
            <a:off x="4250423" y="1029391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urls.py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91D96E1-3959-4B21-14CD-F6FCFE5FB794}"/>
              </a:ext>
            </a:extLst>
          </p:cNvPr>
          <p:cNvSpPr/>
          <p:nvPr/>
        </p:nvSpPr>
        <p:spPr>
          <a:xfrm>
            <a:off x="416358" y="2650501"/>
            <a:ext cx="5262989" cy="2604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2DAE912-6FF1-8A82-F466-092B1F5FE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9817" y="3846353"/>
            <a:ext cx="4015825" cy="188416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620ABCEF-8ADD-4713-6D9C-C66D6000C0E1}"/>
              </a:ext>
            </a:extLst>
          </p:cNvPr>
          <p:cNvSpPr/>
          <p:nvPr/>
        </p:nvSpPr>
        <p:spPr>
          <a:xfrm>
            <a:off x="10346718" y="3350191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리스트화면</a:t>
            </a:r>
          </a:p>
        </p:txBody>
      </p:sp>
    </p:spTree>
    <p:extLst>
      <p:ext uri="{BB962C8B-B14F-4D97-AF65-F5344CB8AC3E}">
        <p14:creationId xmlns:p14="http://schemas.microsoft.com/office/powerpoint/2010/main" val="4180880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8EC56-4043-8262-043E-EE5214E0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D77A28C3-1E04-049A-AD7A-87888ACA3A9E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7693E5B9-9A11-C2B5-B2A0-8B299907ED6B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26282A2-28EF-6861-9ED8-DC303438C788}"/>
              </a:ext>
            </a:extLst>
          </p:cNvPr>
          <p:cNvSpPr txBox="1"/>
          <p:nvPr/>
        </p:nvSpPr>
        <p:spPr>
          <a:xfrm>
            <a:off x="660400" y="203587"/>
            <a:ext cx="111260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[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참조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]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자바스크립트 데이터 넘기기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15E1743-5389-006B-1667-5DEA7E2853E4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6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B8B19912-CF7D-0162-04D5-1BF88000F027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9D68FAA2-9ACA-CFA0-CEAE-39A30694B3FC}"/>
              </a:ext>
            </a:extLst>
          </p:cNvPr>
          <p:cNvSpPr txBox="1"/>
          <p:nvPr/>
        </p:nvSpPr>
        <p:spPr>
          <a:xfrm>
            <a:off x="416358" y="1562735"/>
            <a:ext cx="6612515" cy="3285309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noAutofit/>
          </a:bodyPr>
          <a:lstStyle/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{% if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student_list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%}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&lt;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ol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&gt;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{% for s in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student_list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%}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&lt;li&gt;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    &lt;a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href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="{%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url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'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students:stuDet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'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s.s_name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%} "&gt;{{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s.s_name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}}&lt;/a&gt;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    &lt;a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href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="{%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url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'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students:stuMod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'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s.s_name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%} "&gt;</a:t>
            </a:r>
            <a:r>
              <a:rPr lang="ko-KR" altLang="en-US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수정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&lt;/a&gt;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    {# &lt;a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href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="{%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url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'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students:stuDel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'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s.s_name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%}"&gt;</a:t>
            </a:r>
            <a:r>
              <a:rPr lang="ko-KR" altLang="en-US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삭제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&lt;/a&gt; #}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    &lt;a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href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=“#" class="delete"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    data-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uri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="{%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url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'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students:stuDel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'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s.s_name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%}"&gt;</a:t>
            </a:r>
            <a:r>
              <a:rPr lang="ko-KR" altLang="en-US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삭제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&lt;/a&gt; 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&lt;/li&gt;    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{%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endfor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%}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&lt;/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ol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&gt;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{% else %}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&lt;p&gt;Student : 0&lt;/p&gt;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{% endif %}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921736D-7FFC-D059-FED7-CEAF59A79C5B}"/>
              </a:ext>
            </a:extLst>
          </p:cNvPr>
          <p:cNvSpPr/>
          <p:nvPr/>
        </p:nvSpPr>
        <p:spPr>
          <a:xfrm>
            <a:off x="5599949" y="1562738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html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DF3C3C-4D02-D01E-5920-4DCCAF5A8218}"/>
              </a:ext>
            </a:extLst>
          </p:cNvPr>
          <p:cNvSpPr txBox="1"/>
          <p:nvPr/>
        </p:nvSpPr>
        <p:spPr>
          <a:xfrm>
            <a:off x="416358" y="1080366"/>
            <a:ext cx="61851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0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삭제 적용 </a:t>
            </a:r>
            <a:r>
              <a:rPr lang="en-US" altLang="ko-KR" sz="20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: </a:t>
            </a:r>
            <a:r>
              <a:rPr lang="ko-KR" altLang="en-US" sz="20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자바스크립트</a:t>
            </a:r>
            <a:r>
              <a:rPr lang="en-US" altLang="ko-KR" sz="20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(</a:t>
            </a:r>
            <a:r>
              <a:rPr lang="ko-KR" altLang="en-US" sz="20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제이쿼리</a:t>
            </a:r>
            <a:r>
              <a:rPr lang="en-US" altLang="ko-KR" sz="20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)</a:t>
            </a:r>
            <a:r>
              <a:rPr lang="ko-KR" altLang="en-US" sz="20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구현</a:t>
            </a:r>
            <a:endParaRPr lang="en-US" altLang="ko-KR" sz="2000" b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B8D6F3-49F4-E0A4-15D1-8920A6134945}"/>
              </a:ext>
            </a:extLst>
          </p:cNvPr>
          <p:cNvSpPr txBox="1"/>
          <p:nvPr/>
        </p:nvSpPr>
        <p:spPr>
          <a:xfrm>
            <a:off x="7135471" y="1565748"/>
            <a:ext cx="4936368" cy="3282293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noAutofit/>
          </a:bodyPr>
          <a:lstStyle/>
          <a:p>
            <a:endParaRPr lang="en-US" altLang="ko-KR" sz="1400" b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endParaRPr lang="en-US" altLang="ko-KR" sz="1400" b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&lt;script 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src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="http://code.jquery.com/jquery-latest.min.js"&gt;</a:t>
            </a:r>
          </a:p>
          <a:p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&lt;/script&gt;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&lt;script&gt;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$(function(){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    $(".delete").on('click', function() {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        if(confirm("</a:t>
            </a:r>
            <a:r>
              <a:rPr lang="ko-KR" altLang="en-US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정말로 </a:t>
            </a:r>
            <a:r>
              <a:rPr lang="ko-KR" altLang="en-US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삭제하시겠습니까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?")) {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           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location.href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= $(this).data('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uri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’);</a:t>
            </a:r>
          </a:p>
          <a:p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                   // 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location.href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="../"+name+"/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stuDel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/";</a:t>
            </a:r>
            <a:endParaRPr lang="en-US" altLang="ko-KR" sz="1400" b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        }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    });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});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&lt;/script&gt; 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765A393-CEE7-CBA1-01D5-B4831A1DDF81}"/>
              </a:ext>
            </a:extLst>
          </p:cNvPr>
          <p:cNvSpPr/>
          <p:nvPr/>
        </p:nvSpPr>
        <p:spPr>
          <a:xfrm>
            <a:off x="1178169" y="3105102"/>
            <a:ext cx="5547945" cy="4924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cxnSp>
        <p:nvCxnSpPr>
          <p:cNvPr id="15" name="연결선: 꺾임 14">
            <a:extLst>
              <a:ext uri="{FF2B5EF4-FFF2-40B4-BE49-F238E27FC236}">
                <a16:creationId xmlns:a16="http://schemas.microsoft.com/office/drawing/2014/main" id="{FBC567CC-0BBC-31CE-A532-F0AF45CDA6F4}"/>
              </a:ext>
            </a:extLst>
          </p:cNvPr>
          <p:cNvCxnSpPr>
            <a:cxnSpLocks/>
            <a:stCxn id="12" idx="3"/>
            <a:endCxn id="10" idx="1"/>
          </p:cNvCxnSpPr>
          <p:nvPr/>
        </p:nvCxnSpPr>
        <p:spPr>
          <a:xfrm flipV="1">
            <a:off x="6726114" y="3206895"/>
            <a:ext cx="409357" cy="144427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CC98B6C-6A7D-934F-0921-A61897CADB4D}"/>
              </a:ext>
            </a:extLst>
          </p:cNvPr>
          <p:cNvSpPr/>
          <p:nvPr/>
        </p:nvSpPr>
        <p:spPr>
          <a:xfrm>
            <a:off x="10023231" y="1562738"/>
            <a:ext cx="2048608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자바스크립트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184261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직사각형 21">
            <a:extLst>
              <a:ext uri="{FF2B5EF4-FFF2-40B4-BE49-F238E27FC236}">
                <a16:creationId xmlns:a16="http://schemas.microsoft.com/office/drawing/2014/main" id="{3670C57E-00EC-44C3-9EB4-0A3542D0FD3C}"/>
              </a:ext>
            </a:extLst>
          </p:cNvPr>
          <p:cNvSpPr/>
          <p:nvPr/>
        </p:nvSpPr>
        <p:spPr>
          <a:xfrm>
            <a:off x="416358" y="1070214"/>
            <a:ext cx="10937442" cy="8205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저장 </a:t>
            </a:r>
            <a:r>
              <a:rPr lang="en-US" altLang="ko-KR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</a:t>
            </a:r>
            <a:r>
              <a:rPr lang="ko-KR" altLang="en-US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가지 방법</a:t>
            </a: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80EB46-A41F-42D1-925C-1E1D34396238}"/>
              </a:ext>
            </a:extLst>
          </p:cNvPr>
          <p:cNvSpPr txBox="1"/>
          <p:nvPr/>
        </p:nvSpPr>
        <p:spPr>
          <a:xfrm>
            <a:off x="660400" y="203587"/>
            <a:ext cx="111260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[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참조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] –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create,save</a:t>
            </a:r>
            <a:endParaRPr lang="ko-KR" altLang="en-US" sz="3300" spc="-300" dirty="0">
              <a:solidFill>
                <a:schemeClr val="tx1">
                  <a:lumMod val="85000"/>
                  <a:lumOff val="15000"/>
                </a:schemeClr>
              </a:solidFill>
              <a:highlight>
                <a:srgbClr val="FFFF00"/>
              </a:highlight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75297CD-9753-4A7F-A617-C272413A0538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6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486CB0B3-B746-4237-92C0-11F703EA91C3}"/>
              </a:ext>
            </a:extLst>
          </p:cNvPr>
          <p:cNvSpPr txBox="1"/>
          <p:nvPr/>
        </p:nvSpPr>
        <p:spPr>
          <a:xfrm>
            <a:off x="416358" y="2025908"/>
            <a:ext cx="11135282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/>
              <a:t>1. Create </a:t>
            </a:r>
            <a:r>
              <a:rPr lang="ko-KR" altLang="en-US" dirty="0"/>
              <a:t>명령어</a:t>
            </a:r>
            <a:br>
              <a:rPr lang="en-US" altLang="ko-KR" dirty="0"/>
            </a:br>
            <a:r>
              <a:rPr lang="en-US" altLang="ko-KR" dirty="0" err="1"/>
              <a:t>Student.objects.create</a:t>
            </a:r>
            <a:r>
              <a:rPr lang="en-US" altLang="ko-KR" dirty="0"/>
              <a:t>(</a:t>
            </a:r>
            <a:r>
              <a:rPr lang="en-US" altLang="ko-KR" dirty="0" err="1"/>
              <a:t>s_name</a:t>
            </a:r>
            <a:r>
              <a:rPr lang="en-US" altLang="ko-KR" dirty="0"/>
              <a:t>=</a:t>
            </a:r>
            <a:r>
              <a:rPr lang="en-US" altLang="ko-KR" dirty="0" err="1"/>
              <a:t>name,s_major</a:t>
            </a:r>
            <a:r>
              <a:rPr lang="en-US" altLang="ko-KR" dirty="0"/>
              <a:t>=</a:t>
            </a:r>
            <a:r>
              <a:rPr lang="en-US" altLang="ko-KR" dirty="0" err="1"/>
              <a:t>major,s_age</a:t>
            </a:r>
            <a:r>
              <a:rPr lang="en-US" altLang="ko-KR" dirty="0"/>
              <a:t>=</a:t>
            </a:r>
            <a:r>
              <a:rPr lang="en-US" altLang="ko-KR" dirty="0" err="1"/>
              <a:t>age,s_grade</a:t>
            </a:r>
            <a:r>
              <a:rPr lang="en-US" altLang="ko-KR" dirty="0"/>
              <a:t>=</a:t>
            </a:r>
            <a:r>
              <a:rPr lang="en-US" altLang="ko-KR" dirty="0" err="1"/>
              <a:t>grade,s_gender</a:t>
            </a:r>
            <a:r>
              <a:rPr lang="en-US" altLang="ko-KR" dirty="0"/>
              <a:t>=gender )  </a:t>
            </a:r>
          </a:p>
          <a:p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2. save()</a:t>
            </a:r>
            <a:r>
              <a:rPr lang="ko-KR" altLang="en-US" dirty="0"/>
              <a:t> 명령어</a:t>
            </a:r>
            <a:endParaRPr lang="en-US" altLang="ko-KR" dirty="0"/>
          </a:p>
          <a:p>
            <a:r>
              <a:rPr lang="en-US" altLang="ko-KR" dirty="0" err="1"/>
              <a:t>qs</a:t>
            </a:r>
            <a:r>
              <a:rPr lang="en-US" altLang="ko-KR" dirty="0"/>
              <a:t> = Student(</a:t>
            </a:r>
            <a:r>
              <a:rPr lang="en-US" altLang="ko-KR" dirty="0" err="1"/>
              <a:t>s_name</a:t>
            </a:r>
            <a:r>
              <a:rPr lang="en-US" altLang="ko-KR" dirty="0"/>
              <a:t>=</a:t>
            </a:r>
            <a:r>
              <a:rPr lang="en-US" altLang="ko-KR" dirty="0" err="1"/>
              <a:t>name,s_major</a:t>
            </a:r>
            <a:r>
              <a:rPr lang="en-US" altLang="ko-KR" dirty="0"/>
              <a:t>=</a:t>
            </a:r>
            <a:r>
              <a:rPr lang="en-US" altLang="ko-KR" dirty="0" err="1"/>
              <a:t>major,s_age</a:t>
            </a:r>
            <a:r>
              <a:rPr lang="en-US" altLang="ko-KR" dirty="0"/>
              <a:t>=</a:t>
            </a:r>
            <a:r>
              <a:rPr lang="en-US" altLang="ko-KR" dirty="0" err="1"/>
              <a:t>age,s_grade</a:t>
            </a:r>
            <a:r>
              <a:rPr lang="en-US" altLang="ko-KR" dirty="0"/>
              <a:t>=</a:t>
            </a:r>
            <a:r>
              <a:rPr lang="en-US" altLang="ko-KR" dirty="0" err="1"/>
              <a:t>grade,s_gender</a:t>
            </a:r>
            <a:r>
              <a:rPr lang="en-US" altLang="ko-KR" dirty="0"/>
              <a:t>=gender)</a:t>
            </a:r>
          </a:p>
          <a:p>
            <a:r>
              <a:rPr lang="en-US" altLang="ko-KR" dirty="0" err="1"/>
              <a:t>qs.save</a:t>
            </a:r>
            <a:r>
              <a:rPr lang="en-US" altLang="ko-KR" dirty="0"/>
              <a:t>()</a:t>
            </a:r>
            <a:br>
              <a:rPr lang="en-US" altLang="ko-KR" dirty="0"/>
            </a:br>
            <a:endParaRPr lang="en-US" altLang="ko-KR" dirty="0"/>
          </a:p>
          <a:p>
            <a:r>
              <a:rPr lang="en-US" altLang="ko-KR" dirty="0"/>
              <a:t># </a:t>
            </a:r>
            <a:r>
              <a:rPr lang="ko-KR" altLang="en-US" dirty="0"/>
              <a:t>글을 생성하고</a:t>
            </a:r>
            <a:r>
              <a:rPr lang="en-US" altLang="ko-KR" dirty="0"/>
              <a:t>, </a:t>
            </a:r>
            <a:r>
              <a:rPr lang="ko-KR" altLang="en-US" dirty="0"/>
              <a:t>방금 생성한 글을 </a:t>
            </a:r>
            <a:r>
              <a:rPr lang="en-US" altLang="ko-KR" dirty="0" err="1"/>
              <a:t>stu</a:t>
            </a:r>
            <a:r>
              <a:rPr lang="en-US" altLang="ko-KR" dirty="0"/>
              <a:t> </a:t>
            </a:r>
            <a:r>
              <a:rPr lang="ko-KR" altLang="en-US" dirty="0"/>
              <a:t>변수에 저장한다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en-US" altLang="ko-KR" dirty="0" err="1"/>
              <a:t>stu</a:t>
            </a:r>
            <a:r>
              <a:rPr lang="en-US" altLang="ko-KR" dirty="0"/>
              <a:t> =</a:t>
            </a:r>
            <a:r>
              <a:rPr lang="ko-KR" altLang="en-US" dirty="0"/>
              <a:t> </a:t>
            </a:r>
            <a:r>
              <a:rPr lang="en-US" altLang="ko-KR" dirty="0" err="1"/>
              <a:t>qs.save</a:t>
            </a:r>
            <a:r>
              <a:rPr lang="en-US" altLang="ko-KR" dirty="0"/>
              <a:t>()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71CFF9-ABB2-4C07-9980-C65AC6395713}"/>
              </a:ext>
            </a:extLst>
          </p:cNvPr>
          <p:cNvSpPr txBox="1"/>
          <p:nvPr/>
        </p:nvSpPr>
        <p:spPr>
          <a:xfrm>
            <a:off x="7408178" y="6173952"/>
            <a:ext cx="47838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https://velog.io/@ready2start/Django-redirect</a:t>
            </a:r>
          </a:p>
          <a:p>
            <a:r>
              <a:rPr lang="ko-KR" altLang="en-US" sz="1400" dirty="0"/>
              <a:t>https://velog.io/@c_hyun403/Django-3-Model-method</a:t>
            </a:r>
          </a:p>
        </p:txBody>
      </p:sp>
    </p:spTree>
    <p:extLst>
      <p:ext uri="{BB962C8B-B14F-4D97-AF65-F5344CB8AC3E}">
        <p14:creationId xmlns:p14="http://schemas.microsoft.com/office/powerpoint/2010/main" val="4229472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B73D7-7291-9C9F-D919-EB78C0972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49">
            <a:extLst>
              <a:ext uri="{FF2B5EF4-FFF2-40B4-BE49-F238E27FC236}">
                <a16:creationId xmlns:a16="http://schemas.microsoft.com/office/drawing/2014/main" id="{C9F7144C-F186-164E-4769-7A2555CD1D94}"/>
              </a:ext>
            </a:extLst>
          </p:cNvPr>
          <p:cNvSpPr txBox="1"/>
          <p:nvPr/>
        </p:nvSpPr>
        <p:spPr>
          <a:xfrm>
            <a:off x="639467" y="1020961"/>
            <a:ext cx="11086866" cy="575542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return redirect(‘index')                                                      ### </a:t>
            </a:r>
            <a:r>
              <a:rPr lang="en-US" altLang="ko-KR" sz="1600" dirty="0" err="1"/>
              <a:t>url</a:t>
            </a:r>
            <a:r>
              <a:rPr lang="ko-KR" altLang="en-US" sz="1600" dirty="0"/>
              <a:t> 입력</a:t>
            </a:r>
            <a:endParaRPr lang="en-US" altLang="ko-KR" sz="1600" dirty="0"/>
          </a:p>
          <a:p>
            <a:r>
              <a:rPr lang="en-US" altLang="ko-KR" sz="1600" dirty="0"/>
              <a:t># return redirect(reverse('index'))                                     ### </a:t>
            </a:r>
            <a:r>
              <a:rPr lang="en-US" altLang="ko-KR" sz="1600" dirty="0" err="1"/>
              <a:t>app_name</a:t>
            </a:r>
            <a:endParaRPr lang="en-US" altLang="ko-KR" sz="1600" dirty="0"/>
          </a:p>
          <a:p>
            <a:r>
              <a:rPr lang="en-US" altLang="ko-KR" sz="1600" dirty="0"/>
              <a:t># return </a:t>
            </a:r>
            <a:r>
              <a:rPr lang="en-US" altLang="ko-KR" sz="1600" dirty="0" err="1"/>
              <a:t>HttpResponseRedirect</a:t>
            </a:r>
            <a:r>
              <a:rPr lang="en-US" altLang="ko-KR" sz="1600" dirty="0"/>
              <a:t>(reverse('index'))</a:t>
            </a:r>
          </a:p>
          <a:p>
            <a:endParaRPr lang="en-US" altLang="ko-KR" sz="1600" dirty="0"/>
          </a:p>
          <a:p>
            <a:r>
              <a:rPr lang="en-US" altLang="ko-KR" sz="1600" dirty="0"/>
              <a:t>1. </a:t>
            </a:r>
            <a:r>
              <a:rPr lang="en-US" altLang="ko-KR" sz="1600" dirty="0" err="1"/>
              <a:t>HttpResponse</a:t>
            </a:r>
            <a:r>
              <a:rPr lang="en-US" altLang="ko-KR" sz="1600" dirty="0"/>
              <a:t> : </a:t>
            </a:r>
            <a:r>
              <a:rPr lang="en-US" altLang="ko-KR" sz="1600" dirty="0" err="1"/>
              <a:t>HttpResponse</a:t>
            </a:r>
            <a:r>
              <a:rPr lang="en-US" altLang="ko-KR" sz="1600" dirty="0"/>
              <a:t>(data, </a:t>
            </a:r>
            <a:r>
              <a:rPr lang="en-US" altLang="ko-KR" sz="1600" dirty="0" err="1"/>
              <a:t>content_type</a:t>
            </a:r>
            <a:r>
              <a:rPr lang="en-US" altLang="ko-KR" sz="1600" dirty="0"/>
              <a:t>)  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en-US" altLang="ko-KR" sz="1600" dirty="0" err="1"/>
              <a:t>Json,html</a:t>
            </a:r>
            <a:r>
              <a:rPr lang="ko-KR" altLang="en-US" sz="1600" dirty="0"/>
              <a:t>까지도 </a:t>
            </a:r>
            <a:r>
              <a:rPr lang="ko-KR" altLang="en-US" sz="1600" dirty="0" err="1"/>
              <a:t>보낼수</a:t>
            </a:r>
            <a:r>
              <a:rPr lang="ko-KR" altLang="en-US" sz="1600" dirty="0"/>
              <a:t> 있음</a:t>
            </a:r>
          </a:p>
          <a:p>
            <a:endParaRPr lang="ko-KR" altLang="en-US" sz="1600" dirty="0"/>
          </a:p>
          <a:p>
            <a:r>
              <a:rPr lang="en-US" altLang="ko-KR" sz="1600" dirty="0"/>
              <a:t>2. </a:t>
            </a:r>
            <a:r>
              <a:rPr lang="en-US" altLang="ko-KR" sz="1600" dirty="0" err="1"/>
              <a:t>HttpResponseRedirect</a:t>
            </a:r>
            <a:r>
              <a:rPr lang="en-US" altLang="ko-KR" sz="1600" dirty="0"/>
              <a:t> : </a:t>
            </a:r>
            <a:r>
              <a:rPr lang="en-US" altLang="ko-KR" sz="1600" dirty="0" err="1"/>
              <a:t>HttpResponseRedirect</a:t>
            </a:r>
            <a:r>
              <a:rPr lang="en-US" altLang="ko-KR" sz="1600" dirty="0"/>
              <a:t>(</a:t>
            </a:r>
            <a:r>
              <a:rPr lang="en-US" altLang="ko-KR" sz="1600" dirty="0" err="1"/>
              <a:t>url</a:t>
            </a:r>
            <a:r>
              <a:rPr lang="en-US" altLang="ko-KR" sz="1600" dirty="0"/>
              <a:t>)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지정된 </a:t>
            </a:r>
            <a:r>
              <a:rPr lang="en-US" altLang="ko-KR" sz="1600" dirty="0" err="1"/>
              <a:t>url</a:t>
            </a:r>
            <a:r>
              <a:rPr lang="ko-KR" altLang="en-US" sz="1600" dirty="0"/>
              <a:t>페이지로 </a:t>
            </a:r>
            <a:r>
              <a:rPr lang="en-US" altLang="ko-KR" sz="1600" dirty="0"/>
              <a:t> redirect.</a:t>
            </a:r>
          </a:p>
          <a:p>
            <a:endParaRPr lang="en-US" altLang="ko-KR" sz="1600" dirty="0"/>
          </a:p>
          <a:p>
            <a:r>
              <a:rPr lang="en-US" altLang="ko-KR" sz="1600" dirty="0"/>
              <a:t>3. render :  render(request, </a:t>
            </a:r>
            <a:r>
              <a:rPr lang="en-US" altLang="ko-KR" sz="1600" dirty="0" err="1"/>
              <a:t>template_name</a:t>
            </a:r>
            <a:r>
              <a:rPr lang="en-US" altLang="ko-KR" sz="1600" dirty="0"/>
              <a:t>, context=None, </a:t>
            </a:r>
            <a:r>
              <a:rPr lang="en-US" altLang="ko-KR" sz="1600" dirty="0" err="1"/>
              <a:t>content_type</a:t>
            </a:r>
            <a:r>
              <a:rPr lang="en-US" altLang="ko-KR" sz="1600" dirty="0"/>
              <a:t>=None, status=None, using=None)</a:t>
            </a:r>
            <a:br>
              <a:rPr lang="en-US" altLang="ko-KR" sz="1600" dirty="0"/>
            </a:br>
            <a:r>
              <a:rPr lang="en-US" altLang="ko-KR" sz="1600" dirty="0"/>
              <a:t>- context</a:t>
            </a:r>
            <a:r>
              <a:rPr lang="ko-KR" altLang="en-US" sz="1600" dirty="0"/>
              <a:t>값을 함께 넘겨줄 수 있음</a:t>
            </a:r>
            <a:endParaRPr lang="en-US" altLang="ko-KR" sz="1600" dirty="0"/>
          </a:p>
          <a:p>
            <a:r>
              <a:rPr lang="en-US" altLang="ko-KR" sz="1600" dirty="0"/>
              <a:t>  </a:t>
            </a:r>
            <a:r>
              <a:rPr lang="ko-KR" altLang="en-US" sz="1600" dirty="0"/>
              <a:t>예</a:t>
            </a:r>
            <a:r>
              <a:rPr lang="en-US" altLang="ko-KR" sz="1600" dirty="0"/>
              <a:t>) return render(request, ‘</a:t>
            </a:r>
            <a:r>
              <a:rPr lang="en-US" altLang="ko-KR" sz="1600" dirty="0" err="1"/>
              <a:t>index.html’,context</a:t>
            </a:r>
            <a:r>
              <a:rPr lang="en-US" altLang="ko-KR" sz="1600" dirty="0"/>
              <a:t>)</a:t>
            </a:r>
          </a:p>
          <a:p>
            <a:endParaRPr lang="ko-KR" altLang="en-US" sz="1600" dirty="0"/>
          </a:p>
          <a:p>
            <a:r>
              <a:rPr lang="en-US" altLang="ko-KR" sz="1600" dirty="0"/>
              <a:t>4. redirect : redirect (to, permanent=False, *</a:t>
            </a:r>
            <a:r>
              <a:rPr lang="en-US" altLang="ko-KR" sz="1600" dirty="0" err="1"/>
              <a:t>args</a:t>
            </a:r>
            <a:r>
              <a:rPr lang="en-US" altLang="ko-KR" sz="1600" dirty="0"/>
              <a:t>, **</a:t>
            </a:r>
            <a:r>
              <a:rPr lang="en-US" altLang="ko-KR" sz="1600" dirty="0" err="1"/>
              <a:t>kwargs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링크만 넘겨줌</a:t>
            </a:r>
            <a:r>
              <a:rPr lang="en-US" altLang="ko-KR" sz="1600" dirty="0"/>
              <a:t>.(redirect</a:t>
            </a:r>
            <a:r>
              <a:rPr lang="ko-KR" altLang="en-US" sz="1600" dirty="0"/>
              <a:t>는 </a:t>
            </a:r>
            <a:r>
              <a:rPr lang="en-US" altLang="ko-KR" sz="1600" dirty="0" err="1"/>
              <a:t>url</a:t>
            </a:r>
            <a:r>
              <a:rPr lang="ko-KR" altLang="en-US" sz="1600" dirty="0"/>
              <a:t>로 이동</a:t>
            </a:r>
            <a:r>
              <a:rPr lang="en-US" altLang="ko-KR" sz="1600" dirty="0"/>
              <a:t>) </a:t>
            </a:r>
          </a:p>
          <a:p>
            <a:r>
              <a:rPr lang="ko-KR" altLang="en-US" sz="1600" dirty="0"/>
              <a:t>예</a:t>
            </a:r>
            <a:r>
              <a:rPr lang="en-US" altLang="ko-KR" sz="1600" dirty="0"/>
              <a:t>) return</a:t>
            </a:r>
            <a:r>
              <a:rPr lang="ko-KR" altLang="en-US" sz="1600" dirty="0"/>
              <a:t> </a:t>
            </a:r>
            <a:r>
              <a:rPr lang="en-US" altLang="ko-KR" sz="1600" dirty="0"/>
              <a:t>redirect(reverse(‘</a:t>
            </a:r>
            <a:r>
              <a:rPr lang="en-US" altLang="ko-KR" sz="1600" dirty="0" err="1"/>
              <a:t>board:read</a:t>
            </a:r>
            <a:r>
              <a:rPr lang="en-US" altLang="ko-KR" sz="1600" dirty="0"/>
              <a:t>’,</a:t>
            </a:r>
            <a:r>
              <a:rPr lang="en-US" altLang="ko-KR" sz="1600" dirty="0" err="1"/>
              <a:t>args</a:t>
            </a:r>
            <a:r>
              <a:rPr lang="en-US" altLang="ko-KR" sz="1600" dirty="0"/>
              <a:t>=(id,)))   </a:t>
            </a:r>
            <a:r>
              <a:rPr lang="en-US" altLang="ko-KR" sz="1600" dirty="0">
                <a:solidFill>
                  <a:srgbClr val="FF0000"/>
                </a:solidFill>
              </a:rPr>
              <a:t>## </a:t>
            </a:r>
            <a:r>
              <a:rPr lang="ko-KR" altLang="en-US" sz="1600" dirty="0" err="1">
                <a:solidFill>
                  <a:srgbClr val="FF0000"/>
                </a:solidFill>
              </a:rPr>
              <a:t>튜플</a:t>
            </a:r>
            <a:r>
              <a:rPr lang="ko-KR" altLang="en-US" sz="1600" dirty="0">
                <a:solidFill>
                  <a:srgbClr val="FF0000"/>
                </a:solidFill>
              </a:rPr>
              <a:t> </a:t>
            </a:r>
            <a:r>
              <a:rPr lang="en-US" altLang="ko-KR" sz="1600" dirty="0">
                <a:solidFill>
                  <a:srgbClr val="FF0000"/>
                </a:solidFill>
              </a:rPr>
              <a:t>1</a:t>
            </a:r>
            <a:r>
              <a:rPr lang="ko-KR" altLang="en-US" sz="1600" dirty="0">
                <a:solidFill>
                  <a:srgbClr val="FF0000"/>
                </a:solidFill>
              </a:rPr>
              <a:t>개 </a:t>
            </a:r>
            <a:r>
              <a:rPr lang="ko-KR" altLang="en-US" sz="1600" dirty="0" err="1">
                <a:solidFill>
                  <a:srgbClr val="FF0000"/>
                </a:solidFill>
              </a:rPr>
              <a:t>일때</a:t>
            </a:r>
            <a:r>
              <a:rPr lang="en-US" altLang="ko-KR" sz="1600" dirty="0">
                <a:solidFill>
                  <a:srgbClr val="FF0000"/>
                </a:solidFill>
              </a:rPr>
              <a:t> </a:t>
            </a:r>
            <a:r>
              <a:rPr lang="ko-KR" altLang="en-US" sz="1600" dirty="0">
                <a:solidFill>
                  <a:srgbClr val="FF0000"/>
                </a:solidFill>
              </a:rPr>
              <a:t>뒤에 쉼표</a:t>
            </a:r>
            <a:r>
              <a:rPr lang="en-US" altLang="ko-KR" sz="1600" dirty="0">
                <a:solidFill>
                  <a:srgbClr val="FF0000"/>
                </a:solidFill>
              </a:rPr>
              <a:t> </a:t>
            </a:r>
            <a:r>
              <a:rPr lang="ko-KR" altLang="en-US" sz="1600" dirty="0">
                <a:solidFill>
                  <a:srgbClr val="FF0000"/>
                </a:solidFill>
              </a:rPr>
              <a:t>넣어야 함</a:t>
            </a:r>
            <a:r>
              <a:rPr lang="en-US" altLang="ko-KR" sz="1600" dirty="0">
                <a:solidFill>
                  <a:srgbClr val="FF0000"/>
                </a:solidFill>
              </a:rPr>
              <a:t>.</a:t>
            </a:r>
          </a:p>
          <a:p>
            <a:r>
              <a:rPr lang="en-US" altLang="ko-KR" sz="1600" dirty="0">
                <a:solidFill>
                  <a:srgbClr val="FF0000"/>
                </a:solidFill>
              </a:rPr>
              <a:t>return redirect(    reverse(  '</a:t>
            </a:r>
            <a:r>
              <a:rPr lang="en-US" altLang="ko-KR" sz="1600" dirty="0" err="1">
                <a:solidFill>
                  <a:srgbClr val="FF0000"/>
                </a:solidFill>
              </a:rPr>
              <a:t>students:view</a:t>
            </a:r>
            <a:r>
              <a:rPr lang="en-US" altLang="ko-KR" sz="1600" dirty="0">
                <a:solidFill>
                  <a:srgbClr val="FF0000"/>
                </a:solidFill>
              </a:rPr>
              <a:t>',</a:t>
            </a:r>
            <a:r>
              <a:rPr lang="en-US" altLang="ko-KR" sz="1600" dirty="0" err="1">
                <a:solidFill>
                  <a:srgbClr val="FF0000"/>
                </a:solidFill>
              </a:rPr>
              <a:t>args</a:t>
            </a:r>
            <a:r>
              <a:rPr lang="en-US" altLang="ko-KR" sz="1600" dirty="0">
                <a:solidFill>
                  <a:srgbClr val="FF0000"/>
                </a:solidFill>
              </a:rPr>
              <a:t>=(name,)  )    )</a:t>
            </a:r>
          </a:p>
          <a:p>
            <a:r>
              <a:rPr lang="en-US" altLang="ko-KR" sz="1600" dirty="0">
                <a:solidFill>
                  <a:srgbClr val="FF0000"/>
                </a:solidFill>
              </a:rPr>
              <a:t>return redirect('</a:t>
            </a:r>
            <a:r>
              <a:rPr lang="en-US" altLang="ko-KR" sz="1600" dirty="0" err="1">
                <a:solidFill>
                  <a:srgbClr val="FF0000"/>
                </a:solidFill>
              </a:rPr>
              <a:t>students:view</a:t>
            </a:r>
            <a:r>
              <a:rPr lang="en-US" altLang="ko-KR" sz="1600" dirty="0">
                <a:solidFill>
                  <a:srgbClr val="FF0000"/>
                </a:solidFill>
              </a:rPr>
              <a:t>',name)#</a:t>
            </a:r>
            <a:r>
              <a:rPr lang="ko-KR" altLang="en-US" sz="1600" dirty="0">
                <a:solidFill>
                  <a:srgbClr val="FF0000"/>
                </a:solidFill>
              </a:rPr>
              <a:t>내부적으로 </a:t>
            </a:r>
            <a:r>
              <a:rPr lang="en-US" altLang="ko-KR" sz="1600" dirty="0" err="1">
                <a:solidFill>
                  <a:srgbClr val="FF0000"/>
                </a:solidFill>
              </a:rPr>
              <a:t>resolve_url</a:t>
            </a:r>
            <a:r>
              <a:rPr lang="en-US" altLang="ko-KR" sz="1600" dirty="0">
                <a:solidFill>
                  <a:srgbClr val="FF0000"/>
                </a:solidFill>
              </a:rPr>
              <a:t>() </a:t>
            </a:r>
            <a:r>
              <a:rPr lang="ko-KR" altLang="en-US" sz="1600" dirty="0">
                <a:solidFill>
                  <a:srgbClr val="FF0000"/>
                </a:solidFill>
              </a:rPr>
              <a:t>사용</a:t>
            </a:r>
          </a:p>
          <a:p>
            <a:r>
              <a:rPr lang="en-US" altLang="ko-KR" sz="1600" dirty="0">
                <a:solidFill>
                  <a:srgbClr val="FF0000"/>
                </a:solidFill>
              </a:rPr>
              <a:t>return redirect(f'/students/{name}/view’)</a:t>
            </a:r>
          </a:p>
          <a:p>
            <a:endParaRPr lang="en-US" altLang="ko-KR" sz="1600" dirty="0">
              <a:solidFill>
                <a:srgbClr val="FF0000"/>
              </a:solidFill>
            </a:endParaRPr>
          </a:p>
          <a:p>
            <a:r>
              <a:rPr lang="en-US" altLang="ko-KR" sz="1600" dirty="0">
                <a:solidFill>
                  <a:srgbClr val="FF0000"/>
                </a:solidFill>
              </a:rPr>
              <a:t>return redirect('/blog/detail/1/')    #</a:t>
            </a:r>
            <a:r>
              <a:rPr lang="ko-KR" altLang="en-US" sz="1600" dirty="0">
                <a:solidFill>
                  <a:srgbClr val="FF0000"/>
                </a:solidFill>
              </a:rPr>
              <a:t>상대 </a:t>
            </a:r>
            <a:r>
              <a:rPr lang="en-US" altLang="ko-KR" sz="1600" dirty="0" err="1">
                <a:solidFill>
                  <a:srgbClr val="FF0000"/>
                </a:solidFill>
              </a:rPr>
              <a:t>url</a:t>
            </a:r>
            <a:endParaRPr lang="en-US" altLang="ko-KR" sz="1600" dirty="0">
              <a:solidFill>
                <a:srgbClr val="FF0000"/>
              </a:solidFill>
            </a:endParaRPr>
          </a:p>
          <a:p>
            <a:r>
              <a:rPr lang="en-US" altLang="ko-KR" sz="1600" dirty="0">
                <a:solidFill>
                  <a:srgbClr val="FF0000"/>
                </a:solidFill>
              </a:rPr>
              <a:t>return redirect('http://example.com/blog/detail/1')    #</a:t>
            </a:r>
            <a:r>
              <a:rPr lang="ko-KR" altLang="en-US" sz="1600" dirty="0">
                <a:solidFill>
                  <a:srgbClr val="FF0000"/>
                </a:solidFill>
              </a:rPr>
              <a:t>절대 </a:t>
            </a:r>
            <a:r>
              <a:rPr lang="en-US" altLang="ko-KR" sz="1600" dirty="0" err="1">
                <a:solidFill>
                  <a:srgbClr val="FF0000"/>
                </a:solidFill>
              </a:rPr>
              <a:t>url</a:t>
            </a:r>
            <a:endParaRPr lang="en-US" altLang="ko-KR" sz="1600" dirty="0">
              <a:solidFill>
                <a:srgbClr val="FF0000"/>
              </a:solidFill>
            </a:endParaRP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58E4DD68-E130-B136-D352-26DE5EADBD2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A5BEC173-A374-1EF9-9D4F-A2441E8AB728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E6D4106-7BCA-04D2-DB4C-6779651EBDF7}"/>
              </a:ext>
            </a:extLst>
          </p:cNvPr>
          <p:cNvSpPr txBox="1"/>
          <p:nvPr/>
        </p:nvSpPr>
        <p:spPr>
          <a:xfrm>
            <a:off x="660400" y="203587"/>
            <a:ext cx="111260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[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참조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] 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페이지 이동 함수</a:t>
            </a: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527D3608-6DF9-CD7E-C69D-92B9FF465964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직사각형 5">
            <a:extLst>
              <a:ext uri="{FF2B5EF4-FFF2-40B4-BE49-F238E27FC236}">
                <a16:creationId xmlns:a16="http://schemas.microsoft.com/office/drawing/2014/main" id="{E8D32BA7-795F-C72A-8ED7-DD3595AF6744}"/>
              </a:ext>
            </a:extLst>
          </p:cNvPr>
          <p:cNvSpPr/>
          <p:nvPr/>
        </p:nvSpPr>
        <p:spPr>
          <a:xfrm>
            <a:off x="9578023" y="6392803"/>
            <a:ext cx="2356735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100" dirty="0">
                <a:hlinkClick r:id="rId2"/>
              </a:rPr>
              <a:t>https://valuefactory.tistory.com/605</a:t>
            </a:r>
            <a:endParaRPr lang="en-US" altLang="ko-KR" sz="1100" dirty="0"/>
          </a:p>
          <a:p>
            <a:r>
              <a:rPr lang="en-US" altLang="ko-KR" sz="1100" dirty="0"/>
              <a:t>https://idlecomputer.tistory.com/27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770648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85384-6367-FAB5-C3B6-F565CCB5B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49">
            <a:extLst>
              <a:ext uri="{FF2B5EF4-FFF2-40B4-BE49-F238E27FC236}">
                <a16:creationId xmlns:a16="http://schemas.microsoft.com/office/drawing/2014/main" id="{C9103BC5-AD27-1470-8979-8FAEDBEA3FF8}"/>
              </a:ext>
            </a:extLst>
          </p:cNvPr>
          <p:cNvSpPr txBox="1"/>
          <p:nvPr/>
        </p:nvSpPr>
        <p:spPr>
          <a:xfrm>
            <a:off x="416358" y="1029391"/>
            <a:ext cx="5262989" cy="4016484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500" dirty="0"/>
              <a:t>from </a:t>
            </a:r>
            <a:r>
              <a:rPr lang="en-US" altLang="ko-KR" sz="1500" dirty="0" err="1"/>
              <a:t>django.urls</a:t>
            </a:r>
            <a:r>
              <a:rPr lang="en-US" altLang="ko-KR" sz="1500" dirty="0"/>
              <a:t> import </a:t>
            </a:r>
            <a:r>
              <a:rPr lang="en-US" altLang="ko-KR" sz="1500" dirty="0" err="1"/>
              <a:t>path,include</a:t>
            </a:r>
            <a:endParaRPr lang="en-US" altLang="ko-KR" sz="1500" dirty="0"/>
          </a:p>
          <a:p>
            <a:r>
              <a:rPr lang="en-US" altLang="ko-KR" sz="1500" dirty="0"/>
              <a:t>from . import views</a:t>
            </a:r>
          </a:p>
          <a:p>
            <a:br>
              <a:rPr lang="en-US" altLang="ko-KR" sz="1500" dirty="0"/>
            </a:br>
            <a:r>
              <a:rPr lang="en-US" altLang="ko-KR" sz="1500" dirty="0"/>
              <a:t># </a:t>
            </a:r>
            <a:r>
              <a:rPr lang="en-US" altLang="ko-KR" sz="1500" dirty="0" err="1"/>
              <a:t>app_name</a:t>
            </a:r>
            <a:r>
              <a:rPr lang="ko-KR" altLang="en-US" sz="1500" dirty="0"/>
              <a:t>는 </a:t>
            </a:r>
            <a:r>
              <a:rPr lang="en-US" altLang="ko-KR" sz="1500" dirty="0"/>
              <a:t>/ </a:t>
            </a:r>
            <a:r>
              <a:rPr lang="ko-KR" altLang="en-US" sz="1500" dirty="0"/>
              <a:t>붙이지 않음</a:t>
            </a:r>
          </a:p>
          <a:p>
            <a:r>
              <a:rPr lang="en-US" altLang="ko-KR" sz="1500" dirty="0" err="1"/>
              <a:t>app_name</a:t>
            </a:r>
            <a:r>
              <a:rPr lang="en-US" altLang="ko-KR" sz="1500" dirty="0"/>
              <a:t> = 'students'</a:t>
            </a:r>
          </a:p>
          <a:p>
            <a:r>
              <a:rPr lang="en-US" altLang="ko-KR" sz="1500" dirty="0" err="1"/>
              <a:t>urlpatterns</a:t>
            </a:r>
            <a:r>
              <a:rPr lang="en-US" altLang="ko-KR" sz="1500" dirty="0"/>
              <a:t> = [</a:t>
            </a:r>
          </a:p>
          <a:p>
            <a:r>
              <a:rPr lang="en-US" altLang="ko-KR" sz="1500" dirty="0"/>
              <a:t>    # path / </a:t>
            </a:r>
            <a:r>
              <a:rPr lang="ko-KR" altLang="en-US" sz="1500" dirty="0"/>
              <a:t>붙임</a:t>
            </a:r>
            <a:r>
              <a:rPr lang="en-US" altLang="ko-KR" sz="1500" dirty="0"/>
              <a:t>.</a:t>
            </a:r>
            <a:endParaRPr lang="ko-KR" altLang="en-US" sz="1500" dirty="0"/>
          </a:p>
          <a:p>
            <a:r>
              <a:rPr lang="ko-KR" altLang="en-US" sz="1500" dirty="0"/>
              <a:t>    </a:t>
            </a:r>
            <a:r>
              <a:rPr lang="en-US" altLang="ko-KR" sz="1500" dirty="0"/>
              <a:t>path('list/', </a:t>
            </a:r>
            <a:r>
              <a:rPr lang="en-US" altLang="ko-KR" sz="1500" dirty="0" err="1"/>
              <a:t>views.list</a:t>
            </a:r>
            <a:r>
              <a:rPr lang="en-US" altLang="ko-KR" sz="1500" dirty="0"/>
              <a:t>, name='list'),</a:t>
            </a:r>
          </a:p>
          <a:p>
            <a:r>
              <a:rPr lang="en-US" altLang="ko-KR" sz="1500" dirty="0"/>
              <a:t>    path('write/', </a:t>
            </a:r>
            <a:r>
              <a:rPr lang="en-US" altLang="ko-KR" sz="1500" dirty="0" err="1"/>
              <a:t>views.write</a:t>
            </a:r>
            <a:r>
              <a:rPr lang="en-US" altLang="ko-KR" sz="1500" dirty="0"/>
              <a:t>, name='write'),</a:t>
            </a:r>
          </a:p>
          <a:p>
            <a:r>
              <a:rPr lang="en-US" altLang="ko-KR" sz="1500" dirty="0"/>
              <a:t>    </a:t>
            </a:r>
          </a:p>
          <a:p>
            <a:r>
              <a:rPr lang="en-US" altLang="ko-KR" sz="1500" dirty="0"/>
              <a:t>    path('view/&lt;</a:t>
            </a:r>
            <a:r>
              <a:rPr lang="en-US" altLang="ko-KR" sz="1500" dirty="0" err="1"/>
              <a:t>int:no</a:t>
            </a:r>
            <a:r>
              <a:rPr lang="en-US" altLang="ko-KR" sz="1500" dirty="0"/>
              <a:t>&gt;/', </a:t>
            </a:r>
            <a:r>
              <a:rPr lang="en-US" altLang="ko-KR" sz="1500" dirty="0" err="1"/>
              <a:t>views.view</a:t>
            </a:r>
            <a:r>
              <a:rPr lang="en-US" altLang="ko-KR" sz="1500" dirty="0"/>
              <a:t>, name='view'),</a:t>
            </a:r>
          </a:p>
          <a:p>
            <a:r>
              <a:rPr lang="en-US" altLang="ko-KR" sz="1500" dirty="0"/>
              <a:t>    path('update/&lt;</a:t>
            </a:r>
            <a:r>
              <a:rPr lang="en-US" altLang="ko-KR" sz="1500" dirty="0" err="1"/>
              <a:t>int:no</a:t>
            </a:r>
            <a:r>
              <a:rPr lang="en-US" altLang="ko-KR" sz="1500" dirty="0"/>
              <a:t>&gt;/', </a:t>
            </a:r>
            <a:r>
              <a:rPr lang="en-US" altLang="ko-KR" sz="1500" dirty="0" err="1"/>
              <a:t>views.update</a:t>
            </a:r>
            <a:r>
              <a:rPr lang="en-US" altLang="ko-KR" sz="1500" dirty="0"/>
              <a:t>, name='update’), </a:t>
            </a:r>
            <a:br>
              <a:rPr lang="en-US" altLang="ko-KR" sz="1500" dirty="0"/>
            </a:br>
            <a:r>
              <a:rPr lang="en-US" altLang="ko-KR" sz="1500" dirty="0"/>
              <a:t>    #</a:t>
            </a:r>
            <a:r>
              <a:rPr lang="ko-KR" altLang="en-US" sz="1500" dirty="0"/>
              <a:t>학생정보수정페이지 열기</a:t>
            </a:r>
          </a:p>
          <a:p>
            <a:r>
              <a:rPr lang="ko-KR" altLang="en-US" sz="1500" dirty="0"/>
              <a:t>    </a:t>
            </a:r>
            <a:endParaRPr lang="en-US" altLang="ko-KR" sz="1500" dirty="0"/>
          </a:p>
          <a:p>
            <a:r>
              <a:rPr lang="en-US" altLang="ko-KR" sz="1500" dirty="0"/>
              <a:t>    path('delete/&lt;</a:t>
            </a:r>
            <a:r>
              <a:rPr lang="en-US" altLang="ko-KR" sz="1500" dirty="0" err="1"/>
              <a:t>int:no</a:t>
            </a:r>
            <a:r>
              <a:rPr lang="en-US" altLang="ko-KR" sz="1500" dirty="0"/>
              <a:t>&gt;/', </a:t>
            </a:r>
            <a:r>
              <a:rPr lang="en-US" altLang="ko-KR" sz="1500" dirty="0" err="1"/>
              <a:t>views.delete</a:t>
            </a:r>
            <a:r>
              <a:rPr lang="en-US" altLang="ko-KR" sz="1500" dirty="0"/>
              <a:t>, name='delete’), </a:t>
            </a:r>
            <a:br>
              <a:rPr lang="en-US" altLang="ko-KR" sz="1500" dirty="0"/>
            </a:br>
            <a:r>
              <a:rPr lang="en-US" altLang="ko-KR" sz="1500" dirty="0"/>
              <a:t>    # </a:t>
            </a:r>
            <a:r>
              <a:rPr lang="ko-KR" altLang="en-US" sz="1500" dirty="0"/>
              <a:t>학생정보삭제</a:t>
            </a:r>
          </a:p>
          <a:p>
            <a:r>
              <a:rPr lang="en-US" altLang="ko-KR" sz="1500" dirty="0"/>
              <a:t>]</a:t>
            </a: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EFA79AC2-DCDB-069F-DF5A-E5254AC41FFB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73A626CD-8418-5FBA-C82A-AAEA8158B9EE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CF354DB-5AD1-B418-E43D-C145A5B71BCF}"/>
              </a:ext>
            </a:extLst>
          </p:cNvPr>
          <p:cNvSpPr txBox="1"/>
          <p:nvPr/>
        </p:nvSpPr>
        <p:spPr>
          <a:xfrm>
            <a:off x="660400" y="203587"/>
            <a:ext cx="111260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학생 정보 보기 페이지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– 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students:view</a:t>
            </a:r>
            <a:endParaRPr lang="ko-KR" altLang="en-US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ED147F7-07B9-7936-B3E9-C9B266E2E9FA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6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03E260DB-9D1E-9332-C1D2-F43FEA77E2D8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4CD2799-71C1-0004-4324-4594A8EFEA14}"/>
              </a:ext>
            </a:extLst>
          </p:cNvPr>
          <p:cNvSpPr txBox="1"/>
          <p:nvPr/>
        </p:nvSpPr>
        <p:spPr>
          <a:xfrm>
            <a:off x="5796794" y="1029391"/>
            <a:ext cx="6076423" cy="313154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noAutofit/>
          </a:bodyPr>
          <a:lstStyle/>
          <a:p>
            <a:br>
              <a:rPr lang="ko-KR" altLang="en-US" dirty="0"/>
            </a:br>
            <a:r>
              <a:rPr lang="en-US" altLang="ko-KR" dirty="0"/>
              <a:t># </a:t>
            </a:r>
            <a:r>
              <a:rPr lang="ko-KR" altLang="en-US" dirty="0"/>
              <a:t>학생정보 상세보기</a:t>
            </a:r>
          </a:p>
          <a:p>
            <a:r>
              <a:rPr lang="en-US" altLang="ko-KR" dirty="0"/>
              <a:t>def view(</a:t>
            </a:r>
            <a:r>
              <a:rPr lang="en-US" altLang="ko-KR" dirty="0" err="1"/>
              <a:t>request,no</a:t>
            </a:r>
            <a:r>
              <a:rPr lang="en-US" altLang="ko-KR" dirty="0"/>
              <a:t>):</a:t>
            </a:r>
          </a:p>
          <a:p>
            <a:r>
              <a:rPr lang="en-US" altLang="ko-KR" dirty="0"/>
              <a:t>    try:</a:t>
            </a:r>
          </a:p>
          <a:p>
            <a:r>
              <a:rPr lang="en-US" altLang="ko-KR" dirty="0"/>
              <a:t>        </a:t>
            </a:r>
            <a:r>
              <a:rPr lang="en-US" altLang="ko-KR" dirty="0" err="1"/>
              <a:t>qs</a:t>
            </a:r>
            <a:r>
              <a:rPr lang="en-US" altLang="ko-KR" dirty="0"/>
              <a:t> = </a:t>
            </a:r>
            <a:r>
              <a:rPr lang="en-US" altLang="ko-KR" dirty="0" err="1"/>
              <a:t>Student.objects.get</a:t>
            </a:r>
            <a:r>
              <a:rPr lang="en-US" altLang="ko-KR" dirty="0"/>
              <a:t>(no=no)</a:t>
            </a:r>
          </a:p>
          <a:p>
            <a:r>
              <a:rPr lang="en-US" altLang="ko-KR" dirty="0"/>
              <a:t>    except:</a:t>
            </a:r>
          </a:p>
          <a:p>
            <a:r>
              <a:rPr lang="en-US" altLang="ko-KR" dirty="0"/>
              <a:t>        </a:t>
            </a:r>
            <a:r>
              <a:rPr lang="en-US" altLang="ko-KR" dirty="0" err="1"/>
              <a:t>qs</a:t>
            </a:r>
            <a:r>
              <a:rPr lang="en-US" altLang="ko-KR" dirty="0"/>
              <a:t> = None    </a:t>
            </a:r>
          </a:p>
          <a:p>
            <a:r>
              <a:rPr lang="en-US" altLang="ko-KR" dirty="0"/>
              <a:t>    print('</a:t>
            </a:r>
            <a:r>
              <a:rPr lang="ko-KR" altLang="en-US" dirty="0"/>
              <a:t>전달 </a:t>
            </a:r>
            <a:r>
              <a:rPr lang="en-US" altLang="ko-KR" dirty="0"/>
              <a:t>no :',no)</a:t>
            </a:r>
          </a:p>
          <a:p>
            <a:r>
              <a:rPr lang="en-US" altLang="ko-KR" dirty="0"/>
              <a:t>    context = {'</a:t>
            </a:r>
            <a:r>
              <a:rPr lang="en-US" altLang="ko-KR" dirty="0" err="1"/>
              <a:t>stu</a:t>
            </a:r>
            <a:r>
              <a:rPr lang="en-US" altLang="ko-KR" dirty="0"/>
              <a:t>':</a:t>
            </a:r>
            <a:r>
              <a:rPr lang="en-US" altLang="ko-KR" dirty="0" err="1"/>
              <a:t>qs</a:t>
            </a:r>
            <a:r>
              <a:rPr lang="en-US" altLang="ko-KR" dirty="0"/>
              <a:t>}</a:t>
            </a:r>
          </a:p>
          <a:p>
            <a:r>
              <a:rPr lang="en-US" altLang="ko-KR" dirty="0"/>
              <a:t>    return render(</a:t>
            </a:r>
            <a:r>
              <a:rPr lang="en-US" altLang="ko-KR" dirty="0" err="1"/>
              <a:t>request,'students</a:t>
            </a:r>
            <a:r>
              <a:rPr lang="en-US" altLang="ko-KR" dirty="0"/>
              <a:t>/</a:t>
            </a:r>
            <a:r>
              <a:rPr lang="en-US" altLang="ko-KR" dirty="0" err="1"/>
              <a:t>view.html',context</a:t>
            </a:r>
            <a:r>
              <a:rPr lang="en-US" altLang="ko-KR" dirty="0"/>
              <a:t>)</a:t>
            </a:r>
          </a:p>
          <a:p>
            <a:br>
              <a:rPr lang="en-US" altLang="ko-KR" dirty="0"/>
            </a:br>
            <a:endParaRPr lang="en-US" altLang="ko-KR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137B9F0A-B465-B6E8-6A17-1C28F3DD725E}"/>
              </a:ext>
            </a:extLst>
          </p:cNvPr>
          <p:cNvSpPr/>
          <p:nvPr/>
        </p:nvSpPr>
        <p:spPr>
          <a:xfrm>
            <a:off x="10444293" y="1029391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views.py</a:t>
            </a:r>
            <a:endParaRPr lang="ko-KR" altLang="en-US" dirty="0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6217E7-A37D-9EAA-84A4-30F726D20CF6}"/>
              </a:ext>
            </a:extLst>
          </p:cNvPr>
          <p:cNvSpPr/>
          <p:nvPr/>
        </p:nvSpPr>
        <p:spPr>
          <a:xfrm>
            <a:off x="4250423" y="1029391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urls.py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5D79840-1E73-134C-FE72-BB144BBD69C0}"/>
              </a:ext>
            </a:extLst>
          </p:cNvPr>
          <p:cNvSpPr/>
          <p:nvPr/>
        </p:nvSpPr>
        <p:spPr>
          <a:xfrm>
            <a:off x="416358" y="3349094"/>
            <a:ext cx="5262989" cy="2604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BF2139-4144-8D4A-5FEF-3811BFEC11CA}"/>
              </a:ext>
            </a:extLst>
          </p:cNvPr>
          <p:cNvSpPr txBox="1"/>
          <p:nvPr/>
        </p:nvSpPr>
        <p:spPr>
          <a:xfrm>
            <a:off x="416358" y="5455711"/>
            <a:ext cx="3484523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html</a:t>
            </a:r>
            <a:r>
              <a:rPr lang="ko-KR" altLang="en-US" sz="1600" b="1" dirty="0"/>
              <a:t> 파일에서 데이터를 전달 받음</a:t>
            </a:r>
            <a:br>
              <a:rPr lang="en-US" altLang="ko-KR" sz="1600" b="1" dirty="0"/>
            </a:br>
            <a:r>
              <a:rPr lang="en-US" altLang="ko-KR" sz="1600" b="1" dirty="0"/>
              <a:t>&lt;str : name &gt;     # </a:t>
            </a:r>
            <a:r>
              <a:rPr lang="ko-KR" altLang="en-US" sz="1600" b="1" dirty="0"/>
              <a:t>문자일때</a:t>
            </a:r>
            <a:br>
              <a:rPr lang="en-US" altLang="ko-KR" sz="1600" b="1" dirty="0"/>
            </a:br>
            <a:r>
              <a:rPr lang="en-US" altLang="ko-KR" sz="1600" b="1" dirty="0"/>
              <a:t>&lt;int : </a:t>
            </a:r>
            <a:r>
              <a:rPr lang="en-US" altLang="ko-KR" sz="1600" b="1" dirty="0" err="1"/>
              <a:t>b_no</a:t>
            </a:r>
            <a:r>
              <a:rPr lang="en-US" altLang="ko-KR" sz="1600" b="1" dirty="0"/>
              <a:t>&gt;       # </a:t>
            </a:r>
            <a:r>
              <a:rPr lang="ko-KR" altLang="en-US" sz="1600" b="1" dirty="0"/>
              <a:t>숫자일때</a:t>
            </a:r>
          </a:p>
        </p:txBody>
      </p:sp>
      <p:cxnSp>
        <p:nvCxnSpPr>
          <p:cNvPr id="4" name="연결선: 꺾임 3">
            <a:extLst>
              <a:ext uri="{FF2B5EF4-FFF2-40B4-BE49-F238E27FC236}">
                <a16:creationId xmlns:a16="http://schemas.microsoft.com/office/drawing/2014/main" id="{8A2E1FC2-18E7-30B8-EE76-765D2C658E8B}"/>
              </a:ext>
            </a:extLst>
          </p:cNvPr>
          <p:cNvCxnSpPr>
            <a:cxnSpLocks/>
            <a:stCxn id="3" idx="1"/>
            <a:endCxn id="2" idx="1"/>
          </p:cNvCxnSpPr>
          <p:nvPr/>
        </p:nvCxnSpPr>
        <p:spPr>
          <a:xfrm rot="10800000">
            <a:off x="416358" y="3479334"/>
            <a:ext cx="12700" cy="2391876"/>
          </a:xfrm>
          <a:prstGeom prst="bentConnector3">
            <a:avLst>
              <a:gd name="adj1" fmla="val 180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>
            <a:extLst>
              <a:ext uri="{FF2B5EF4-FFF2-40B4-BE49-F238E27FC236}">
                <a16:creationId xmlns:a16="http://schemas.microsoft.com/office/drawing/2014/main" id="{FE084918-B858-42E5-6B4D-1065675464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2475" y="4332299"/>
            <a:ext cx="3649210" cy="230325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909EBB49-AB03-F2D9-AD55-AFB2B6BA5299}"/>
              </a:ext>
            </a:extLst>
          </p:cNvPr>
          <p:cNvSpPr/>
          <p:nvPr/>
        </p:nvSpPr>
        <p:spPr>
          <a:xfrm>
            <a:off x="9927957" y="4332299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상세보기화면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276682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10948-34B2-DB0E-C070-309455383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49">
            <a:extLst>
              <a:ext uri="{FF2B5EF4-FFF2-40B4-BE49-F238E27FC236}">
                <a16:creationId xmlns:a16="http://schemas.microsoft.com/office/drawing/2014/main" id="{91AD28D2-E640-4DAD-B56D-91E67353DA40}"/>
              </a:ext>
            </a:extLst>
          </p:cNvPr>
          <p:cNvSpPr txBox="1"/>
          <p:nvPr/>
        </p:nvSpPr>
        <p:spPr>
          <a:xfrm>
            <a:off x="416359" y="994230"/>
            <a:ext cx="5679642" cy="5863769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noAutofit/>
          </a:bodyPr>
          <a:lstStyle/>
          <a:p>
            <a:r>
              <a:rPr lang="en-US" altLang="ko-KR" sz="1050" dirty="0"/>
              <a:t>&lt;!DOCTYPE html&gt;</a:t>
            </a:r>
          </a:p>
          <a:p>
            <a:r>
              <a:rPr lang="en-US" altLang="ko-KR" sz="1050" dirty="0"/>
              <a:t>&lt;html lang="</a:t>
            </a:r>
            <a:r>
              <a:rPr lang="en-US" altLang="ko-KR" sz="1050" dirty="0" err="1"/>
              <a:t>en</a:t>
            </a:r>
            <a:r>
              <a:rPr lang="en-US" altLang="ko-KR" sz="1050" dirty="0"/>
              <a:t>"&gt;</a:t>
            </a:r>
          </a:p>
          <a:p>
            <a:r>
              <a:rPr lang="en-US" altLang="ko-KR" sz="1050" dirty="0"/>
              <a:t>&lt;head&gt;</a:t>
            </a:r>
          </a:p>
          <a:p>
            <a:r>
              <a:rPr lang="en-US" altLang="ko-KR" sz="1050" dirty="0"/>
              <a:t>    &lt;meta charset="UTF-8"&gt;</a:t>
            </a:r>
          </a:p>
          <a:p>
            <a:r>
              <a:rPr lang="en-US" altLang="ko-KR" sz="1050" dirty="0"/>
              <a:t>    &lt;meta name="viewport" content="width=device-width, initial-scale=1.0"&gt;</a:t>
            </a:r>
          </a:p>
          <a:p>
            <a:r>
              <a:rPr lang="en-US" altLang="ko-KR" sz="1050" dirty="0"/>
              <a:t>    &lt;title&gt;Document&lt;/title&gt;</a:t>
            </a:r>
          </a:p>
          <a:p>
            <a:r>
              <a:rPr lang="en-US" altLang="ko-KR" sz="1050" dirty="0"/>
              <a:t>    &lt;style&gt;</a:t>
            </a:r>
          </a:p>
          <a:p>
            <a:r>
              <a:rPr lang="en-US" altLang="ko-KR" sz="1050" dirty="0"/>
              <a:t>        h2{</a:t>
            </a:r>
            <a:r>
              <a:rPr lang="en-US" altLang="ko-KR" sz="1050" dirty="0" err="1"/>
              <a:t>text-align:center</a:t>
            </a:r>
            <a:r>
              <a:rPr lang="en-US" altLang="ko-KR" sz="1050" dirty="0"/>
              <a:t>;}</a:t>
            </a:r>
          </a:p>
          <a:p>
            <a:r>
              <a:rPr lang="en-US" altLang="ko-KR" sz="1050" dirty="0"/>
              <a:t>        </a:t>
            </a:r>
            <a:r>
              <a:rPr lang="en-US" altLang="ko-KR" sz="1050" dirty="0" err="1"/>
              <a:t>table,th,td</a:t>
            </a:r>
            <a:r>
              <a:rPr lang="en-US" altLang="ko-KR" sz="1050" dirty="0"/>
              <a:t>{border:1px solid black; </a:t>
            </a:r>
            <a:r>
              <a:rPr lang="en-US" altLang="ko-KR" sz="1050" dirty="0" err="1"/>
              <a:t>border-collapse:collapse</a:t>
            </a:r>
            <a:r>
              <a:rPr lang="en-US" altLang="ko-KR" sz="1050" dirty="0"/>
              <a:t>;}</a:t>
            </a:r>
          </a:p>
          <a:p>
            <a:r>
              <a:rPr lang="en-US" altLang="ko-KR" sz="1050" dirty="0"/>
              <a:t>        table{width:800px; margin:20px auto;}</a:t>
            </a:r>
          </a:p>
          <a:p>
            <a:r>
              <a:rPr lang="en-US" altLang="ko-KR" sz="1050" dirty="0"/>
              <a:t>        </a:t>
            </a:r>
            <a:r>
              <a:rPr lang="en-US" altLang="ko-KR" sz="1050" dirty="0" err="1"/>
              <a:t>th,td</a:t>
            </a:r>
            <a:r>
              <a:rPr lang="en-US" altLang="ko-KR" sz="1050" dirty="0"/>
              <a:t>{height:40px; </a:t>
            </a:r>
            <a:r>
              <a:rPr lang="en-US" altLang="ko-KR" sz="1050" dirty="0" err="1"/>
              <a:t>text-align:center</a:t>
            </a:r>
            <a:r>
              <a:rPr lang="en-US" altLang="ko-KR" sz="1050" dirty="0"/>
              <a:t>;}</a:t>
            </a:r>
          </a:p>
          <a:p>
            <a:r>
              <a:rPr lang="en-US" altLang="ko-KR" sz="1050" dirty="0"/>
              <a:t>        div{width:500px; margin:0 auto;}</a:t>
            </a:r>
          </a:p>
          <a:p>
            <a:r>
              <a:rPr lang="en-US" altLang="ko-KR" sz="1050" dirty="0"/>
              <a:t>        button{width:150px; height:50px; font-size:20px;}</a:t>
            </a:r>
          </a:p>
          <a:p>
            <a:r>
              <a:rPr lang="en-US" altLang="ko-KR" sz="1050" dirty="0"/>
              <a:t>    &lt;/style&gt;</a:t>
            </a:r>
          </a:p>
          <a:p>
            <a:r>
              <a:rPr lang="en-US" altLang="ko-KR" sz="1050" dirty="0"/>
              <a:t>&lt;/head&gt;</a:t>
            </a:r>
          </a:p>
          <a:p>
            <a:r>
              <a:rPr lang="en-US" altLang="ko-KR" sz="1050" dirty="0"/>
              <a:t>&lt;body&gt;</a:t>
            </a:r>
          </a:p>
          <a:p>
            <a:r>
              <a:rPr lang="en-US" altLang="ko-KR" sz="1050" dirty="0"/>
              <a:t>    &lt;h2&gt;</a:t>
            </a:r>
            <a:r>
              <a:rPr lang="ko-KR" altLang="en-US" sz="1050" dirty="0"/>
              <a:t>학생정보 상세보기</a:t>
            </a:r>
            <a:r>
              <a:rPr lang="en-US" altLang="ko-KR" sz="1050" dirty="0"/>
              <a:t>&lt;/h2&gt;</a:t>
            </a:r>
          </a:p>
          <a:p>
            <a:r>
              <a:rPr lang="en-US" altLang="ko-KR" sz="1050" dirty="0"/>
              <a:t>    &lt;table&gt;</a:t>
            </a:r>
          </a:p>
          <a:p>
            <a:r>
              <a:rPr lang="en-US" altLang="ko-KR" sz="1050" dirty="0"/>
              <a:t>        {% if </a:t>
            </a:r>
            <a:r>
              <a:rPr lang="en-US" altLang="ko-KR" sz="1050" dirty="0" err="1"/>
              <a:t>stu</a:t>
            </a:r>
            <a:r>
              <a:rPr lang="en-US" altLang="ko-KR" sz="1050" dirty="0"/>
              <a:t> != None %}</a:t>
            </a:r>
          </a:p>
          <a:p>
            <a:r>
              <a:rPr lang="en-US" altLang="ko-KR" sz="1050" dirty="0"/>
              <a:t>        &lt;tr&gt;</a:t>
            </a:r>
          </a:p>
          <a:p>
            <a:r>
              <a:rPr lang="en-US" altLang="ko-KR" sz="1050" dirty="0"/>
              <a:t>            &lt;</a:t>
            </a:r>
            <a:r>
              <a:rPr lang="en-US" altLang="ko-KR" sz="1050" dirty="0" err="1"/>
              <a:t>th</a:t>
            </a:r>
            <a:r>
              <a:rPr lang="en-US" altLang="ko-KR" sz="1050" dirty="0"/>
              <a:t>&gt;</a:t>
            </a:r>
            <a:r>
              <a:rPr lang="ko-KR" altLang="en-US" sz="1050" dirty="0"/>
              <a:t>번호</a:t>
            </a:r>
            <a:r>
              <a:rPr lang="en-US" altLang="ko-KR" sz="1050" dirty="0"/>
              <a:t>&lt;/</a:t>
            </a:r>
            <a:r>
              <a:rPr lang="en-US" altLang="ko-KR" sz="1050" dirty="0" err="1"/>
              <a:t>th</a:t>
            </a:r>
            <a:r>
              <a:rPr lang="en-US" altLang="ko-KR" sz="1050" dirty="0"/>
              <a:t>&gt;</a:t>
            </a:r>
          </a:p>
          <a:p>
            <a:r>
              <a:rPr lang="en-US" altLang="ko-KR" sz="1050" dirty="0"/>
              <a:t>            &lt;td&gt;{{stu.no}}&lt;/td&gt;</a:t>
            </a:r>
          </a:p>
          <a:p>
            <a:r>
              <a:rPr lang="en-US" altLang="ko-KR" sz="1050" dirty="0"/>
              <a:t>        &lt;/tr&gt;</a:t>
            </a:r>
          </a:p>
          <a:p>
            <a:r>
              <a:rPr lang="en-US" altLang="ko-KR" sz="1050" dirty="0"/>
              <a:t>        &lt;tr&gt;</a:t>
            </a:r>
          </a:p>
          <a:p>
            <a:r>
              <a:rPr lang="en-US" altLang="ko-KR" sz="1050" dirty="0"/>
              <a:t>            &lt;</a:t>
            </a:r>
            <a:r>
              <a:rPr lang="en-US" altLang="ko-KR" sz="1050" dirty="0" err="1"/>
              <a:t>th</a:t>
            </a:r>
            <a:r>
              <a:rPr lang="en-US" altLang="ko-KR" sz="1050" dirty="0"/>
              <a:t>&gt;</a:t>
            </a:r>
            <a:r>
              <a:rPr lang="ko-KR" altLang="en-US" sz="1050" dirty="0"/>
              <a:t>이름</a:t>
            </a:r>
            <a:r>
              <a:rPr lang="en-US" altLang="ko-KR" sz="1050" dirty="0"/>
              <a:t>&lt;/</a:t>
            </a:r>
            <a:r>
              <a:rPr lang="en-US" altLang="ko-KR" sz="1050" dirty="0" err="1"/>
              <a:t>th</a:t>
            </a:r>
            <a:r>
              <a:rPr lang="en-US" altLang="ko-KR" sz="1050" dirty="0"/>
              <a:t>&gt;</a:t>
            </a:r>
          </a:p>
          <a:p>
            <a:r>
              <a:rPr lang="en-US" altLang="ko-KR" sz="1050" dirty="0"/>
              <a:t>            &lt;td&gt;{{stu.name}}&lt;/td&gt;</a:t>
            </a:r>
          </a:p>
          <a:p>
            <a:r>
              <a:rPr lang="en-US" altLang="ko-KR" sz="1050" dirty="0"/>
              <a:t>        &lt;/tr&gt;</a:t>
            </a:r>
          </a:p>
          <a:p>
            <a:r>
              <a:rPr lang="en-US" altLang="ko-KR" sz="1050" dirty="0"/>
              <a:t>        &lt;tr&gt;</a:t>
            </a:r>
          </a:p>
          <a:p>
            <a:r>
              <a:rPr lang="en-US" altLang="ko-KR" sz="1050" dirty="0"/>
              <a:t>            &lt;</a:t>
            </a:r>
            <a:r>
              <a:rPr lang="en-US" altLang="ko-KR" sz="1050" dirty="0" err="1"/>
              <a:t>th</a:t>
            </a:r>
            <a:r>
              <a:rPr lang="en-US" altLang="ko-KR" sz="1050" dirty="0"/>
              <a:t>&gt;</a:t>
            </a:r>
            <a:r>
              <a:rPr lang="ko-KR" altLang="en-US" sz="1050" dirty="0"/>
              <a:t>학과</a:t>
            </a:r>
            <a:r>
              <a:rPr lang="en-US" altLang="ko-KR" sz="1050" dirty="0"/>
              <a:t>&lt;/</a:t>
            </a:r>
            <a:r>
              <a:rPr lang="en-US" altLang="ko-KR" sz="1050" dirty="0" err="1"/>
              <a:t>th</a:t>
            </a:r>
            <a:r>
              <a:rPr lang="en-US" altLang="ko-KR" sz="1050" dirty="0"/>
              <a:t>&gt;</a:t>
            </a:r>
          </a:p>
          <a:p>
            <a:r>
              <a:rPr lang="en-US" altLang="ko-KR" sz="1050" dirty="0"/>
              <a:t>            &lt;td&gt;{{</a:t>
            </a:r>
            <a:r>
              <a:rPr lang="en-US" altLang="ko-KR" sz="1050" dirty="0" err="1"/>
              <a:t>stu.major</a:t>
            </a:r>
            <a:r>
              <a:rPr lang="en-US" altLang="ko-KR" sz="1050" dirty="0"/>
              <a:t>}}&lt;/td&gt;</a:t>
            </a:r>
          </a:p>
          <a:p>
            <a:r>
              <a:rPr lang="en-US" altLang="ko-KR" sz="1050" dirty="0"/>
              <a:t>        &lt;/tr&gt;</a:t>
            </a:r>
          </a:p>
          <a:p>
            <a:r>
              <a:rPr lang="en-US" altLang="ko-KR" sz="1050" dirty="0"/>
              <a:t>        &lt;tr&gt;</a:t>
            </a:r>
          </a:p>
          <a:p>
            <a:r>
              <a:rPr lang="en-US" altLang="ko-KR" sz="1050" dirty="0"/>
              <a:t>            &lt;</a:t>
            </a:r>
            <a:r>
              <a:rPr lang="en-US" altLang="ko-KR" sz="1050" dirty="0" err="1"/>
              <a:t>th</a:t>
            </a:r>
            <a:r>
              <a:rPr lang="en-US" altLang="ko-KR" sz="1050" dirty="0"/>
              <a:t>&gt;</a:t>
            </a:r>
            <a:r>
              <a:rPr lang="ko-KR" altLang="en-US" sz="1050" dirty="0"/>
              <a:t>학년</a:t>
            </a:r>
            <a:r>
              <a:rPr lang="en-US" altLang="ko-KR" sz="1050" dirty="0"/>
              <a:t>&lt;/</a:t>
            </a:r>
            <a:r>
              <a:rPr lang="en-US" altLang="ko-KR" sz="1050" dirty="0" err="1"/>
              <a:t>th</a:t>
            </a:r>
            <a:r>
              <a:rPr lang="en-US" altLang="ko-KR" sz="1050" dirty="0"/>
              <a:t>&gt;</a:t>
            </a:r>
          </a:p>
          <a:p>
            <a:r>
              <a:rPr lang="en-US" altLang="ko-KR" sz="1050" dirty="0"/>
              <a:t>            &lt;td&gt;{{</a:t>
            </a:r>
            <a:r>
              <a:rPr lang="en-US" altLang="ko-KR" sz="1050" dirty="0" err="1"/>
              <a:t>stu.grade</a:t>
            </a:r>
            <a:r>
              <a:rPr lang="en-US" altLang="ko-KR" sz="1050" dirty="0"/>
              <a:t>}}&lt;/td&gt;</a:t>
            </a:r>
          </a:p>
          <a:p>
            <a:r>
              <a:rPr lang="en-US" altLang="ko-KR" sz="1050" dirty="0"/>
              <a:t>        &lt;/tr&gt;</a:t>
            </a:r>
          </a:p>
          <a:p>
            <a:endParaRPr lang="en-US" altLang="ko-KR" sz="1050" dirty="0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7730E319-E523-4432-6A14-A1DC07F8DBA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FF42349B-CB51-20AA-E2C8-5D206044AC26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18A9A29-4808-ABBB-5BB1-A5CB6AA92D47}"/>
              </a:ext>
            </a:extLst>
          </p:cNvPr>
          <p:cNvSpPr txBox="1"/>
          <p:nvPr/>
        </p:nvSpPr>
        <p:spPr>
          <a:xfrm>
            <a:off x="660400" y="203587"/>
            <a:ext cx="111260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학생 정보 보기 페이지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– view.html</a:t>
            </a:r>
            <a:endParaRPr lang="ko-KR" altLang="en-US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4E9646A-B6FB-4CE2-0BE2-F40746DB9DF8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6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BD6372BD-123E-AFB4-7AEC-8CD968A3AA44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09B0D9A-408D-B565-7ACA-D7DFDFF64B1C}"/>
              </a:ext>
            </a:extLst>
          </p:cNvPr>
          <p:cNvSpPr txBox="1"/>
          <p:nvPr/>
        </p:nvSpPr>
        <p:spPr>
          <a:xfrm>
            <a:off x="6223430" y="994230"/>
            <a:ext cx="5679642" cy="5725345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noAutofit/>
          </a:bodyPr>
          <a:lstStyle/>
          <a:p>
            <a:r>
              <a:rPr lang="en-US" altLang="ko-KR" sz="1000" dirty="0"/>
              <a:t>        &lt;tr&gt;</a:t>
            </a:r>
          </a:p>
          <a:p>
            <a:r>
              <a:rPr lang="en-US" altLang="ko-KR" sz="1000" dirty="0"/>
              <a:t>            &lt;</a:t>
            </a:r>
            <a:r>
              <a:rPr lang="en-US" altLang="ko-KR" sz="1000" dirty="0" err="1"/>
              <a:t>th</a:t>
            </a:r>
            <a:r>
              <a:rPr lang="en-US" altLang="ko-KR" sz="1000" dirty="0"/>
              <a:t>&gt;</a:t>
            </a:r>
            <a:r>
              <a:rPr lang="ko-KR" altLang="en-US" sz="1000" dirty="0"/>
              <a:t>나이</a:t>
            </a:r>
            <a:r>
              <a:rPr lang="en-US" altLang="ko-KR" sz="1000" dirty="0"/>
              <a:t>&lt;/</a:t>
            </a:r>
            <a:r>
              <a:rPr lang="en-US" altLang="ko-KR" sz="1000" dirty="0" err="1"/>
              <a:t>th</a:t>
            </a:r>
            <a:r>
              <a:rPr lang="en-US" altLang="ko-KR" sz="1000" dirty="0"/>
              <a:t>&gt;</a:t>
            </a:r>
          </a:p>
          <a:p>
            <a:r>
              <a:rPr lang="en-US" altLang="ko-KR" sz="1000" dirty="0"/>
              <a:t>            &lt;td&gt;{{</a:t>
            </a:r>
            <a:r>
              <a:rPr lang="en-US" altLang="ko-KR" sz="1000" dirty="0" err="1"/>
              <a:t>stu.age</a:t>
            </a:r>
            <a:r>
              <a:rPr lang="en-US" altLang="ko-KR" sz="1000" dirty="0"/>
              <a:t>}}&lt;/td&gt;</a:t>
            </a:r>
          </a:p>
          <a:p>
            <a:r>
              <a:rPr lang="en-US" altLang="ko-KR" sz="1000" dirty="0"/>
              <a:t>        &lt;/tr&gt;</a:t>
            </a:r>
          </a:p>
          <a:p>
            <a:r>
              <a:rPr lang="en-US" altLang="ko-KR" sz="1000" dirty="0"/>
              <a:t>        &lt;tr&gt;</a:t>
            </a:r>
          </a:p>
          <a:p>
            <a:r>
              <a:rPr lang="en-US" altLang="ko-KR" sz="1000" dirty="0"/>
              <a:t>            &lt;</a:t>
            </a:r>
            <a:r>
              <a:rPr lang="en-US" altLang="ko-KR" sz="1000" dirty="0" err="1"/>
              <a:t>th</a:t>
            </a:r>
            <a:r>
              <a:rPr lang="en-US" altLang="ko-KR" sz="1000" dirty="0"/>
              <a:t>&gt;</a:t>
            </a:r>
            <a:r>
              <a:rPr lang="ko-KR" altLang="en-US" sz="1000" dirty="0"/>
              <a:t>성별</a:t>
            </a:r>
            <a:r>
              <a:rPr lang="en-US" altLang="ko-KR" sz="1000" dirty="0"/>
              <a:t>&lt;/</a:t>
            </a:r>
            <a:r>
              <a:rPr lang="en-US" altLang="ko-KR" sz="1000" dirty="0" err="1"/>
              <a:t>th</a:t>
            </a:r>
            <a:r>
              <a:rPr lang="en-US" altLang="ko-KR" sz="1000" dirty="0"/>
              <a:t>&gt;</a:t>
            </a:r>
          </a:p>
          <a:p>
            <a:r>
              <a:rPr lang="en-US" altLang="ko-KR" sz="1000" dirty="0"/>
              <a:t>            &lt;td&gt;{{</a:t>
            </a:r>
            <a:r>
              <a:rPr lang="en-US" altLang="ko-KR" sz="1000" dirty="0" err="1"/>
              <a:t>stu.gender</a:t>
            </a:r>
            <a:r>
              <a:rPr lang="en-US" altLang="ko-KR" sz="1000" dirty="0"/>
              <a:t>}}&lt;/td&gt;</a:t>
            </a:r>
          </a:p>
          <a:p>
            <a:r>
              <a:rPr lang="en-US" altLang="ko-KR" sz="1000" dirty="0"/>
              <a:t>        &lt;/tr&gt;</a:t>
            </a:r>
          </a:p>
          <a:p>
            <a:r>
              <a:rPr lang="en-US" altLang="ko-KR" sz="1000" dirty="0"/>
              <a:t>        &lt;tr&gt;</a:t>
            </a:r>
          </a:p>
          <a:p>
            <a:r>
              <a:rPr lang="en-US" altLang="ko-KR" sz="1000" dirty="0"/>
              <a:t>            &lt;</a:t>
            </a:r>
            <a:r>
              <a:rPr lang="en-US" altLang="ko-KR" sz="1000" dirty="0" err="1"/>
              <a:t>th</a:t>
            </a:r>
            <a:r>
              <a:rPr lang="en-US" altLang="ko-KR" sz="1000" dirty="0"/>
              <a:t>&gt;</a:t>
            </a:r>
            <a:r>
              <a:rPr lang="ko-KR" altLang="en-US" sz="1000" dirty="0"/>
              <a:t>취미</a:t>
            </a:r>
            <a:r>
              <a:rPr lang="en-US" altLang="ko-KR" sz="1000" dirty="0"/>
              <a:t>&lt;/</a:t>
            </a:r>
            <a:r>
              <a:rPr lang="en-US" altLang="ko-KR" sz="1000" dirty="0" err="1"/>
              <a:t>th</a:t>
            </a:r>
            <a:r>
              <a:rPr lang="en-US" altLang="ko-KR" sz="1000" dirty="0"/>
              <a:t>&gt;</a:t>
            </a:r>
          </a:p>
          <a:p>
            <a:r>
              <a:rPr lang="en-US" altLang="ko-KR" sz="1000" dirty="0"/>
              <a:t>            &lt;td&gt;{{</a:t>
            </a:r>
            <a:r>
              <a:rPr lang="en-US" altLang="ko-KR" sz="1000" dirty="0" err="1"/>
              <a:t>stu.hobby</a:t>
            </a:r>
            <a:r>
              <a:rPr lang="en-US" altLang="ko-KR" sz="1000" dirty="0"/>
              <a:t>}}&lt;/td&gt;</a:t>
            </a:r>
          </a:p>
          <a:p>
            <a:r>
              <a:rPr lang="en-US" altLang="ko-KR" sz="1000" dirty="0"/>
              <a:t>        &lt;/tr&gt;</a:t>
            </a:r>
          </a:p>
          <a:p>
            <a:r>
              <a:rPr lang="en-US" altLang="ko-KR" sz="1000" dirty="0"/>
              <a:t>        &lt;tr&gt;</a:t>
            </a:r>
          </a:p>
          <a:p>
            <a:r>
              <a:rPr lang="en-US" altLang="ko-KR" sz="1000" dirty="0"/>
              <a:t>            &lt;</a:t>
            </a:r>
            <a:r>
              <a:rPr lang="en-US" altLang="ko-KR" sz="1000" dirty="0" err="1"/>
              <a:t>th</a:t>
            </a:r>
            <a:r>
              <a:rPr lang="en-US" altLang="ko-KR" sz="1000" dirty="0"/>
              <a:t>&gt;</a:t>
            </a:r>
            <a:r>
              <a:rPr lang="ko-KR" altLang="en-US" sz="1000" dirty="0"/>
              <a:t>메모</a:t>
            </a:r>
            <a:r>
              <a:rPr lang="en-US" altLang="ko-KR" sz="1000" dirty="0"/>
              <a:t>&lt;/</a:t>
            </a:r>
            <a:r>
              <a:rPr lang="en-US" altLang="ko-KR" sz="1000" dirty="0" err="1"/>
              <a:t>th</a:t>
            </a:r>
            <a:r>
              <a:rPr lang="en-US" altLang="ko-KR" sz="1000" dirty="0"/>
              <a:t>&gt;</a:t>
            </a:r>
          </a:p>
          <a:p>
            <a:r>
              <a:rPr lang="en-US" altLang="ko-KR" sz="1000" dirty="0"/>
              <a:t>            &lt;td&gt;{{</a:t>
            </a:r>
            <a:r>
              <a:rPr lang="en-US" altLang="ko-KR" sz="1000" dirty="0" err="1"/>
              <a:t>stu.memo</a:t>
            </a:r>
            <a:r>
              <a:rPr lang="en-US" altLang="ko-KR" sz="1000" dirty="0"/>
              <a:t>}}&lt;/td&gt;</a:t>
            </a:r>
          </a:p>
          <a:p>
            <a:r>
              <a:rPr lang="en-US" altLang="ko-KR" sz="1000" dirty="0"/>
              <a:t>        &lt;/tr&gt;</a:t>
            </a:r>
          </a:p>
          <a:p>
            <a:r>
              <a:rPr lang="en-US" altLang="ko-KR" sz="1000" dirty="0"/>
              <a:t>        {% else %}</a:t>
            </a:r>
          </a:p>
          <a:p>
            <a:r>
              <a:rPr lang="en-US" altLang="ko-KR" sz="1000" dirty="0"/>
              <a:t>            &lt;tr&gt;</a:t>
            </a:r>
          </a:p>
          <a:p>
            <a:r>
              <a:rPr lang="en-US" altLang="ko-KR" sz="1000" dirty="0"/>
              <a:t>                &lt;td&gt;</a:t>
            </a:r>
            <a:r>
              <a:rPr lang="ko-KR" altLang="en-US" sz="1000" dirty="0"/>
              <a:t>찾고자 하는 데이터가 없습니다</a:t>
            </a:r>
            <a:r>
              <a:rPr lang="en-US" altLang="ko-KR" sz="1000" dirty="0"/>
              <a:t>. &lt;/td&gt;</a:t>
            </a:r>
          </a:p>
          <a:p>
            <a:r>
              <a:rPr lang="en-US" altLang="ko-KR" sz="1000" dirty="0"/>
              <a:t>            &lt;/tr&gt;</a:t>
            </a:r>
          </a:p>
          <a:p>
            <a:r>
              <a:rPr lang="en-US" altLang="ko-KR" sz="1000" dirty="0"/>
              <a:t>        {% endif %}</a:t>
            </a:r>
          </a:p>
          <a:p>
            <a:r>
              <a:rPr lang="en-US" altLang="ko-KR" sz="1000" dirty="0"/>
              <a:t>    &lt;/table&gt;</a:t>
            </a:r>
          </a:p>
          <a:p>
            <a:r>
              <a:rPr lang="en-US" altLang="ko-KR" sz="1000" dirty="0"/>
              <a:t>    &lt;</a:t>
            </a:r>
            <a:r>
              <a:rPr lang="en-US" altLang="ko-KR" sz="1000" dirty="0" err="1"/>
              <a:t>br</a:t>
            </a:r>
            <a:r>
              <a:rPr lang="en-US" altLang="ko-KR" sz="1000" dirty="0"/>
              <a:t>&gt;</a:t>
            </a:r>
          </a:p>
          <a:p>
            <a:r>
              <a:rPr lang="en-US" altLang="ko-KR" sz="1000" dirty="0"/>
              <a:t>    &lt;div&gt;</a:t>
            </a:r>
          </a:p>
          <a:p>
            <a:r>
              <a:rPr lang="en-US" altLang="ko-KR" sz="1000" dirty="0"/>
              <a:t>        &lt;a </a:t>
            </a:r>
            <a:r>
              <a:rPr lang="en-US" altLang="ko-KR" sz="1000" dirty="0" err="1"/>
              <a:t>href</a:t>
            </a:r>
            <a:r>
              <a:rPr lang="en-US" altLang="ko-KR" sz="1000" dirty="0"/>
              <a:t>='/students/list/'&gt;&lt;button&gt;</a:t>
            </a:r>
            <a:r>
              <a:rPr lang="ko-KR" altLang="en-US" sz="1000" dirty="0"/>
              <a:t>학생리스트</a:t>
            </a:r>
            <a:r>
              <a:rPr lang="en-US" altLang="ko-KR" sz="1000" dirty="0"/>
              <a:t>&lt;/button&gt;&lt;/a&gt;</a:t>
            </a:r>
          </a:p>
          <a:p>
            <a:r>
              <a:rPr lang="en-US" altLang="ko-KR" sz="1000" dirty="0"/>
              <a:t>        &lt;a </a:t>
            </a:r>
            <a:r>
              <a:rPr lang="en-US" altLang="ko-KR" sz="1000" dirty="0" err="1"/>
              <a:t>href</a:t>
            </a:r>
            <a:r>
              <a:rPr lang="en-US" altLang="ko-KR" sz="1000" dirty="0"/>
              <a:t>='/students/update/{{stu.no}}/'&gt;&lt;button&gt;</a:t>
            </a:r>
            <a:r>
              <a:rPr lang="ko-KR" altLang="en-US" sz="1000" dirty="0"/>
              <a:t>수정</a:t>
            </a:r>
            <a:r>
              <a:rPr lang="en-US" altLang="ko-KR" sz="1000" dirty="0"/>
              <a:t>&lt;/button&gt;&lt;/a&gt;</a:t>
            </a:r>
          </a:p>
          <a:p>
            <a:r>
              <a:rPr lang="en-US" altLang="ko-KR" sz="1000" dirty="0"/>
              <a:t>        &lt;button onclick='</a:t>
            </a:r>
            <a:r>
              <a:rPr lang="en-US" altLang="ko-KR" sz="1000" dirty="0" err="1"/>
              <a:t>deleteBtn</a:t>
            </a:r>
            <a:r>
              <a:rPr lang="en-US" altLang="ko-KR" sz="1000" dirty="0"/>
              <a:t>()'&gt;</a:t>
            </a:r>
            <a:r>
              <a:rPr lang="ko-KR" altLang="en-US" sz="1000" dirty="0"/>
              <a:t>삭제</a:t>
            </a:r>
            <a:r>
              <a:rPr lang="en-US" altLang="ko-KR" sz="1000" dirty="0"/>
              <a:t>&lt;/button&gt;</a:t>
            </a:r>
          </a:p>
          <a:p>
            <a:r>
              <a:rPr lang="en-US" altLang="ko-KR" sz="1000" dirty="0"/>
              <a:t>    &lt;/div&gt;  </a:t>
            </a:r>
          </a:p>
          <a:p>
            <a:r>
              <a:rPr lang="en-US" altLang="ko-KR" sz="1000" dirty="0"/>
              <a:t>    &lt;script&gt;</a:t>
            </a:r>
          </a:p>
          <a:p>
            <a:r>
              <a:rPr lang="en-US" altLang="ko-KR" sz="1000" dirty="0"/>
              <a:t>        function </a:t>
            </a:r>
            <a:r>
              <a:rPr lang="en-US" altLang="ko-KR" sz="1000" dirty="0" err="1"/>
              <a:t>deleteBtn</a:t>
            </a:r>
            <a:r>
              <a:rPr lang="en-US" altLang="ko-KR" sz="1000" dirty="0"/>
              <a:t>(){</a:t>
            </a:r>
          </a:p>
          <a:p>
            <a:r>
              <a:rPr lang="en-US" altLang="ko-KR" sz="1000" dirty="0"/>
              <a:t>            if(confirm('{{stu.name}} </a:t>
            </a:r>
            <a:r>
              <a:rPr lang="ko-KR" altLang="en-US" sz="1000" dirty="0"/>
              <a:t>학생을 </a:t>
            </a:r>
            <a:r>
              <a:rPr lang="ko-KR" altLang="en-US" sz="1000" dirty="0" err="1"/>
              <a:t>삭제하시겠습니까</a:t>
            </a:r>
            <a:r>
              <a:rPr lang="en-US" altLang="ko-KR" sz="1000" dirty="0"/>
              <a:t>?')){</a:t>
            </a:r>
          </a:p>
          <a:p>
            <a:r>
              <a:rPr lang="en-US" altLang="ko-KR" sz="1000" dirty="0"/>
              <a:t>                </a:t>
            </a:r>
            <a:r>
              <a:rPr lang="en-US" altLang="ko-KR" sz="1000" dirty="0" err="1"/>
              <a:t>location.href</a:t>
            </a:r>
            <a:r>
              <a:rPr lang="en-US" altLang="ko-KR" sz="1000" dirty="0"/>
              <a:t>='/students/delete/{{stu.no}}/';</a:t>
            </a:r>
          </a:p>
          <a:p>
            <a:r>
              <a:rPr lang="en-US" altLang="ko-KR" sz="1000" dirty="0"/>
              <a:t>            }</a:t>
            </a:r>
          </a:p>
          <a:p>
            <a:r>
              <a:rPr lang="en-US" altLang="ko-KR" sz="1000" dirty="0"/>
              <a:t>        }</a:t>
            </a:r>
          </a:p>
          <a:p>
            <a:r>
              <a:rPr lang="en-US" altLang="ko-KR" sz="1000" dirty="0"/>
              <a:t>    &lt;/script&gt;  </a:t>
            </a:r>
          </a:p>
          <a:p>
            <a:r>
              <a:rPr lang="en-US" altLang="ko-KR" sz="1000" dirty="0"/>
              <a:t>&lt;/body&gt;</a:t>
            </a:r>
          </a:p>
          <a:p>
            <a:r>
              <a:rPr lang="en-US" altLang="ko-KR" sz="1000" dirty="0"/>
              <a:t>&lt;/html&gt;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D18647C-C86F-AE0A-91AA-BA0AEEDA3B8E}"/>
              </a:ext>
            </a:extLst>
          </p:cNvPr>
          <p:cNvSpPr/>
          <p:nvPr/>
        </p:nvSpPr>
        <p:spPr>
          <a:xfrm>
            <a:off x="4667076" y="994230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list.html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98C26B9-A050-58FD-7295-5E61472F69EF}"/>
              </a:ext>
            </a:extLst>
          </p:cNvPr>
          <p:cNvSpPr/>
          <p:nvPr/>
        </p:nvSpPr>
        <p:spPr>
          <a:xfrm>
            <a:off x="6223430" y="5301903"/>
            <a:ext cx="3600078" cy="109050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48210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FFC62-B140-0AD6-B31C-65A52A543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49">
            <a:extLst>
              <a:ext uri="{FF2B5EF4-FFF2-40B4-BE49-F238E27FC236}">
                <a16:creationId xmlns:a16="http://schemas.microsoft.com/office/drawing/2014/main" id="{475BC10F-AE0F-3244-9DF1-178BD242529C}"/>
              </a:ext>
            </a:extLst>
          </p:cNvPr>
          <p:cNvSpPr txBox="1"/>
          <p:nvPr/>
        </p:nvSpPr>
        <p:spPr>
          <a:xfrm>
            <a:off x="416358" y="1029391"/>
            <a:ext cx="5262989" cy="378565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500" dirty="0"/>
              <a:t>from </a:t>
            </a:r>
            <a:r>
              <a:rPr lang="en-US" altLang="ko-KR" sz="1500" dirty="0" err="1"/>
              <a:t>django.urls</a:t>
            </a:r>
            <a:r>
              <a:rPr lang="en-US" altLang="ko-KR" sz="1500" dirty="0"/>
              <a:t> import </a:t>
            </a:r>
            <a:r>
              <a:rPr lang="en-US" altLang="ko-KR" sz="1500" dirty="0" err="1"/>
              <a:t>path,include</a:t>
            </a:r>
            <a:endParaRPr lang="en-US" altLang="ko-KR" sz="1500" dirty="0"/>
          </a:p>
          <a:p>
            <a:r>
              <a:rPr lang="en-US" altLang="ko-KR" sz="1500" dirty="0"/>
              <a:t>from . import views</a:t>
            </a:r>
          </a:p>
          <a:p>
            <a:br>
              <a:rPr lang="en-US" altLang="ko-KR" sz="1500" dirty="0"/>
            </a:br>
            <a:r>
              <a:rPr lang="en-US" altLang="ko-KR" sz="1500" dirty="0"/>
              <a:t># </a:t>
            </a:r>
            <a:r>
              <a:rPr lang="en-US" altLang="ko-KR" sz="1500" dirty="0" err="1"/>
              <a:t>app_name</a:t>
            </a:r>
            <a:r>
              <a:rPr lang="ko-KR" altLang="en-US" sz="1500" dirty="0"/>
              <a:t>는 </a:t>
            </a:r>
            <a:r>
              <a:rPr lang="en-US" altLang="ko-KR" sz="1500" dirty="0"/>
              <a:t>/ </a:t>
            </a:r>
            <a:r>
              <a:rPr lang="ko-KR" altLang="en-US" sz="1500" dirty="0"/>
              <a:t>붙이지 않음</a:t>
            </a:r>
          </a:p>
          <a:p>
            <a:r>
              <a:rPr lang="en-US" altLang="ko-KR" sz="1500" dirty="0" err="1"/>
              <a:t>app_name</a:t>
            </a:r>
            <a:r>
              <a:rPr lang="en-US" altLang="ko-KR" sz="1500" dirty="0"/>
              <a:t> = 'students'</a:t>
            </a:r>
          </a:p>
          <a:p>
            <a:r>
              <a:rPr lang="en-US" altLang="ko-KR" sz="1500" dirty="0" err="1"/>
              <a:t>urlpatterns</a:t>
            </a:r>
            <a:r>
              <a:rPr lang="en-US" altLang="ko-KR" sz="1500" dirty="0"/>
              <a:t> = [</a:t>
            </a:r>
          </a:p>
          <a:p>
            <a:r>
              <a:rPr lang="en-US" altLang="ko-KR" sz="1500" dirty="0"/>
              <a:t>    # path / </a:t>
            </a:r>
            <a:r>
              <a:rPr lang="ko-KR" altLang="en-US" sz="1500" dirty="0"/>
              <a:t>붙임</a:t>
            </a:r>
            <a:r>
              <a:rPr lang="en-US" altLang="ko-KR" sz="1500" dirty="0"/>
              <a:t>.</a:t>
            </a:r>
            <a:endParaRPr lang="ko-KR" altLang="en-US" sz="1500" dirty="0"/>
          </a:p>
          <a:p>
            <a:r>
              <a:rPr lang="ko-KR" altLang="en-US" sz="1500" dirty="0"/>
              <a:t>    </a:t>
            </a:r>
            <a:r>
              <a:rPr lang="en-US" altLang="ko-KR" sz="1500" dirty="0"/>
              <a:t>path('list/', </a:t>
            </a:r>
            <a:r>
              <a:rPr lang="en-US" altLang="ko-KR" sz="1500" dirty="0" err="1"/>
              <a:t>views.list</a:t>
            </a:r>
            <a:r>
              <a:rPr lang="en-US" altLang="ko-KR" sz="1500" dirty="0"/>
              <a:t>, name='list'),</a:t>
            </a:r>
          </a:p>
          <a:p>
            <a:r>
              <a:rPr lang="en-US" altLang="ko-KR" sz="1500" dirty="0"/>
              <a:t>    path('write/', </a:t>
            </a:r>
            <a:r>
              <a:rPr lang="en-US" altLang="ko-KR" sz="1500" dirty="0" err="1"/>
              <a:t>views.write</a:t>
            </a:r>
            <a:r>
              <a:rPr lang="en-US" altLang="ko-KR" sz="1500" dirty="0"/>
              <a:t>, name='write'),</a:t>
            </a:r>
          </a:p>
          <a:p>
            <a:r>
              <a:rPr lang="en-US" altLang="ko-KR" sz="1500" dirty="0"/>
              <a:t>    </a:t>
            </a:r>
          </a:p>
          <a:p>
            <a:r>
              <a:rPr lang="en-US" altLang="ko-KR" sz="1500" dirty="0"/>
              <a:t>    path('view/&lt;</a:t>
            </a:r>
            <a:r>
              <a:rPr lang="en-US" altLang="ko-KR" sz="1500" dirty="0" err="1"/>
              <a:t>int:no</a:t>
            </a:r>
            <a:r>
              <a:rPr lang="en-US" altLang="ko-KR" sz="1500" dirty="0"/>
              <a:t>&gt;/', </a:t>
            </a:r>
            <a:r>
              <a:rPr lang="en-US" altLang="ko-KR" sz="1500" dirty="0" err="1"/>
              <a:t>views.view</a:t>
            </a:r>
            <a:r>
              <a:rPr lang="en-US" altLang="ko-KR" sz="1500" dirty="0"/>
              <a:t>, name='view'),</a:t>
            </a:r>
          </a:p>
          <a:p>
            <a:r>
              <a:rPr lang="en-US" altLang="ko-KR" sz="1500" dirty="0"/>
              <a:t>    path('update/&lt;</a:t>
            </a:r>
            <a:r>
              <a:rPr lang="en-US" altLang="ko-KR" sz="1500" dirty="0" err="1"/>
              <a:t>int:no</a:t>
            </a:r>
            <a:r>
              <a:rPr lang="en-US" altLang="ko-KR" sz="1500" dirty="0"/>
              <a:t>&gt;/', </a:t>
            </a:r>
            <a:r>
              <a:rPr lang="en-US" altLang="ko-KR" sz="1500" dirty="0" err="1"/>
              <a:t>views.update</a:t>
            </a:r>
            <a:r>
              <a:rPr lang="en-US" altLang="ko-KR" sz="1500" dirty="0"/>
              <a:t>, name='update’), </a:t>
            </a:r>
            <a:br>
              <a:rPr lang="en-US" altLang="ko-KR" sz="1500" dirty="0"/>
            </a:br>
            <a:r>
              <a:rPr lang="en-US" altLang="ko-KR" sz="1500" dirty="0"/>
              <a:t>    </a:t>
            </a:r>
            <a:br>
              <a:rPr lang="en-US" altLang="ko-KR" sz="1500" dirty="0"/>
            </a:br>
            <a:r>
              <a:rPr lang="ko-KR" altLang="en-US" sz="1500" dirty="0"/>
              <a:t>    </a:t>
            </a:r>
            <a:r>
              <a:rPr lang="en-US" altLang="ko-KR" sz="1500" dirty="0"/>
              <a:t>path('delete/&lt;</a:t>
            </a:r>
            <a:r>
              <a:rPr lang="en-US" altLang="ko-KR" sz="1500" dirty="0" err="1"/>
              <a:t>int:no</a:t>
            </a:r>
            <a:r>
              <a:rPr lang="en-US" altLang="ko-KR" sz="1500" dirty="0"/>
              <a:t>&gt;/', </a:t>
            </a:r>
            <a:r>
              <a:rPr lang="en-US" altLang="ko-KR" sz="1500" dirty="0" err="1"/>
              <a:t>views.delete</a:t>
            </a:r>
            <a:r>
              <a:rPr lang="en-US" altLang="ko-KR" sz="1500" dirty="0"/>
              <a:t>, name='delete’), </a:t>
            </a:r>
            <a:br>
              <a:rPr lang="en-US" altLang="ko-KR" sz="1500" dirty="0"/>
            </a:br>
            <a:r>
              <a:rPr lang="en-US" altLang="ko-KR" sz="1500" dirty="0"/>
              <a:t>    # </a:t>
            </a:r>
            <a:r>
              <a:rPr lang="ko-KR" altLang="en-US" sz="1500" dirty="0"/>
              <a:t>학생정보삭제</a:t>
            </a:r>
          </a:p>
          <a:p>
            <a:r>
              <a:rPr lang="en-US" altLang="ko-KR" sz="1500" dirty="0"/>
              <a:t>]</a:t>
            </a: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0A76E76C-1D49-8EA4-2763-D35BEEF18F6F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F820D13C-7784-527A-483A-DB51560C936B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5369DB3-BFB3-7458-AD2A-772DC1E77E81}"/>
              </a:ext>
            </a:extLst>
          </p:cNvPr>
          <p:cNvSpPr txBox="1"/>
          <p:nvPr/>
        </p:nvSpPr>
        <p:spPr>
          <a:xfrm>
            <a:off x="660400" y="203587"/>
            <a:ext cx="111260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학생 정보 수정 페이지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: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students:update</a:t>
            </a:r>
            <a:endParaRPr lang="ko-KR" altLang="en-US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125F277-B0B7-DA7F-3B1C-03D845283B07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6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68383072-C73B-B6F9-9116-2E216AE95A38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EC8A87A-E36D-51C3-0CA7-106753EE2CBB}"/>
              </a:ext>
            </a:extLst>
          </p:cNvPr>
          <p:cNvSpPr txBox="1"/>
          <p:nvPr/>
        </p:nvSpPr>
        <p:spPr>
          <a:xfrm>
            <a:off x="5796794" y="1029390"/>
            <a:ext cx="6076423" cy="53126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noAutofit/>
          </a:bodyPr>
          <a:lstStyle/>
          <a:p>
            <a:r>
              <a:rPr lang="en-US" altLang="ko-KR" sz="1400" dirty="0"/>
              <a:t># </a:t>
            </a:r>
            <a:r>
              <a:rPr lang="ko-KR" altLang="en-US" sz="1400" dirty="0"/>
              <a:t>학생정보수정페이지 열기</a:t>
            </a:r>
          </a:p>
          <a:p>
            <a:r>
              <a:rPr lang="en-US" altLang="ko-KR" sz="1400" dirty="0"/>
              <a:t>def update(</a:t>
            </a:r>
            <a:r>
              <a:rPr lang="en-US" altLang="ko-KR" sz="1400" dirty="0" err="1"/>
              <a:t>request,no</a:t>
            </a:r>
            <a:r>
              <a:rPr lang="en-US" altLang="ko-KR" sz="1400" dirty="0"/>
              <a:t>):</a:t>
            </a:r>
          </a:p>
          <a:p>
            <a:r>
              <a:rPr lang="en-US" altLang="ko-KR" sz="1400" dirty="0"/>
              <a:t>    if </a:t>
            </a:r>
            <a:r>
              <a:rPr lang="en-US" altLang="ko-KR" sz="1400" dirty="0" err="1"/>
              <a:t>request.method</a:t>
            </a:r>
            <a:r>
              <a:rPr lang="en-US" altLang="ko-KR" sz="1400" dirty="0"/>
              <a:t> == ‘GET’:</a:t>
            </a:r>
          </a:p>
          <a:p>
            <a:r>
              <a:rPr lang="en-US" altLang="ko-KR" sz="1400" dirty="0"/>
              <a:t>            </a:t>
            </a:r>
            <a:r>
              <a:rPr lang="en-US" altLang="ko-KR" sz="1400" dirty="0" err="1"/>
              <a:t>qs</a:t>
            </a:r>
            <a:r>
              <a:rPr lang="en-US" altLang="ko-KR" sz="1400" dirty="0"/>
              <a:t> = </a:t>
            </a:r>
            <a:r>
              <a:rPr lang="en-US" altLang="ko-KR" sz="1400" dirty="0" err="1"/>
              <a:t>Student.objects.get</a:t>
            </a:r>
            <a:r>
              <a:rPr lang="en-US" altLang="ko-KR" sz="1400" dirty="0"/>
              <a:t>(no=no)     # set</a:t>
            </a:r>
            <a:r>
              <a:rPr lang="ko-KR" altLang="en-US" sz="1400" dirty="0"/>
              <a:t>타입 </a:t>
            </a:r>
            <a:r>
              <a:rPr lang="en-US" altLang="ko-KR" sz="1400" dirty="0"/>
              <a:t>1</a:t>
            </a:r>
            <a:r>
              <a:rPr lang="ko-KR" altLang="en-US" sz="1400" dirty="0"/>
              <a:t>개</a:t>
            </a:r>
          </a:p>
          <a:p>
            <a:r>
              <a:rPr lang="ko-KR" altLang="en-US" sz="1400" dirty="0"/>
              <a:t>            </a:t>
            </a:r>
            <a:r>
              <a:rPr lang="en-US" altLang="ko-KR" sz="1400" dirty="0"/>
              <a:t>context = {'</a:t>
            </a:r>
            <a:r>
              <a:rPr lang="en-US" altLang="ko-KR" sz="1400" dirty="0" err="1"/>
              <a:t>stu</a:t>
            </a:r>
            <a:r>
              <a:rPr lang="en-US" altLang="ko-KR" sz="1400" dirty="0"/>
              <a:t>':</a:t>
            </a:r>
            <a:r>
              <a:rPr lang="en-US" altLang="ko-KR" sz="1400" dirty="0" err="1"/>
              <a:t>qs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            # </a:t>
            </a:r>
            <a:r>
              <a:rPr lang="en-US" altLang="ko-KR" sz="1400" dirty="0" err="1"/>
              <a:t>qs</a:t>
            </a:r>
            <a:r>
              <a:rPr lang="en-US" altLang="ko-KR" sz="1400" dirty="0"/>
              <a:t> = </a:t>
            </a:r>
            <a:r>
              <a:rPr lang="en-US" altLang="ko-KR" sz="1400" dirty="0" err="1"/>
              <a:t>Student.objects.filter</a:t>
            </a:r>
            <a:r>
              <a:rPr lang="en-US" altLang="ko-KR" sz="1400" dirty="0"/>
              <a:t>(no=no)  # </a:t>
            </a:r>
            <a:r>
              <a:rPr lang="ko-KR" altLang="en-US" sz="1400" dirty="0"/>
              <a:t>데이터 타입 </a:t>
            </a:r>
            <a:r>
              <a:rPr lang="en-US" altLang="ko-KR" sz="1400" dirty="0"/>
              <a:t>- </a:t>
            </a:r>
            <a:r>
              <a:rPr lang="ko-KR" altLang="en-US" sz="1400" dirty="0"/>
              <a:t>리스트타입</a:t>
            </a:r>
          </a:p>
          <a:p>
            <a:r>
              <a:rPr lang="ko-KR" altLang="en-US" sz="1400" dirty="0"/>
              <a:t>            </a:t>
            </a:r>
            <a:r>
              <a:rPr lang="en-US" altLang="ko-KR" sz="1400" dirty="0"/>
              <a:t># context = {'</a:t>
            </a:r>
            <a:r>
              <a:rPr lang="en-US" altLang="ko-KR" sz="1400" dirty="0" err="1"/>
              <a:t>stu</a:t>
            </a:r>
            <a:r>
              <a:rPr lang="en-US" altLang="ko-KR" sz="1400" dirty="0"/>
              <a:t>':</a:t>
            </a:r>
            <a:r>
              <a:rPr lang="en-US" altLang="ko-KR" sz="1400" dirty="0" err="1"/>
              <a:t>qs</a:t>
            </a:r>
            <a:r>
              <a:rPr lang="en-US" altLang="ko-KR" sz="1400" dirty="0"/>
              <a:t>[0]}</a:t>
            </a:r>
          </a:p>
          <a:p>
            <a:r>
              <a:rPr lang="en-US" altLang="ko-KR" sz="1400" dirty="0"/>
              <a:t>            return render(</a:t>
            </a:r>
            <a:r>
              <a:rPr lang="en-US" altLang="ko-KR" sz="1400" dirty="0" err="1"/>
              <a:t>request,'students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update.html',context</a:t>
            </a:r>
            <a:r>
              <a:rPr lang="en-US" altLang="ko-KR" sz="1400" dirty="0"/>
              <a:t>)</a:t>
            </a:r>
          </a:p>
          <a:p>
            <a:r>
              <a:rPr lang="en-US" altLang="ko-KR" sz="1400" dirty="0"/>
              <a:t>   </a:t>
            </a:r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elif</a:t>
            </a:r>
            <a:r>
              <a:rPr lang="en-US" altLang="ko-KR" sz="1400" dirty="0"/>
              <a:t> </a:t>
            </a:r>
            <a:r>
              <a:rPr lang="en-US" altLang="ko-KR" sz="1400" dirty="0" err="1"/>
              <a:t>request.method</a:t>
            </a:r>
            <a:r>
              <a:rPr lang="en-US" altLang="ko-KR" sz="1400" dirty="0"/>
              <a:t> == ‘POST’: # </a:t>
            </a:r>
            <a:r>
              <a:rPr lang="ko-KR" altLang="en-US" sz="1400" dirty="0"/>
              <a:t>학생정보수정완료</a:t>
            </a:r>
            <a:endParaRPr lang="en-US" altLang="ko-KR" sz="1400" dirty="0"/>
          </a:p>
          <a:p>
            <a:r>
              <a:rPr lang="en-US" altLang="ko-KR" sz="1400" dirty="0"/>
              <a:t>            no = </a:t>
            </a:r>
            <a:r>
              <a:rPr lang="en-US" altLang="ko-KR" sz="1400" dirty="0" err="1"/>
              <a:t>request.POST.get</a:t>
            </a:r>
            <a:r>
              <a:rPr lang="en-US" altLang="ko-KR" sz="1400" dirty="0"/>
              <a:t>('no')</a:t>
            </a:r>
          </a:p>
          <a:p>
            <a:pPr lvl="1"/>
            <a:r>
              <a:rPr lang="en-US" altLang="ko-KR" sz="1400" dirty="0"/>
              <a:t>    </a:t>
            </a:r>
            <a:r>
              <a:rPr lang="en-US" altLang="ko-KR" sz="1400" dirty="0" err="1"/>
              <a:t>qs</a:t>
            </a:r>
            <a:r>
              <a:rPr lang="en-US" altLang="ko-KR" sz="1400" dirty="0"/>
              <a:t> = </a:t>
            </a:r>
            <a:r>
              <a:rPr lang="en-US" altLang="ko-KR" sz="1400" dirty="0" err="1"/>
              <a:t>Student.objects.get</a:t>
            </a:r>
            <a:r>
              <a:rPr lang="en-US" altLang="ko-KR" sz="1400" dirty="0"/>
              <a:t>(no=no) # </a:t>
            </a:r>
            <a:r>
              <a:rPr lang="ko-KR" altLang="en-US" sz="1400" dirty="0"/>
              <a:t>데이터 검색</a:t>
            </a:r>
          </a:p>
          <a:p>
            <a:pPr lvl="1"/>
            <a:r>
              <a:rPr lang="ko-KR" altLang="en-US" sz="1400" dirty="0"/>
              <a:t>    </a:t>
            </a:r>
            <a:r>
              <a:rPr lang="en-US" altLang="ko-KR" sz="1400" dirty="0"/>
              <a:t># </a:t>
            </a:r>
            <a:r>
              <a:rPr lang="ko-KR" altLang="en-US" sz="1400" dirty="0"/>
              <a:t>데이터 수정</a:t>
            </a:r>
          </a:p>
          <a:p>
            <a:pPr lvl="1"/>
            <a:r>
              <a:rPr lang="ko-KR" altLang="en-US" sz="1400" dirty="0"/>
              <a:t>    </a:t>
            </a:r>
            <a:r>
              <a:rPr lang="en-US" altLang="ko-KR" sz="1400" dirty="0"/>
              <a:t>qs.name = </a:t>
            </a:r>
            <a:r>
              <a:rPr lang="en-US" altLang="ko-KR" sz="1400" dirty="0" err="1"/>
              <a:t>request.POST.get</a:t>
            </a:r>
            <a:r>
              <a:rPr lang="en-US" altLang="ko-KR" sz="1400" dirty="0"/>
              <a:t>('name')</a:t>
            </a:r>
          </a:p>
          <a:p>
            <a:pPr lvl="1"/>
            <a:r>
              <a:rPr lang="en-US" altLang="ko-KR" sz="1400" dirty="0"/>
              <a:t>    </a:t>
            </a:r>
            <a:r>
              <a:rPr lang="en-US" altLang="ko-KR" sz="1400" dirty="0" err="1"/>
              <a:t>qs.major</a:t>
            </a:r>
            <a:r>
              <a:rPr lang="en-US" altLang="ko-KR" sz="1400" dirty="0"/>
              <a:t> = </a:t>
            </a:r>
            <a:r>
              <a:rPr lang="en-US" altLang="ko-KR" sz="1400" dirty="0" err="1"/>
              <a:t>request.POST.get</a:t>
            </a:r>
            <a:r>
              <a:rPr lang="en-US" altLang="ko-KR" sz="1400" dirty="0"/>
              <a:t>('major')</a:t>
            </a:r>
          </a:p>
          <a:p>
            <a:pPr lvl="1"/>
            <a:r>
              <a:rPr lang="en-US" altLang="ko-KR" sz="1400" dirty="0"/>
              <a:t>    </a:t>
            </a:r>
            <a:r>
              <a:rPr lang="en-US" altLang="ko-KR" sz="1400" dirty="0" err="1"/>
              <a:t>qs.grade</a:t>
            </a:r>
            <a:r>
              <a:rPr lang="en-US" altLang="ko-KR" sz="1400" dirty="0"/>
              <a:t> = </a:t>
            </a:r>
            <a:r>
              <a:rPr lang="en-US" altLang="ko-KR" sz="1400" dirty="0" err="1"/>
              <a:t>request.POST.get</a:t>
            </a:r>
            <a:r>
              <a:rPr lang="en-US" altLang="ko-KR" sz="1400" dirty="0"/>
              <a:t>('grade')</a:t>
            </a:r>
          </a:p>
          <a:p>
            <a:pPr lvl="1"/>
            <a:r>
              <a:rPr lang="en-US" altLang="ko-KR" sz="1400" dirty="0"/>
              <a:t>    </a:t>
            </a:r>
            <a:r>
              <a:rPr lang="en-US" altLang="ko-KR" sz="1400" dirty="0" err="1"/>
              <a:t>qs.age</a:t>
            </a:r>
            <a:r>
              <a:rPr lang="en-US" altLang="ko-KR" sz="1400" dirty="0"/>
              <a:t> = </a:t>
            </a:r>
            <a:r>
              <a:rPr lang="en-US" altLang="ko-KR" sz="1400" dirty="0" err="1"/>
              <a:t>request.POST.get</a:t>
            </a:r>
            <a:r>
              <a:rPr lang="en-US" altLang="ko-KR" sz="1400" dirty="0"/>
              <a:t>('age')</a:t>
            </a:r>
          </a:p>
          <a:p>
            <a:pPr lvl="1"/>
            <a:r>
              <a:rPr lang="en-US" altLang="ko-KR" sz="1400" dirty="0"/>
              <a:t>    </a:t>
            </a:r>
            <a:r>
              <a:rPr lang="en-US" altLang="ko-KR" sz="1400" dirty="0" err="1"/>
              <a:t>qs.gender</a:t>
            </a:r>
            <a:r>
              <a:rPr lang="en-US" altLang="ko-KR" sz="1400" dirty="0"/>
              <a:t> = </a:t>
            </a:r>
            <a:r>
              <a:rPr lang="en-US" altLang="ko-KR" sz="1400" dirty="0" err="1"/>
              <a:t>request.POST.get</a:t>
            </a:r>
            <a:r>
              <a:rPr lang="en-US" altLang="ko-KR" sz="1400" dirty="0"/>
              <a:t>('gender')</a:t>
            </a:r>
          </a:p>
          <a:p>
            <a:pPr lvl="1"/>
            <a:r>
              <a:rPr lang="en-US" altLang="ko-KR" sz="1400" dirty="0"/>
              <a:t>    hobby = </a:t>
            </a:r>
            <a:r>
              <a:rPr lang="en-US" altLang="ko-KR" sz="1400" dirty="0" err="1"/>
              <a:t>request.POST.getlist</a:t>
            </a:r>
            <a:r>
              <a:rPr lang="en-US" altLang="ko-KR" sz="1400" dirty="0"/>
              <a:t>('hobby')</a:t>
            </a:r>
          </a:p>
          <a:p>
            <a:pPr lvl="1"/>
            <a:r>
              <a:rPr lang="en-US" altLang="ko-KR" sz="1400" dirty="0"/>
              <a:t>    hobby = ','.join(hobby)</a:t>
            </a:r>
          </a:p>
          <a:p>
            <a:pPr lvl="1"/>
            <a:r>
              <a:rPr lang="en-US" altLang="ko-KR" sz="1400" dirty="0"/>
              <a:t>    </a:t>
            </a:r>
            <a:r>
              <a:rPr lang="en-US" altLang="ko-KR" sz="1400" dirty="0" err="1"/>
              <a:t>qs.hobby</a:t>
            </a:r>
            <a:r>
              <a:rPr lang="en-US" altLang="ko-KR" sz="1400" dirty="0"/>
              <a:t> = hobby</a:t>
            </a:r>
          </a:p>
          <a:p>
            <a:pPr lvl="1"/>
            <a:r>
              <a:rPr lang="en-US" altLang="ko-KR" sz="1400" dirty="0"/>
              <a:t>    </a:t>
            </a:r>
            <a:r>
              <a:rPr lang="en-US" altLang="ko-KR" sz="1400" dirty="0" err="1"/>
              <a:t>qs.save</a:t>
            </a:r>
            <a:r>
              <a:rPr lang="en-US" altLang="ko-KR" sz="1400" dirty="0"/>
              <a:t>()</a:t>
            </a:r>
          </a:p>
          <a:p>
            <a:pPr lvl="1"/>
            <a:r>
              <a:rPr lang="en-US" altLang="ko-KR" sz="1400" dirty="0"/>
              <a:t>    </a:t>
            </a:r>
          </a:p>
          <a:p>
            <a:pPr lvl="1"/>
            <a:r>
              <a:rPr lang="en-US" altLang="ko-KR" sz="1400" dirty="0"/>
              <a:t>    return redirect(f'/students/view/{no}/')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200CB49-3E6B-5A8B-5894-0346A5484CA8}"/>
              </a:ext>
            </a:extLst>
          </p:cNvPr>
          <p:cNvSpPr/>
          <p:nvPr/>
        </p:nvSpPr>
        <p:spPr>
          <a:xfrm>
            <a:off x="10444293" y="1029391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views.py</a:t>
            </a:r>
            <a:endParaRPr lang="ko-KR" altLang="en-US" dirty="0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2B70F0A7-4C30-EC2A-A17D-FBD03DC520FC}"/>
              </a:ext>
            </a:extLst>
          </p:cNvPr>
          <p:cNvSpPr/>
          <p:nvPr/>
        </p:nvSpPr>
        <p:spPr>
          <a:xfrm>
            <a:off x="4250423" y="1029391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urls.py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F150FA4-2963-9248-8C7C-9F0006BBFB46}"/>
              </a:ext>
            </a:extLst>
          </p:cNvPr>
          <p:cNvSpPr/>
          <p:nvPr/>
        </p:nvSpPr>
        <p:spPr>
          <a:xfrm>
            <a:off x="416358" y="3575597"/>
            <a:ext cx="5262989" cy="2604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55FB576-527D-2BD0-1500-033EC451655E}"/>
              </a:ext>
            </a:extLst>
          </p:cNvPr>
          <p:cNvSpPr/>
          <p:nvPr/>
        </p:nvSpPr>
        <p:spPr>
          <a:xfrm>
            <a:off x="5895767" y="2949638"/>
            <a:ext cx="4380748" cy="2604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BB66727-A09E-FD81-637C-4C29DDE3E574}"/>
              </a:ext>
            </a:extLst>
          </p:cNvPr>
          <p:cNvSpPr/>
          <p:nvPr/>
        </p:nvSpPr>
        <p:spPr>
          <a:xfrm>
            <a:off x="5895767" y="1495913"/>
            <a:ext cx="4380748" cy="2604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675743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FAF857-6F15-6300-B2A8-60CB15F3E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49">
            <a:extLst>
              <a:ext uri="{FF2B5EF4-FFF2-40B4-BE49-F238E27FC236}">
                <a16:creationId xmlns:a16="http://schemas.microsoft.com/office/drawing/2014/main" id="{CBC84FF5-8152-D93E-9120-98764310F4A5}"/>
              </a:ext>
            </a:extLst>
          </p:cNvPr>
          <p:cNvSpPr txBox="1"/>
          <p:nvPr/>
        </p:nvSpPr>
        <p:spPr>
          <a:xfrm>
            <a:off x="72410" y="994231"/>
            <a:ext cx="5296544" cy="4173388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noAutofit/>
          </a:bodyPr>
          <a:lstStyle/>
          <a:p>
            <a:r>
              <a:rPr lang="en-US" altLang="ko-KR" sz="1200" dirty="0"/>
              <a:t>&lt;!DOCTYPE html&gt;</a:t>
            </a:r>
          </a:p>
          <a:p>
            <a:r>
              <a:rPr lang="en-US" altLang="ko-KR" sz="1200" dirty="0"/>
              <a:t>&lt;html lang="</a:t>
            </a:r>
            <a:r>
              <a:rPr lang="en-US" altLang="ko-KR" sz="1200" dirty="0" err="1"/>
              <a:t>en</a:t>
            </a:r>
            <a:r>
              <a:rPr lang="en-US" altLang="ko-KR" sz="1200" dirty="0"/>
              <a:t>"&gt;</a:t>
            </a:r>
          </a:p>
          <a:p>
            <a:r>
              <a:rPr lang="en-US" altLang="ko-KR" sz="1200" dirty="0"/>
              <a:t>&lt;head&gt;</a:t>
            </a:r>
          </a:p>
          <a:p>
            <a:r>
              <a:rPr lang="en-US" altLang="ko-KR" sz="1200" dirty="0"/>
              <a:t>    &lt;meta charset="UTF-8"&gt;</a:t>
            </a:r>
          </a:p>
          <a:p>
            <a:r>
              <a:rPr lang="en-US" altLang="ko-KR" sz="1200" dirty="0"/>
              <a:t>    &lt;meta name="viewport" content="width=device-width, initial-scale=1.0"&gt;</a:t>
            </a:r>
          </a:p>
          <a:p>
            <a:r>
              <a:rPr lang="en-US" altLang="ko-KR" sz="1200" dirty="0"/>
              <a:t>    &lt;title&gt;Document&lt;/title&gt;</a:t>
            </a:r>
          </a:p>
          <a:p>
            <a:r>
              <a:rPr lang="en-US" altLang="ko-KR" sz="1200" dirty="0"/>
              <a:t>&lt;/head&gt;</a:t>
            </a:r>
          </a:p>
          <a:p>
            <a:r>
              <a:rPr lang="en-US" altLang="ko-KR" sz="1200" dirty="0"/>
              <a:t>&lt;body&gt;</a:t>
            </a:r>
          </a:p>
          <a:p>
            <a:r>
              <a:rPr lang="en-US" altLang="ko-KR" sz="1200" dirty="0"/>
              <a:t>    &lt;h2&gt;</a:t>
            </a:r>
            <a:r>
              <a:rPr lang="ko-KR" altLang="en-US" sz="1200" dirty="0"/>
              <a:t>학생정보수정</a:t>
            </a:r>
            <a:r>
              <a:rPr lang="en-US" altLang="ko-KR" sz="1200" dirty="0"/>
              <a:t>&lt;/h2&gt;</a:t>
            </a:r>
          </a:p>
          <a:p>
            <a:r>
              <a:rPr lang="en-US" altLang="ko-KR" sz="1200" dirty="0"/>
              <a:t>    &lt;form action='/students/</a:t>
            </a:r>
            <a:r>
              <a:rPr lang="en-US" altLang="ko-KR" sz="1200" dirty="0" err="1"/>
              <a:t>updateOk</a:t>
            </a:r>
            <a:r>
              <a:rPr lang="en-US" altLang="ko-KR" sz="1200" dirty="0"/>
              <a:t>/' method='post' name='</a:t>
            </a:r>
            <a:r>
              <a:rPr lang="en-US" altLang="ko-KR" sz="1200" dirty="0" err="1"/>
              <a:t>frm</a:t>
            </a:r>
            <a:r>
              <a:rPr lang="en-US" altLang="ko-KR" sz="1200" dirty="0"/>
              <a:t>'&gt;</a:t>
            </a:r>
          </a:p>
          <a:p>
            <a:r>
              <a:rPr lang="en-US" altLang="ko-KR" sz="1200" dirty="0"/>
              <a:t>        {% </a:t>
            </a:r>
            <a:r>
              <a:rPr lang="en-US" altLang="ko-KR" sz="1200" dirty="0" err="1"/>
              <a:t>csrf_token</a:t>
            </a:r>
            <a:r>
              <a:rPr lang="en-US" altLang="ko-KR" sz="1200" dirty="0"/>
              <a:t> %}</a:t>
            </a:r>
          </a:p>
          <a:p>
            <a:r>
              <a:rPr lang="en-US" altLang="ko-KR" sz="1200" dirty="0"/>
              <a:t>        &lt;input type='hidden' name='no' value='{{stu.no}}'&gt;</a:t>
            </a:r>
          </a:p>
          <a:p>
            <a:r>
              <a:rPr lang="en-US" altLang="ko-KR" sz="1200" dirty="0"/>
              <a:t>        &lt;label&gt;</a:t>
            </a:r>
            <a:r>
              <a:rPr lang="ko-KR" altLang="en-US" sz="1200" dirty="0"/>
              <a:t>번호</a:t>
            </a:r>
            <a:r>
              <a:rPr lang="en-US" altLang="ko-KR" sz="1200" dirty="0"/>
              <a:t>&lt;/label&gt;</a:t>
            </a:r>
          </a:p>
          <a:p>
            <a:r>
              <a:rPr lang="en-US" altLang="ko-KR" sz="1200" dirty="0"/>
              <a:t>        {{stu.no}}&lt;</a:t>
            </a:r>
            <a:r>
              <a:rPr lang="en-US" altLang="ko-KR" sz="1200" dirty="0" err="1"/>
              <a:t>br</a:t>
            </a:r>
            <a:r>
              <a:rPr lang="en-US" altLang="ko-KR" sz="1200" dirty="0"/>
              <a:t>&gt;</a:t>
            </a:r>
          </a:p>
          <a:p>
            <a:r>
              <a:rPr lang="en-US" altLang="ko-KR" sz="1200" dirty="0"/>
              <a:t>        &lt;label&gt;</a:t>
            </a:r>
            <a:r>
              <a:rPr lang="ko-KR" altLang="en-US" sz="1200" dirty="0"/>
              <a:t>이름</a:t>
            </a:r>
            <a:r>
              <a:rPr lang="en-US" altLang="ko-KR" sz="1200" dirty="0"/>
              <a:t>&lt;/label&gt;</a:t>
            </a:r>
          </a:p>
          <a:p>
            <a:r>
              <a:rPr lang="en-US" altLang="ko-KR" sz="1200" dirty="0"/>
              <a:t>        &lt;input type='text' name='name' value='{{stu.name}}'&gt;&lt;</a:t>
            </a:r>
            <a:r>
              <a:rPr lang="en-US" altLang="ko-KR" sz="1200" dirty="0" err="1"/>
              <a:t>br</a:t>
            </a:r>
            <a:r>
              <a:rPr lang="en-US" altLang="ko-KR" sz="1200" dirty="0"/>
              <a:t>&gt;</a:t>
            </a:r>
          </a:p>
          <a:p>
            <a:r>
              <a:rPr lang="en-US" altLang="ko-KR" sz="1200" dirty="0"/>
              <a:t>        &lt;label&gt;</a:t>
            </a:r>
            <a:r>
              <a:rPr lang="ko-KR" altLang="en-US" sz="1200" dirty="0"/>
              <a:t>학과</a:t>
            </a:r>
            <a:r>
              <a:rPr lang="en-US" altLang="ko-KR" sz="1200" dirty="0"/>
              <a:t>&lt;/label&gt;</a:t>
            </a:r>
          </a:p>
          <a:p>
            <a:r>
              <a:rPr lang="en-US" altLang="ko-KR" sz="1200" dirty="0"/>
              <a:t>        &lt;input type='text' name='major' value='{{</a:t>
            </a:r>
            <a:r>
              <a:rPr lang="en-US" altLang="ko-KR" sz="1200" dirty="0" err="1"/>
              <a:t>stu.major</a:t>
            </a:r>
            <a:r>
              <a:rPr lang="en-US" altLang="ko-KR" sz="1200" dirty="0"/>
              <a:t>}}'&gt;&lt;</a:t>
            </a:r>
            <a:r>
              <a:rPr lang="en-US" altLang="ko-KR" sz="1200" dirty="0" err="1"/>
              <a:t>br</a:t>
            </a:r>
            <a:r>
              <a:rPr lang="en-US" altLang="ko-KR" sz="1200" dirty="0"/>
              <a:t>&gt;</a:t>
            </a:r>
          </a:p>
          <a:p>
            <a:r>
              <a:rPr lang="en-US" altLang="ko-KR" sz="1200" dirty="0"/>
              <a:t>        &lt;label&gt;</a:t>
            </a:r>
            <a:r>
              <a:rPr lang="ko-KR" altLang="en-US" sz="1200" dirty="0"/>
              <a:t>학년</a:t>
            </a:r>
            <a:r>
              <a:rPr lang="en-US" altLang="ko-KR" sz="1200" dirty="0"/>
              <a:t>&lt;/label&gt;</a:t>
            </a:r>
          </a:p>
          <a:p>
            <a:r>
              <a:rPr lang="en-US" altLang="ko-KR" sz="1200" dirty="0"/>
              <a:t>        &lt;input type='text' name='grade' value='{{</a:t>
            </a:r>
            <a:r>
              <a:rPr lang="en-US" altLang="ko-KR" sz="1200" dirty="0" err="1"/>
              <a:t>stu.grade</a:t>
            </a:r>
            <a:r>
              <a:rPr lang="en-US" altLang="ko-KR" sz="1200" dirty="0"/>
              <a:t>}}'&gt;&lt;</a:t>
            </a:r>
            <a:r>
              <a:rPr lang="en-US" altLang="ko-KR" sz="1200" dirty="0" err="1"/>
              <a:t>br</a:t>
            </a:r>
            <a:r>
              <a:rPr lang="en-US" altLang="ko-KR" sz="1200" dirty="0"/>
              <a:t>&gt;</a:t>
            </a:r>
          </a:p>
          <a:p>
            <a:r>
              <a:rPr lang="en-US" altLang="ko-KR" sz="1200" dirty="0"/>
              <a:t>        &lt;label&gt;</a:t>
            </a:r>
            <a:r>
              <a:rPr lang="ko-KR" altLang="en-US" sz="1200" dirty="0"/>
              <a:t>나이</a:t>
            </a:r>
            <a:r>
              <a:rPr lang="en-US" altLang="ko-KR" sz="1200" dirty="0"/>
              <a:t>&lt;/label&gt;</a:t>
            </a:r>
          </a:p>
          <a:p>
            <a:r>
              <a:rPr lang="en-US" altLang="ko-KR" sz="1200" dirty="0"/>
              <a:t>        &lt;input type='text' name='age' value='{{</a:t>
            </a:r>
            <a:r>
              <a:rPr lang="en-US" altLang="ko-KR" sz="1200" dirty="0" err="1"/>
              <a:t>stu.age</a:t>
            </a:r>
            <a:r>
              <a:rPr lang="en-US" altLang="ko-KR" sz="1200" dirty="0"/>
              <a:t>}}'&gt;&lt;</a:t>
            </a:r>
            <a:r>
              <a:rPr lang="en-US" altLang="ko-KR" sz="1200" dirty="0" err="1"/>
              <a:t>br</a:t>
            </a:r>
            <a:r>
              <a:rPr lang="en-US" altLang="ko-KR" sz="1200" dirty="0"/>
              <a:t>&gt;</a:t>
            </a:r>
          </a:p>
          <a:p>
            <a:r>
              <a:rPr lang="en-US" altLang="ko-KR" sz="1200" dirty="0"/>
              <a:t>        </a:t>
            </a:r>
          </a:p>
          <a:p>
            <a:endParaRPr lang="en-US" altLang="ko-KR" sz="1200" dirty="0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D0A65998-739C-4E9E-C4B5-A802793AA5CF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45D41961-E104-AD54-B6E0-A5817ABD1DD4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6AE7942-A3BF-228A-44B6-4B1A4EBC09DB}"/>
              </a:ext>
            </a:extLst>
          </p:cNvPr>
          <p:cNvSpPr txBox="1"/>
          <p:nvPr/>
        </p:nvSpPr>
        <p:spPr>
          <a:xfrm>
            <a:off x="660400" y="203587"/>
            <a:ext cx="111260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학생 정보 수정 페이지  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: update.html</a:t>
            </a:r>
            <a:endParaRPr lang="ko-KR" altLang="en-US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94DC476-3AC9-E830-2053-CC2D22091FAF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6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668C5CD6-7691-A5A6-E215-86F748C7B4E7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0FFC7550-D021-2797-05F7-11A95D37B483}"/>
              </a:ext>
            </a:extLst>
          </p:cNvPr>
          <p:cNvSpPr txBox="1"/>
          <p:nvPr/>
        </p:nvSpPr>
        <p:spPr>
          <a:xfrm>
            <a:off x="5452845" y="994231"/>
            <a:ext cx="6739156" cy="5524016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noAutofit/>
          </a:bodyPr>
          <a:lstStyle/>
          <a:p>
            <a:r>
              <a:rPr lang="en-US" altLang="ko-KR" sz="1100" dirty="0"/>
              <a:t>        &lt;label&gt;</a:t>
            </a:r>
            <a:r>
              <a:rPr lang="ko-KR" altLang="en-US" sz="1100" dirty="0"/>
              <a:t>성별</a:t>
            </a:r>
            <a:r>
              <a:rPr lang="en-US" altLang="ko-KR" sz="1100" dirty="0"/>
              <a:t>&lt;/label&gt;&lt;</a:t>
            </a:r>
            <a:r>
              <a:rPr lang="en-US" altLang="ko-KR" sz="1100" dirty="0" err="1"/>
              <a:t>br</a:t>
            </a:r>
            <a:r>
              <a:rPr lang="en-US" altLang="ko-KR" sz="1100" dirty="0"/>
              <a:t>&gt;</a:t>
            </a:r>
          </a:p>
          <a:p>
            <a:r>
              <a:rPr lang="en-US" altLang="ko-KR" sz="1100" dirty="0"/>
              <a:t>        &lt;input type='radio' name='gender' value='</a:t>
            </a:r>
            <a:r>
              <a:rPr lang="ko-KR" altLang="en-US" sz="1100" dirty="0"/>
              <a:t>남자</a:t>
            </a:r>
            <a:r>
              <a:rPr lang="en-US" altLang="ko-KR" sz="1100" dirty="0"/>
              <a:t>'</a:t>
            </a:r>
            <a:r>
              <a:rPr lang="ko-KR" altLang="en-US" sz="1100" dirty="0"/>
              <a:t> </a:t>
            </a:r>
            <a:r>
              <a:rPr lang="en-US" altLang="ko-KR" sz="1100" dirty="0"/>
              <a:t>id='man' {%if '</a:t>
            </a:r>
            <a:r>
              <a:rPr lang="ko-KR" altLang="en-US" sz="1100" dirty="0"/>
              <a:t>남자</a:t>
            </a:r>
            <a:r>
              <a:rPr lang="en-US" altLang="ko-KR" sz="1100" dirty="0"/>
              <a:t>' in </a:t>
            </a:r>
            <a:r>
              <a:rPr lang="en-US" altLang="ko-KR" sz="1100" dirty="0" err="1"/>
              <a:t>stu.gender</a:t>
            </a:r>
            <a:r>
              <a:rPr lang="en-US" altLang="ko-KR" sz="1100" dirty="0"/>
              <a:t>%}checked{%endif%} &gt;</a:t>
            </a:r>
          </a:p>
          <a:p>
            <a:r>
              <a:rPr lang="en-US" altLang="ko-KR" sz="1100" dirty="0"/>
              <a:t>        &lt;label for='man'&gt;</a:t>
            </a:r>
            <a:r>
              <a:rPr lang="ko-KR" altLang="en-US" sz="1100" dirty="0"/>
              <a:t>남자</a:t>
            </a:r>
            <a:r>
              <a:rPr lang="en-US" altLang="ko-KR" sz="1100" dirty="0"/>
              <a:t>&lt;/label&gt;</a:t>
            </a:r>
          </a:p>
          <a:p>
            <a:r>
              <a:rPr lang="en-US" altLang="ko-KR" sz="1100" dirty="0"/>
              <a:t>        &lt;input type='radio' name='gender' value='</a:t>
            </a:r>
            <a:r>
              <a:rPr lang="ko-KR" altLang="en-US" sz="1100" dirty="0"/>
              <a:t>여자</a:t>
            </a:r>
            <a:r>
              <a:rPr lang="en-US" altLang="ko-KR" sz="1100" dirty="0"/>
              <a:t>'</a:t>
            </a:r>
            <a:r>
              <a:rPr lang="ko-KR" altLang="en-US" sz="1100" dirty="0"/>
              <a:t> </a:t>
            </a:r>
            <a:r>
              <a:rPr lang="en-US" altLang="ko-KR" sz="1100" dirty="0"/>
              <a:t>id='woman' {%if '</a:t>
            </a:r>
            <a:r>
              <a:rPr lang="ko-KR" altLang="en-US" sz="1100" dirty="0"/>
              <a:t>여자</a:t>
            </a:r>
            <a:r>
              <a:rPr lang="en-US" altLang="ko-KR" sz="1100" dirty="0"/>
              <a:t>' in </a:t>
            </a:r>
            <a:r>
              <a:rPr lang="en-US" altLang="ko-KR" sz="1100" dirty="0" err="1"/>
              <a:t>stu.gender</a:t>
            </a:r>
            <a:r>
              <a:rPr lang="en-US" altLang="ko-KR" sz="1100" dirty="0"/>
              <a:t>%}checked{%endif%}&gt;</a:t>
            </a:r>
          </a:p>
          <a:p>
            <a:r>
              <a:rPr lang="en-US" altLang="ko-KR" sz="1100" dirty="0"/>
              <a:t>        &lt;label for='woman'&gt;</a:t>
            </a:r>
            <a:r>
              <a:rPr lang="ko-KR" altLang="en-US" sz="1100" dirty="0"/>
              <a:t>여자</a:t>
            </a:r>
            <a:r>
              <a:rPr lang="en-US" altLang="ko-KR" sz="1100" dirty="0"/>
              <a:t>&lt;/label&gt;</a:t>
            </a:r>
          </a:p>
          <a:p>
            <a:r>
              <a:rPr lang="en-US" altLang="ko-KR" sz="1100" dirty="0"/>
              <a:t>        &lt;</a:t>
            </a:r>
            <a:r>
              <a:rPr lang="en-US" altLang="ko-KR" sz="1100" dirty="0" err="1"/>
              <a:t>br</a:t>
            </a:r>
            <a:r>
              <a:rPr lang="en-US" altLang="ko-KR" sz="1100" dirty="0"/>
              <a:t>&gt;</a:t>
            </a:r>
          </a:p>
          <a:p>
            <a:endParaRPr lang="en-US" altLang="ko-KR" sz="1100" dirty="0"/>
          </a:p>
          <a:p>
            <a:r>
              <a:rPr lang="en-US" altLang="ko-KR" sz="1100" dirty="0"/>
              <a:t>        &lt;label&gt;</a:t>
            </a:r>
            <a:r>
              <a:rPr lang="ko-KR" altLang="en-US" sz="1100" dirty="0"/>
              <a:t>취미</a:t>
            </a:r>
            <a:r>
              <a:rPr lang="en-US" altLang="ko-KR" sz="1100" dirty="0"/>
              <a:t>&lt;/label&gt;&lt;</a:t>
            </a:r>
            <a:r>
              <a:rPr lang="en-US" altLang="ko-KR" sz="1100" dirty="0" err="1"/>
              <a:t>br</a:t>
            </a:r>
            <a:r>
              <a:rPr lang="en-US" altLang="ko-KR" sz="1100" dirty="0"/>
              <a:t>&gt;</a:t>
            </a:r>
          </a:p>
          <a:p>
            <a:r>
              <a:rPr lang="en-US" altLang="ko-KR" sz="1100" dirty="0"/>
              <a:t>        </a:t>
            </a:r>
            <a:r>
              <a:rPr lang="en-US" altLang="ko-KR" sz="1000" dirty="0"/>
              <a:t>&lt;input type='checkbox' name='hobby' value='</a:t>
            </a:r>
            <a:r>
              <a:rPr lang="ko-KR" altLang="en-US" sz="1000" dirty="0"/>
              <a:t>게임</a:t>
            </a:r>
            <a:r>
              <a:rPr lang="en-US" altLang="ko-KR" sz="1000" dirty="0"/>
              <a:t>'</a:t>
            </a:r>
            <a:r>
              <a:rPr lang="ko-KR" altLang="en-US" sz="1000" dirty="0"/>
              <a:t> </a:t>
            </a:r>
            <a:r>
              <a:rPr lang="en-US" altLang="ko-KR" sz="1000" dirty="0"/>
              <a:t>id='game' {%if '</a:t>
            </a:r>
            <a:r>
              <a:rPr lang="ko-KR" altLang="en-US" sz="1000" dirty="0"/>
              <a:t>게임</a:t>
            </a:r>
            <a:r>
              <a:rPr lang="en-US" altLang="ko-KR" sz="1000" dirty="0"/>
              <a:t>' in </a:t>
            </a:r>
            <a:r>
              <a:rPr lang="en-US" altLang="ko-KR" sz="1000" dirty="0" err="1"/>
              <a:t>stu.hobby</a:t>
            </a:r>
            <a:r>
              <a:rPr lang="en-US" altLang="ko-KR" sz="1000" dirty="0"/>
              <a:t>%}checked{%endif%}&gt;</a:t>
            </a:r>
          </a:p>
          <a:p>
            <a:r>
              <a:rPr lang="en-US" altLang="ko-KR" sz="1100" dirty="0"/>
              <a:t>        &lt;label for='game'&gt;</a:t>
            </a:r>
            <a:r>
              <a:rPr lang="ko-KR" altLang="en-US" sz="1100" dirty="0"/>
              <a:t>게임</a:t>
            </a:r>
            <a:r>
              <a:rPr lang="en-US" altLang="ko-KR" sz="1100" dirty="0"/>
              <a:t>&lt;/label&gt;</a:t>
            </a:r>
          </a:p>
          <a:p>
            <a:r>
              <a:rPr lang="en-US" altLang="ko-KR" sz="1100" dirty="0"/>
              <a:t>        &lt;input type='checkbox' name='hobby' value='</a:t>
            </a:r>
            <a:r>
              <a:rPr lang="ko-KR" altLang="en-US" sz="1100" dirty="0"/>
              <a:t>골프</a:t>
            </a:r>
            <a:r>
              <a:rPr lang="en-US" altLang="ko-KR" sz="1100" dirty="0"/>
              <a:t>'</a:t>
            </a:r>
            <a:r>
              <a:rPr lang="ko-KR" altLang="en-US" sz="1100" dirty="0"/>
              <a:t> </a:t>
            </a:r>
            <a:r>
              <a:rPr lang="en-US" altLang="ko-KR" sz="1100" dirty="0"/>
              <a:t>id='golf' {%if '</a:t>
            </a:r>
            <a:r>
              <a:rPr lang="ko-KR" altLang="en-US" sz="1100" dirty="0"/>
              <a:t>골프</a:t>
            </a:r>
            <a:r>
              <a:rPr lang="en-US" altLang="ko-KR" sz="1100" dirty="0"/>
              <a:t>' in </a:t>
            </a:r>
            <a:r>
              <a:rPr lang="en-US" altLang="ko-KR" sz="1100" dirty="0" err="1"/>
              <a:t>stu.hobby</a:t>
            </a:r>
            <a:r>
              <a:rPr lang="en-US" altLang="ko-KR" sz="1100" dirty="0"/>
              <a:t>%}checked{%endif%}&gt;</a:t>
            </a:r>
          </a:p>
          <a:p>
            <a:r>
              <a:rPr lang="en-US" altLang="ko-KR" sz="1100" dirty="0"/>
              <a:t>        &lt;label for='golf'&gt;</a:t>
            </a:r>
            <a:r>
              <a:rPr lang="ko-KR" altLang="en-US" sz="1100" dirty="0"/>
              <a:t>골프</a:t>
            </a:r>
            <a:r>
              <a:rPr lang="en-US" altLang="ko-KR" sz="1100" dirty="0"/>
              <a:t>&lt;/label&gt;</a:t>
            </a:r>
          </a:p>
          <a:p>
            <a:r>
              <a:rPr lang="en-US" altLang="ko-KR" sz="1100" dirty="0"/>
              <a:t>        &lt;input type='checkbox' name='hobby' value='</a:t>
            </a:r>
            <a:r>
              <a:rPr lang="ko-KR" altLang="en-US" sz="1100" dirty="0"/>
              <a:t>수영</a:t>
            </a:r>
            <a:r>
              <a:rPr lang="en-US" altLang="ko-KR" sz="1100" dirty="0"/>
              <a:t>'</a:t>
            </a:r>
            <a:r>
              <a:rPr lang="ko-KR" altLang="en-US" sz="1100" dirty="0"/>
              <a:t> </a:t>
            </a:r>
            <a:r>
              <a:rPr lang="en-US" altLang="ko-KR" sz="1100" dirty="0"/>
              <a:t>id='swim' {%if '</a:t>
            </a:r>
            <a:r>
              <a:rPr lang="ko-KR" altLang="en-US" sz="1100" dirty="0"/>
              <a:t>수영</a:t>
            </a:r>
            <a:r>
              <a:rPr lang="en-US" altLang="ko-KR" sz="1100" dirty="0"/>
              <a:t>' in </a:t>
            </a:r>
            <a:r>
              <a:rPr lang="en-US" altLang="ko-KR" sz="1100" dirty="0" err="1"/>
              <a:t>stu.hobby</a:t>
            </a:r>
            <a:r>
              <a:rPr lang="en-US" altLang="ko-KR" sz="1100" dirty="0"/>
              <a:t>%}checked{%endif%}&gt;</a:t>
            </a:r>
          </a:p>
          <a:p>
            <a:r>
              <a:rPr lang="en-US" altLang="ko-KR" sz="1100" dirty="0"/>
              <a:t>        &lt;label for='swim'&gt;</a:t>
            </a:r>
            <a:r>
              <a:rPr lang="ko-KR" altLang="en-US" sz="1100" dirty="0"/>
              <a:t>수영</a:t>
            </a:r>
            <a:r>
              <a:rPr lang="en-US" altLang="ko-KR" sz="1100" dirty="0"/>
              <a:t>&lt;/label&gt;</a:t>
            </a:r>
          </a:p>
          <a:p>
            <a:r>
              <a:rPr lang="en-US" altLang="ko-KR" sz="1100" dirty="0"/>
              <a:t>        &lt;input type='checkbox' name='hobby' value='</a:t>
            </a:r>
            <a:r>
              <a:rPr lang="ko-KR" altLang="en-US" sz="1100" dirty="0"/>
              <a:t>조깅</a:t>
            </a:r>
            <a:r>
              <a:rPr lang="en-US" altLang="ko-KR" sz="1100" dirty="0"/>
              <a:t>'</a:t>
            </a:r>
            <a:r>
              <a:rPr lang="ko-KR" altLang="en-US" sz="1100" dirty="0"/>
              <a:t> </a:t>
            </a:r>
            <a:r>
              <a:rPr lang="en-US" altLang="ko-KR" sz="1100" dirty="0"/>
              <a:t>id='run' {%if '</a:t>
            </a:r>
            <a:r>
              <a:rPr lang="ko-KR" altLang="en-US" sz="1100" dirty="0"/>
              <a:t>조깅</a:t>
            </a:r>
            <a:r>
              <a:rPr lang="en-US" altLang="ko-KR" sz="1100" dirty="0"/>
              <a:t>' in </a:t>
            </a:r>
            <a:r>
              <a:rPr lang="en-US" altLang="ko-KR" sz="1100" dirty="0" err="1"/>
              <a:t>stu.hobby</a:t>
            </a:r>
            <a:r>
              <a:rPr lang="en-US" altLang="ko-KR" sz="1100" dirty="0"/>
              <a:t>%}checked{%endif%}&gt;</a:t>
            </a:r>
          </a:p>
          <a:p>
            <a:r>
              <a:rPr lang="en-US" altLang="ko-KR" sz="1100" dirty="0"/>
              <a:t>        &lt;label for='run'&gt;</a:t>
            </a:r>
            <a:r>
              <a:rPr lang="ko-KR" altLang="en-US" sz="1100" dirty="0"/>
              <a:t>조깅</a:t>
            </a:r>
            <a:r>
              <a:rPr lang="en-US" altLang="ko-KR" sz="1100" dirty="0"/>
              <a:t>&lt;/label&gt;</a:t>
            </a:r>
          </a:p>
          <a:p>
            <a:r>
              <a:rPr lang="en-US" altLang="ko-KR" sz="1100" dirty="0"/>
              <a:t>        &lt;input type='checkbox' name='hobby' value='</a:t>
            </a:r>
            <a:r>
              <a:rPr lang="ko-KR" altLang="en-US" sz="1100" dirty="0"/>
              <a:t>독서</a:t>
            </a:r>
            <a:r>
              <a:rPr lang="en-US" altLang="ko-KR" sz="1100" dirty="0"/>
              <a:t>'</a:t>
            </a:r>
            <a:r>
              <a:rPr lang="ko-KR" altLang="en-US" sz="1100" dirty="0"/>
              <a:t> </a:t>
            </a:r>
            <a:r>
              <a:rPr lang="en-US" altLang="ko-KR" sz="1100" dirty="0"/>
              <a:t>id='book' {%if '</a:t>
            </a:r>
            <a:r>
              <a:rPr lang="ko-KR" altLang="en-US" sz="1100" dirty="0"/>
              <a:t>독서</a:t>
            </a:r>
            <a:r>
              <a:rPr lang="en-US" altLang="ko-KR" sz="1100" dirty="0"/>
              <a:t>' in </a:t>
            </a:r>
            <a:r>
              <a:rPr lang="en-US" altLang="ko-KR" sz="1100" dirty="0" err="1"/>
              <a:t>stu.hobby</a:t>
            </a:r>
            <a:r>
              <a:rPr lang="en-US" altLang="ko-KR" sz="1100" dirty="0"/>
              <a:t>%}checked{%endif%}&gt;</a:t>
            </a:r>
          </a:p>
          <a:p>
            <a:r>
              <a:rPr lang="en-US" altLang="ko-KR" sz="1100" dirty="0"/>
              <a:t>        &lt;label for='book'&gt;</a:t>
            </a:r>
            <a:r>
              <a:rPr lang="ko-KR" altLang="en-US" sz="1100" dirty="0"/>
              <a:t>독서</a:t>
            </a:r>
            <a:r>
              <a:rPr lang="en-US" altLang="ko-KR" sz="1100" dirty="0"/>
              <a:t>&lt;/label&gt;</a:t>
            </a:r>
          </a:p>
          <a:p>
            <a:r>
              <a:rPr lang="en-US" altLang="ko-KR" sz="1100" dirty="0"/>
              <a:t>        &lt;</a:t>
            </a:r>
            <a:r>
              <a:rPr lang="en-US" altLang="ko-KR" sz="1100" dirty="0" err="1"/>
              <a:t>br</a:t>
            </a:r>
            <a:r>
              <a:rPr lang="en-US" altLang="ko-KR" sz="1100" dirty="0"/>
              <a:t>&gt;</a:t>
            </a:r>
          </a:p>
          <a:p>
            <a:r>
              <a:rPr lang="en-US" altLang="ko-KR" sz="1100" dirty="0"/>
              <a:t>        </a:t>
            </a:r>
          </a:p>
          <a:p>
            <a:r>
              <a:rPr lang="en-US" altLang="ko-KR" sz="1100" dirty="0"/>
              <a:t>        &lt;input type='submit' value='</a:t>
            </a:r>
            <a:r>
              <a:rPr lang="ko-KR" altLang="en-US" sz="1100" dirty="0"/>
              <a:t>수정</a:t>
            </a:r>
            <a:r>
              <a:rPr lang="en-US" altLang="ko-KR" sz="1100" dirty="0"/>
              <a:t>'&gt;</a:t>
            </a:r>
            <a:endParaRPr lang="ko-KR" altLang="en-US" sz="1100" dirty="0"/>
          </a:p>
          <a:p>
            <a:r>
              <a:rPr lang="ko-KR" altLang="en-US" sz="1100" dirty="0"/>
              <a:t>        </a:t>
            </a:r>
            <a:r>
              <a:rPr lang="en-US" altLang="ko-KR" sz="1100" dirty="0"/>
              <a:t>&lt;!-- button</a:t>
            </a:r>
            <a:r>
              <a:rPr lang="ko-KR" altLang="en-US" sz="1100" dirty="0"/>
              <a:t>특성 </a:t>
            </a:r>
            <a:r>
              <a:rPr lang="en-US" altLang="ko-KR" sz="1100" dirty="0"/>
              <a:t>: type</a:t>
            </a:r>
            <a:r>
              <a:rPr lang="ko-KR" altLang="en-US" sz="1100" dirty="0"/>
              <a:t>지정하지 않으면 </a:t>
            </a:r>
            <a:r>
              <a:rPr lang="en-US" altLang="ko-KR" sz="1100" dirty="0"/>
              <a:t>form action</a:t>
            </a:r>
            <a:r>
              <a:rPr lang="ko-KR" altLang="en-US" sz="1100" dirty="0"/>
              <a:t>주소를 호출  </a:t>
            </a:r>
            <a:r>
              <a:rPr lang="en-US" altLang="ko-KR" sz="1100" dirty="0"/>
              <a:t>--&gt;</a:t>
            </a:r>
            <a:endParaRPr lang="ko-KR" altLang="en-US" sz="1100" dirty="0"/>
          </a:p>
          <a:p>
            <a:r>
              <a:rPr lang="ko-KR" altLang="en-US" sz="1100" dirty="0"/>
              <a:t>        </a:t>
            </a:r>
            <a:r>
              <a:rPr lang="en-US" altLang="ko-KR" sz="1100" dirty="0"/>
              <a:t>&lt;a </a:t>
            </a:r>
            <a:r>
              <a:rPr lang="en-US" altLang="ko-KR" sz="1100" dirty="0" err="1"/>
              <a:t>href</a:t>
            </a:r>
            <a:r>
              <a:rPr lang="en-US" altLang="ko-KR" sz="1100" dirty="0"/>
              <a:t>='/students/view/{{stu.no}}/'&gt;&lt;button type='button'&gt;</a:t>
            </a:r>
            <a:r>
              <a:rPr lang="ko-KR" altLang="en-US" sz="1100" dirty="0"/>
              <a:t>취소</a:t>
            </a:r>
            <a:r>
              <a:rPr lang="en-US" altLang="ko-KR" sz="1100" dirty="0"/>
              <a:t>&lt;/button&gt;&lt;/a&gt;</a:t>
            </a:r>
          </a:p>
          <a:p>
            <a:r>
              <a:rPr lang="en-US" altLang="ko-KR" sz="1100" dirty="0"/>
              <a:t>    &lt;/form&gt;</a:t>
            </a:r>
          </a:p>
          <a:p>
            <a:r>
              <a:rPr lang="en-US" altLang="ko-KR" sz="1100" dirty="0"/>
              <a:t>&lt;/body&gt;</a:t>
            </a:r>
          </a:p>
          <a:p>
            <a:r>
              <a:rPr lang="en-US" altLang="ko-KR" sz="1100" dirty="0"/>
              <a:t>&lt;/html&gt;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3BEC36C-A54C-27BA-6AFF-8F290EEA66AB}"/>
              </a:ext>
            </a:extLst>
          </p:cNvPr>
          <p:cNvSpPr/>
          <p:nvPr/>
        </p:nvSpPr>
        <p:spPr>
          <a:xfrm>
            <a:off x="3940030" y="994230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update.html</a:t>
            </a:r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96A3A11-EBE1-3992-F31B-85E9BD2BD3B6}"/>
              </a:ext>
            </a:extLst>
          </p:cNvPr>
          <p:cNvSpPr/>
          <p:nvPr/>
        </p:nvSpPr>
        <p:spPr>
          <a:xfrm>
            <a:off x="5452844" y="2454688"/>
            <a:ext cx="6497076" cy="4479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56F134-8DEF-2041-D3A9-9DFA5AB4E1B2}"/>
              </a:ext>
            </a:extLst>
          </p:cNvPr>
          <p:cNvSpPr txBox="1"/>
          <p:nvPr/>
        </p:nvSpPr>
        <p:spPr>
          <a:xfrm>
            <a:off x="121920" y="5664152"/>
            <a:ext cx="5247034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800" dirty="0"/>
              <a:t>&lt;input type='checkbox’ </a:t>
            </a:r>
          </a:p>
          <a:p>
            <a:r>
              <a:rPr lang="en-US" altLang="ko-KR" sz="1800" dirty="0"/>
              <a:t>name='hobby' value='</a:t>
            </a:r>
            <a:r>
              <a:rPr lang="ko-KR" altLang="en-US" sz="1800" dirty="0"/>
              <a:t>게임</a:t>
            </a:r>
            <a:r>
              <a:rPr lang="en-US" altLang="ko-KR" sz="1800" dirty="0"/>
              <a:t>'</a:t>
            </a:r>
            <a:r>
              <a:rPr lang="ko-KR" altLang="en-US" sz="1800" dirty="0"/>
              <a:t> </a:t>
            </a:r>
            <a:r>
              <a:rPr lang="en-US" altLang="ko-KR" sz="1800" dirty="0"/>
              <a:t>id='game’ </a:t>
            </a:r>
          </a:p>
          <a:p>
            <a:r>
              <a:rPr lang="en-US" altLang="ko-KR" sz="1800" b="1" dirty="0">
                <a:solidFill>
                  <a:srgbClr val="FF0000"/>
                </a:solidFill>
              </a:rPr>
              <a:t>{%if '</a:t>
            </a:r>
            <a:r>
              <a:rPr lang="ko-KR" altLang="en-US" sz="1800" b="1" dirty="0">
                <a:solidFill>
                  <a:srgbClr val="FF0000"/>
                </a:solidFill>
              </a:rPr>
              <a:t>게임</a:t>
            </a:r>
            <a:r>
              <a:rPr lang="en-US" altLang="ko-KR" sz="1800" b="1" dirty="0">
                <a:solidFill>
                  <a:srgbClr val="FF0000"/>
                </a:solidFill>
              </a:rPr>
              <a:t>' in </a:t>
            </a:r>
            <a:r>
              <a:rPr lang="en-US" altLang="ko-KR" sz="1800" b="1" dirty="0" err="1">
                <a:solidFill>
                  <a:srgbClr val="FF0000"/>
                </a:solidFill>
              </a:rPr>
              <a:t>stu.hobby</a:t>
            </a:r>
            <a:r>
              <a:rPr lang="en-US" altLang="ko-KR" sz="1800" b="1" dirty="0">
                <a:solidFill>
                  <a:srgbClr val="FF0000"/>
                </a:solidFill>
              </a:rPr>
              <a:t>%}checked{%endif%}</a:t>
            </a:r>
            <a:r>
              <a:rPr lang="en-US" altLang="ko-KR" sz="1800" dirty="0"/>
              <a:t>&gt;</a:t>
            </a:r>
          </a:p>
        </p:txBody>
      </p:sp>
      <p:cxnSp>
        <p:nvCxnSpPr>
          <p:cNvPr id="7" name="연결선: 꺾임 6">
            <a:extLst>
              <a:ext uri="{FF2B5EF4-FFF2-40B4-BE49-F238E27FC236}">
                <a16:creationId xmlns:a16="http://schemas.microsoft.com/office/drawing/2014/main" id="{8220B3B6-2880-9E12-BB2E-F6CBC0681671}"/>
              </a:ext>
            </a:extLst>
          </p:cNvPr>
          <p:cNvCxnSpPr>
            <a:cxnSpLocks/>
            <a:stCxn id="6" idx="3"/>
            <a:endCxn id="4" idx="1"/>
          </p:cNvCxnSpPr>
          <p:nvPr/>
        </p:nvCxnSpPr>
        <p:spPr>
          <a:xfrm flipV="1">
            <a:off x="5368954" y="2678640"/>
            <a:ext cx="83890" cy="3447177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6882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C10FD-F771-44EF-9BC2-3C607703F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49">
            <a:extLst>
              <a:ext uri="{FF2B5EF4-FFF2-40B4-BE49-F238E27FC236}">
                <a16:creationId xmlns:a16="http://schemas.microsoft.com/office/drawing/2014/main" id="{54F65229-9D9A-C323-2A04-73226B9C6942}"/>
              </a:ext>
            </a:extLst>
          </p:cNvPr>
          <p:cNvSpPr txBox="1"/>
          <p:nvPr/>
        </p:nvSpPr>
        <p:spPr>
          <a:xfrm>
            <a:off x="416358" y="1029391"/>
            <a:ext cx="5262989" cy="378565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500" dirty="0"/>
              <a:t>from </a:t>
            </a:r>
            <a:r>
              <a:rPr lang="en-US" altLang="ko-KR" sz="1500" dirty="0" err="1"/>
              <a:t>django.urls</a:t>
            </a:r>
            <a:r>
              <a:rPr lang="en-US" altLang="ko-KR" sz="1500" dirty="0"/>
              <a:t> import </a:t>
            </a:r>
            <a:r>
              <a:rPr lang="en-US" altLang="ko-KR" sz="1500" dirty="0" err="1"/>
              <a:t>path,include</a:t>
            </a:r>
            <a:endParaRPr lang="en-US" altLang="ko-KR" sz="1500" dirty="0"/>
          </a:p>
          <a:p>
            <a:r>
              <a:rPr lang="en-US" altLang="ko-KR" sz="1500" dirty="0"/>
              <a:t>from . import views</a:t>
            </a:r>
          </a:p>
          <a:p>
            <a:br>
              <a:rPr lang="en-US" altLang="ko-KR" sz="1500" dirty="0"/>
            </a:br>
            <a:r>
              <a:rPr lang="en-US" altLang="ko-KR" sz="1500" dirty="0"/>
              <a:t># </a:t>
            </a:r>
            <a:r>
              <a:rPr lang="en-US" altLang="ko-KR" sz="1500" dirty="0" err="1"/>
              <a:t>app_name</a:t>
            </a:r>
            <a:r>
              <a:rPr lang="ko-KR" altLang="en-US" sz="1500" dirty="0"/>
              <a:t>는 </a:t>
            </a:r>
            <a:r>
              <a:rPr lang="en-US" altLang="ko-KR" sz="1500" dirty="0"/>
              <a:t>/ </a:t>
            </a:r>
            <a:r>
              <a:rPr lang="ko-KR" altLang="en-US" sz="1500" dirty="0"/>
              <a:t>붙이지 않음</a:t>
            </a:r>
          </a:p>
          <a:p>
            <a:r>
              <a:rPr lang="en-US" altLang="ko-KR" sz="1500" dirty="0" err="1"/>
              <a:t>app_name</a:t>
            </a:r>
            <a:r>
              <a:rPr lang="en-US" altLang="ko-KR" sz="1500" dirty="0"/>
              <a:t> = 'students'</a:t>
            </a:r>
          </a:p>
          <a:p>
            <a:r>
              <a:rPr lang="en-US" altLang="ko-KR" sz="1500" dirty="0" err="1"/>
              <a:t>urlpatterns</a:t>
            </a:r>
            <a:r>
              <a:rPr lang="en-US" altLang="ko-KR" sz="1500" dirty="0"/>
              <a:t> = [</a:t>
            </a:r>
          </a:p>
          <a:p>
            <a:r>
              <a:rPr lang="en-US" altLang="ko-KR" sz="1500" dirty="0"/>
              <a:t>    # path / </a:t>
            </a:r>
            <a:r>
              <a:rPr lang="ko-KR" altLang="en-US" sz="1500" dirty="0"/>
              <a:t>붙임</a:t>
            </a:r>
            <a:r>
              <a:rPr lang="en-US" altLang="ko-KR" sz="1500" dirty="0"/>
              <a:t>.</a:t>
            </a:r>
            <a:endParaRPr lang="ko-KR" altLang="en-US" sz="1500" dirty="0"/>
          </a:p>
          <a:p>
            <a:r>
              <a:rPr lang="ko-KR" altLang="en-US" sz="1500" dirty="0"/>
              <a:t>    </a:t>
            </a:r>
            <a:r>
              <a:rPr lang="en-US" altLang="ko-KR" sz="1500" dirty="0"/>
              <a:t>path('list/', </a:t>
            </a:r>
            <a:r>
              <a:rPr lang="en-US" altLang="ko-KR" sz="1500" dirty="0" err="1"/>
              <a:t>views.list</a:t>
            </a:r>
            <a:r>
              <a:rPr lang="en-US" altLang="ko-KR" sz="1500" dirty="0"/>
              <a:t>, name='list'),</a:t>
            </a:r>
          </a:p>
          <a:p>
            <a:r>
              <a:rPr lang="en-US" altLang="ko-KR" sz="1500" dirty="0"/>
              <a:t>    path('write/', </a:t>
            </a:r>
            <a:r>
              <a:rPr lang="en-US" altLang="ko-KR" sz="1500" dirty="0" err="1"/>
              <a:t>views.write</a:t>
            </a:r>
            <a:r>
              <a:rPr lang="en-US" altLang="ko-KR" sz="1500" dirty="0"/>
              <a:t>, name='write'),</a:t>
            </a:r>
          </a:p>
          <a:p>
            <a:r>
              <a:rPr lang="en-US" altLang="ko-KR" sz="1500" dirty="0"/>
              <a:t>    </a:t>
            </a:r>
          </a:p>
          <a:p>
            <a:r>
              <a:rPr lang="en-US" altLang="ko-KR" sz="1500" dirty="0"/>
              <a:t>    path('view/&lt;</a:t>
            </a:r>
            <a:r>
              <a:rPr lang="en-US" altLang="ko-KR" sz="1500" dirty="0" err="1"/>
              <a:t>int:no</a:t>
            </a:r>
            <a:r>
              <a:rPr lang="en-US" altLang="ko-KR" sz="1500" dirty="0"/>
              <a:t>&gt;/', </a:t>
            </a:r>
            <a:r>
              <a:rPr lang="en-US" altLang="ko-KR" sz="1500" dirty="0" err="1"/>
              <a:t>views.view</a:t>
            </a:r>
            <a:r>
              <a:rPr lang="en-US" altLang="ko-KR" sz="1500" dirty="0"/>
              <a:t>, name='view'),</a:t>
            </a:r>
          </a:p>
          <a:p>
            <a:r>
              <a:rPr lang="en-US" altLang="ko-KR" sz="1500" dirty="0"/>
              <a:t>    path('update/&lt;</a:t>
            </a:r>
            <a:r>
              <a:rPr lang="en-US" altLang="ko-KR" sz="1500" dirty="0" err="1"/>
              <a:t>int:no</a:t>
            </a:r>
            <a:r>
              <a:rPr lang="en-US" altLang="ko-KR" sz="1500" dirty="0"/>
              <a:t>&gt;/', </a:t>
            </a:r>
            <a:r>
              <a:rPr lang="en-US" altLang="ko-KR" sz="1500" dirty="0" err="1"/>
              <a:t>views.update</a:t>
            </a:r>
            <a:r>
              <a:rPr lang="en-US" altLang="ko-KR" sz="1500" dirty="0"/>
              <a:t>, name='update’), </a:t>
            </a:r>
            <a:br>
              <a:rPr lang="en-US" altLang="ko-KR" sz="1500" dirty="0"/>
            </a:br>
            <a:r>
              <a:rPr lang="en-US" altLang="ko-KR" sz="1500" dirty="0"/>
              <a:t>    </a:t>
            </a:r>
            <a:endParaRPr lang="ko-KR" altLang="en-US" sz="1500" dirty="0"/>
          </a:p>
          <a:p>
            <a:r>
              <a:rPr lang="ko-KR" altLang="en-US" sz="1500" dirty="0"/>
              <a:t>    </a:t>
            </a:r>
            <a:r>
              <a:rPr lang="en-US" altLang="ko-KR" sz="1500" dirty="0"/>
              <a:t>path('delete/&lt;</a:t>
            </a:r>
            <a:r>
              <a:rPr lang="en-US" altLang="ko-KR" sz="1500" dirty="0" err="1"/>
              <a:t>int:no</a:t>
            </a:r>
            <a:r>
              <a:rPr lang="en-US" altLang="ko-KR" sz="1500" dirty="0"/>
              <a:t>&gt;/', </a:t>
            </a:r>
            <a:r>
              <a:rPr lang="en-US" altLang="ko-KR" sz="1500" dirty="0" err="1"/>
              <a:t>views.delete</a:t>
            </a:r>
            <a:r>
              <a:rPr lang="en-US" altLang="ko-KR" sz="1500" dirty="0"/>
              <a:t>, name='delete’), </a:t>
            </a:r>
            <a:br>
              <a:rPr lang="en-US" altLang="ko-KR" sz="1500" dirty="0"/>
            </a:br>
            <a:r>
              <a:rPr lang="en-US" altLang="ko-KR" sz="1500" dirty="0"/>
              <a:t>    # </a:t>
            </a:r>
            <a:r>
              <a:rPr lang="ko-KR" altLang="en-US" sz="1500" dirty="0"/>
              <a:t>학생정보삭제</a:t>
            </a:r>
          </a:p>
          <a:p>
            <a:r>
              <a:rPr lang="en-US" altLang="ko-KR" sz="1500" dirty="0"/>
              <a:t>]</a:t>
            </a: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C1A4F253-C689-5D0A-7CBD-835D2EF281AB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315A9692-67AE-698F-7357-C3E80DDD815D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A52BD08-2BDB-3F42-8816-261BD37D4C05}"/>
              </a:ext>
            </a:extLst>
          </p:cNvPr>
          <p:cNvSpPr txBox="1"/>
          <p:nvPr/>
        </p:nvSpPr>
        <p:spPr>
          <a:xfrm>
            <a:off x="660400" y="203587"/>
            <a:ext cx="111260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학생 정보 삭제 페이지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: </a:t>
            </a:r>
            <a:r>
              <a:rPr lang="en-US" altLang="ko-KR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students:delete</a:t>
            </a:r>
            <a:endParaRPr lang="ko-KR" altLang="en-US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879DF9D-7E50-CEC7-68B4-6F7F7AAF9AE9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6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91D484D9-3230-C98C-6EFA-D934D7ACBFF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FF3A2648-E11D-97C9-AE99-6D265C278B86}"/>
              </a:ext>
            </a:extLst>
          </p:cNvPr>
          <p:cNvSpPr txBox="1"/>
          <p:nvPr/>
        </p:nvSpPr>
        <p:spPr>
          <a:xfrm>
            <a:off x="5796794" y="1029391"/>
            <a:ext cx="6076423" cy="21919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noAutofit/>
          </a:bodyPr>
          <a:lstStyle/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# </a:t>
            </a:r>
            <a:r>
              <a:rPr lang="ko-KR" altLang="en-US" dirty="0"/>
              <a:t>학생정보삭제</a:t>
            </a:r>
          </a:p>
          <a:p>
            <a:r>
              <a:rPr lang="en-US" altLang="ko-KR" dirty="0"/>
              <a:t>def delete(</a:t>
            </a:r>
            <a:r>
              <a:rPr lang="en-US" altLang="ko-KR" dirty="0" err="1"/>
              <a:t>request,no</a:t>
            </a:r>
            <a:r>
              <a:rPr lang="en-US" altLang="ko-KR" dirty="0"/>
              <a:t>):</a:t>
            </a:r>
          </a:p>
          <a:p>
            <a:r>
              <a:rPr lang="en-US" altLang="ko-KR" dirty="0"/>
              <a:t>    </a:t>
            </a:r>
            <a:r>
              <a:rPr lang="en-US" altLang="ko-KR" dirty="0" err="1"/>
              <a:t>Student.objects.get</a:t>
            </a:r>
            <a:r>
              <a:rPr lang="en-US" altLang="ko-KR" dirty="0"/>
              <a:t>(no=no).delete()</a:t>
            </a:r>
          </a:p>
          <a:p>
            <a:r>
              <a:rPr lang="en-US" altLang="ko-KR" dirty="0"/>
              <a:t>    # return redirect('/students/list/') # </a:t>
            </a:r>
            <a:r>
              <a:rPr lang="en-US" altLang="ko-KR" dirty="0" err="1"/>
              <a:t>url</a:t>
            </a:r>
            <a:r>
              <a:rPr lang="en-US" altLang="ko-KR" dirty="0"/>
              <a:t> -&gt; name</a:t>
            </a:r>
          </a:p>
          <a:p>
            <a:r>
              <a:rPr lang="en-US" altLang="ko-KR" dirty="0"/>
              <a:t>    return redirect('</a:t>
            </a:r>
            <a:r>
              <a:rPr lang="en-US" altLang="ko-KR" dirty="0" err="1"/>
              <a:t>students:list</a:t>
            </a:r>
            <a:r>
              <a:rPr lang="en-US" altLang="ko-KR" dirty="0"/>
              <a:t>')   # </a:t>
            </a:r>
            <a:r>
              <a:rPr lang="en-US" altLang="ko-KR" dirty="0" err="1"/>
              <a:t>app_name</a:t>
            </a:r>
            <a:r>
              <a:rPr lang="en-US" altLang="ko-KR" dirty="0"/>
              <a:t>, path name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717A2AE-4D4E-3A13-8140-1A2EBB20603C}"/>
              </a:ext>
            </a:extLst>
          </p:cNvPr>
          <p:cNvSpPr/>
          <p:nvPr/>
        </p:nvSpPr>
        <p:spPr>
          <a:xfrm>
            <a:off x="10444293" y="1029391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views.py</a:t>
            </a:r>
            <a:endParaRPr lang="ko-KR" altLang="en-US" dirty="0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9D2A9775-9703-D74F-5375-96438AA68C13}"/>
              </a:ext>
            </a:extLst>
          </p:cNvPr>
          <p:cNvSpPr/>
          <p:nvPr/>
        </p:nvSpPr>
        <p:spPr>
          <a:xfrm>
            <a:off x="4250423" y="1029391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urls.py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F9A1B51-70D4-D6F2-0A29-51238ECE02D6}"/>
              </a:ext>
            </a:extLst>
          </p:cNvPr>
          <p:cNvSpPr/>
          <p:nvPr/>
        </p:nvSpPr>
        <p:spPr>
          <a:xfrm>
            <a:off x="416358" y="4036992"/>
            <a:ext cx="5262989" cy="2604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E02ED6-6C03-C2A7-977C-107F53CD797B}"/>
              </a:ext>
            </a:extLst>
          </p:cNvPr>
          <p:cNvSpPr/>
          <p:nvPr/>
        </p:nvSpPr>
        <p:spPr>
          <a:xfrm>
            <a:off x="6006982" y="2156075"/>
            <a:ext cx="3925583" cy="2851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28B718-BF4E-D26D-A023-0BE0553B0913}"/>
              </a:ext>
            </a:extLst>
          </p:cNvPr>
          <p:cNvSpPr txBox="1"/>
          <p:nvPr/>
        </p:nvSpPr>
        <p:spPr>
          <a:xfrm>
            <a:off x="6006982" y="3380081"/>
            <a:ext cx="392558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* name</a:t>
            </a:r>
            <a:r>
              <a:rPr lang="ko-KR" altLang="en-US" dirty="0"/>
              <a:t>으로 데이터 </a:t>
            </a:r>
            <a:r>
              <a:rPr lang="ko-KR" altLang="en-US" dirty="0" err="1"/>
              <a:t>검색후</a:t>
            </a:r>
            <a:br>
              <a:rPr lang="en-US" altLang="ko-KR" dirty="0"/>
            </a:br>
            <a:r>
              <a:rPr lang="en-US" altLang="ko-KR" dirty="0"/>
              <a:t>  1</a:t>
            </a:r>
            <a:r>
              <a:rPr lang="ko-KR" altLang="en-US" dirty="0"/>
              <a:t>개의 데이터를 삭제</a:t>
            </a:r>
            <a:endParaRPr lang="en-US" altLang="ko-KR" dirty="0"/>
          </a:p>
        </p:txBody>
      </p:sp>
      <p:cxnSp>
        <p:nvCxnSpPr>
          <p:cNvPr id="7" name="연결선: 꺾임 6">
            <a:extLst>
              <a:ext uri="{FF2B5EF4-FFF2-40B4-BE49-F238E27FC236}">
                <a16:creationId xmlns:a16="http://schemas.microsoft.com/office/drawing/2014/main" id="{235E8D4D-5DD9-69D6-1BF6-D6DE9E946172}"/>
              </a:ext>
            </a:extLst>
          </p:cNvPr>
          <p:cNvCxnSpPr>
            <a:cxnSpLocks/>
            <a:stCxn id="3" idx="1"/>
            <a:endCxn id="4" idx="1"/>
          </p:cNvCxnSpPr>
          <p:nvPr/>
        </p:nvCxnSpPr>
        <p:spPr>
          <a:xfrm rot="10800000" flipV="1">
            <a:off x="6006982" y="2298635"/>
            <a:ext cx="12700" cy="1404611"/>
          </a:xfrm>
          <a:prstGeom prst="bentConnector3">
            <a:avLst>
              <a:gd name="adj1" fmla="val 180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471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051AB9-1680-8B83-C2D6-C010243BF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49">
            <a:extLst>
              <a:ext uri="{FF2B5EF4-FFF2-40B4-BE49-F238E27FC236}">
                <a16:creationId xmlns:a16="http://schemas.microsoft.com/office/drawing/2014/main" id="{614A51E1-06CB-01EA-7440-B407A3F6CB6E}"/>
              </a:ext>
            </a:extLst>
          </p:cNvPr>
          <p:cNvSpPr txBox="1"/>
          <p:nvPr/>
        </p:nvSpPr>
        <p:spPr>
          <a:xfrm>
            <a:off x="72409" y="994231"/>
            <a:ext cx="9415540" cy="4013994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noAutofit/>
          </a:bodyPr>
          <a:lstStyle/>
          <a:p>
            <a:r>
              <a:rPr lang="en-US" altLang="ko-KR" sz="1600" dirty="0"/>
              <a:t>&lt;div&gt;</a:t>
            </a:r>
          </a:p>
          <a:p>
            <a:r>
              <a:rPr lang="en-US" altLang="ko-KR" sz="1600" dirty="0"/>
              <a:t>        &lt;a </a:t>
            </a:r>
            <a:r>
              <a:rPr lang="en-US" altLang="ko-KR" sz="1600" dirty="0" err="1"/>
              <a:t>href</a:t>
            </a:r>
            <a:r>
              <a:rPr lang="en-US" altLang="ko-KR" sz="1600" dirty="0"/>
              <a:t>='/students/list/'&gt;&lt;button&gt;</a:t>
            </a:r>
            <a:r>
              <a:rPr lang="ko-KR" altLang="en-US" sz="1600" dirty="0"/>
              <a:t>학생리스트</a:t>
            </a:r>
            <a:r>
              <a:rPr lang="en-US" altLang="ko-KR" sz="1600" dirty="0"/>
              <a:t>&lt;/button&gt;&lt;/a&gt;</a:t>
            </a:r>
          </a:p>
          <a:p>
            <a:r>
              <a:rPr lang="en-US" altLang="ko-KR" sz="1600" dirty="0"/>
              <a:t>        &lt;a </a:t>
            </a:r>
            <a:r>
              <a:rPr lang="en-US" altLang="ko-KR" sz="1600" dirty="0" err="1"/>
              <a:t>href</a:t>
            </a:r>
            <a:r>
              <a:rPr lang="en-US" altLang="ko-KR" sz="1600" dirty="0"/>
              <a:t>='/students/update/{{stu.no}}/'&gt;&lt;button&gt;</a:t>
            </a:r>
            <a:r>
              <a:rPr lang="ko-KR" altLang="en-US" sz="1600" dirty="0"/>
              <a:t>수정</a:t>
            </a:r>
            <a:r>
              <a:rPr lang="en-US" altLang="ko-KR" sz="1600" dirty="0"/>
              <a:t>&lt;/button&gt;&lt;/a&gt;</a:t>
            </a:r>
          </a:p>
          <a:p>
            <a:r>
              <a:rPr lang="en-US" altLang="ko-KR" sz="1600" dirty="0"/>
              <a:t>        &lt;button onclick='</a:t>
            </a:r>
            <a:r>
              <a:rPr lang="en-US" altLang="ko-KR" sz="1600" dirty="0" err="1"/>
              <a:t>deleteBtn</a:t>
            </a:r>
            <a:r>
              <a:rPr lang="en-US" altLang="ko-KR" sz="1600" dirty="0"/>
              <a:t>()'&gt;</a:t>
            </a:r>
            <a:r>
              <a:rPr lang="ko-KR" altLang="en-US" sz="1600" dirty="0"/>
              <a:t>삭제</a:t>
            </a:r>
            <a:r>
              <a:rPr lang="en-US" altLang="ko-KR" sz="1600" dirty="0"/>
              <a:t>&lt;/button&gt;</a:t>
            </a:r>
          </a:p>
          <a:p>
            <a:r>
              <a:rPr lang="en-US" altLang="ko-KR" sz="16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     &lt;!--</a:t>
            </a:r>
          </a:p>
          <a:p>
            <a:r>
              <a:rPr lang="en-US" altLang="ko-KR" sz="16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     &lt;a </a:t>
            </a:r>
            <a:r>
              <a:rPr lang="en-US" altLang="ko-KR" sz="16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href</a:t>
            </a:r>
            <a:r>
              <a:rPr lang="en-US" altLang="ko-KR" sz="16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=“#" class="delete" </a:t>
            </a:r>
            <a:r>
              <a:rPr lang="en-US" altLang="ko-KR" sz="1600" b="1" dirty="0">
                <a:solidFill>
                  <a:srgbClr val="FF0000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data-</a:t>
            </a:r>
            <a:r>
              <a:rPr lang="en-US" altLang="ko-KR" sz="1600" b="1" dirty="0" err="1">
                <a:solidFill>
                  <a:srgbClr val="FF0000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uri</a:t>
            </a:r>
            <a:r>
              <a:rPr lang="en-US" altLang="ko-KR" sz="1600" b="1" dirty="0">
                <a:solidFill>
                  <a:srgbClr val="FF0000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="{% </a:t>
            </a:r>
            <a:r>
              <a:rPr lang="en-US" altLang="ko-KR" sz="1600" b="1" dirty="0" err="1">
                <a:solidFill>
                  <a:srgbClr val="FF0000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url</a:t>
            </a:r>
            <a:r>
              <a:rPr lang="en-US" altLang="ko-KR" sz="1600" b="1" dirty="0">
                <a:solidFill>
                  <a:srgbClr val="FF0000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 '</a:t>
            </a:r>
            <a:r>
              <a:rPr lang="en-US" altLang="ko-KR" sz="1600" b="1" dirty="0" err="1">
                <a:solidFill>
                  <a:srgbClr val="FF0000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students:stuDel</a:t>
            </a:r>
            <a:r>
              <a:rPr lang="en-US" altLang="ko-KR" sz="1600" b="1" dirty="0">
                <a:solidFill>
                  <a:srgbClr val="FF0000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' </a:t>
            </a:r>
            <a:r>
              <a:rPr lang="en-US" altLang="ko-KR" sz="1600" b="1" dirty="0" err="1">
                <a:solidFill>
                  <a:srgbClr val="FF0000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s.s_name</a:t>
            </a:r>
            <a:r>
              <a:rPr lang="en-US" altLang="ko-KR" sz="1600" b="1" dirty="0">
                <a:solidFill>
                  <a:srgbClr val="FF0000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 %}"</a:t>
            </a:r>
            <a:r>
              <a:rPr lang="en-US" altLang="ko-KR" sz="16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&gt;</a:t>
            </a:r>
            <a:r>
              <a:rPr lang="ko-KR" altLang="en-US" sz="16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삭제</a:t>
            </a:r>
            <a:r>
              <a:rPr lang="en-US" altLang="ko-KR" sz="16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&lt;/a&gt; </a:t>
            </a:r>
          </a:p>
          <a:p>
            <a:r>
              <a:rPr lang="en-US" altLang="ko-KR" sz="1600" dirty="0"/>
              <a:t>        --&gt;</a:t>
            </a:r>
          </a:p>
          <a:p>
            <a:r>
              <a:rPr lang="en-US" altLang="ko-KR" sz="1600" dirty="0"/>
              <a:t>&lt;/div&gt;  </a:t>
            </a:r>
          </a:p>
          <a:p>
            <a:endParaRPr lang="en-US" altLang="ko-KR" sz="1600" dirty="0"/>
          </a:p>
          <a:p>
            <a:r>
              <a:rPr lang="en-US" altLang="ko-KR" sz="1600" dirty="0"/>
              <a:t>    &lt;script&gt;</a:t>
            </a:r>
          </a:p>
          <a:p>
            <a:r>
              <a:rPr lang="en-US" altLang="ko-KR" sz="1600" dirty="0"/>
              <a:t>        function </a:t>
            </a:r>
            <a:r>
              <a:rPr lang="en-US" altLang="ko-KR" sz="1600" dirty="0" err="1"/>
              <a:t>deleteBtn</a:t>
            </a:r>
            <a:r>
              <a:rPr lang="en-US" altLang="ko-KR" sz="1600" dirty="0"/>
              <a:t>(){</a:t>
            </a:r>
          </a:p>
          <a:p>
            <a:r>
              <a:rPr lang="en-US" altLang="ko-KR" sz="1600" dirty="0"/>
              <a:t>            if(confirm('{{stu.name}} </a:t>
            </a:r>
            <a:r>
              <a:rPr lang="ko-KR" altLang="en-US" sz="1600" dirty="0"/>
              <a:t>학생을 </a:t>
            </a:r>
            <a:r>
              <a:rPr lang="ko-KR" altLang="en-US" sz="1600" dirty="0" err="1"/>
              <a:t>삭제하시겠습니까</a:t>
            </a:r>
            <a:r>
              <a:rPr lang="en-US" altLang="ko-KR" sz="1600" dirty="0"/>
              <a:t>?')){</a:t>
            </a:r>
          </a:p>
          <a:p>
            <a:r>
              <a:rPr lang="en-US" altLang="ko-KR" sz="1600" dirty="0"/>
              <a:t>                </a:t>
            </a:r>
            <a:r>
              <a:rPr lang="en-US" altLang="ko-KR" sz="1600" dirty="0" err="1"/>
              <a:t>location.href</a:t>
            </a:r>
            <a:r>
              <a:rPr lang="en-US" altLang="ko-KR" sz="1600" dirty="0"/>
              <a:t>='/students/delete/{{stu.no}}/';</a:t>
            </a:r>
          </a:p>
          <a:p>
            <a:r>
              <a:rPr lang="en-US" altLang="ko-KR" sz="1600" dirty="0"/>
              <a:t>            }</a:t>
            </a:r>
          </a:p>
          <a:p>
            <a:r>
              <a:rPr lang="en-US" altLang="ko-KR" sz="1600" dirty="0"/>
              <a:t>        }</a:t>
            </a:r>
          </a:p>
          <a:p>
            <a:r>
              <a:rPr lang="en-US" altLang="ko-KR" sz="1600" dirty="0"/>
              <a:t>    &lt;/script&gt;  </a:t>
            </a: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DAAB70B9-8C5E-4B69-F903-41B589765E8B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F93EC508-0E12-8B6C-47D4-D4B549C636E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FB912E5-6366-695F-D5C2-A993AECBAE3B}"/>
              </a:ext>
            </a:extLst>
          </p:cNvPr>
          <p:cNvSpPr txBox="1"/>
          <p:nvPr/>
        </p:nvSpPr>
        <p:spPr>
          <a:xfrm>
            <a:off x="660400" y="203587"/>
            <a:ext cx="111260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학생 정보 삭제 페이지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: delete.html</a:t>
            </a:r>
            <a:endParaRPr lang="ko-KR" altLang="en-US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0B2623C-A7DD-6B08-63DF-9D78B9F9A354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6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665D4382-7A31-BE5A-229F-750C0E208275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직사각형 2">
            <a:extLst>
              <a:ext uri="{FF2B5EF4-FFF2-40B4-BE49-F238E27FC236}">
                <a16:creationId xmlns:a16="http://schemas.microsoft.com/office/drawing/2014/main" id="{70EAD9AB-6A0A-9C9C-32D6-3984653F0385}"/>
              </a:ext>
            </a:extLst>
          </p:cNvPr>
          <p:cNvSpPr/>
          <p:nvPr/>
        </p:nvSpPr>
        <p:spPr>
          <a:xfrm>
            <a:off x="8055465" y="994230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delete.html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5B74A8-4F0E-FC37-8552-EE396E3CA773}"/>
              </a:ext>
            </a:extLst>
          </p:cNvPr>
          <p:cNvSpPr txBox="1"/>
          <p:nvPr/>
        </p:nvSpPr>
        <p:spPr>
          <a:xfrm>
            <a:off x="6095999" y="3850559"/>
            <a:ext cx="5917035" cy="2910968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noAutofit/>
          </a:bodyPr>
          <a:lstStyle/>
          <a:p>
            <a:endParaRPr lang="en-US" altLang="ko-KR" sz="140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endParaRPr lang="en-US" altLang="ko-KR" sz="140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&lt;script 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src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="http://code.jquery.com/jquery-latest.min.js"&gt;</a:t>
            </a:r>
          </a:p>
          <a:p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&lt;/script&gt;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&lt;script&gt;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$(function(){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    $(".delete").on('click', function() {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        if(confirm("</a:t>
            </a:r>
            <a:r>
              <a:rPr lang="ko-KR" altLang="en-US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정말로 </a:t>
            </a:r>
            <a:r>
              <a:rPr lang="ko-KR" altLang="en-US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삭제하시겠습니까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?")) {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           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location.href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= 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$(this).data('</a:t>
            </a:r>
            <a:r>
              <a:rPr lang="en-US" altLang="ko-KR" sz="1400" b="1" dirty="0" err="1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uri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');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        }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    });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    });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&lt;/script&gt;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2AB5577-A73D-3091-A5DD-5A6A95FA56F6}"/>
              </a:ext>
            </a:extLst>
          </p:cNvPr>
          <p:cNvSpPr/>
          <p:nvPr/>
        </p:nvSpPr>
        <p:spPr>
          <a:xfrm>
            <a:off x="9964426" y="3850558"/>
            <a:ext cx="2048608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자바스크립트</a:t>
            </a:r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45539BF-83F6-348D-552F-E81C5E976ABE}"/>
              </a:ext>
            </a:extLst>
          </p:cNvPr>
          <p:cNvSpPr/>
          <p:nvPr/>
        </p:nvSpPr>
        <p:spPr>
          <a:xfrm>
            <a:off x="3488125" y="3242333"/>
            <a:ext cx="2048608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자바스크립트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371659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직사각형 21">
            <a:extLst>
              <a:ext uri="{FF2B5EF4-FFF2-40B4-BE49-F238E27FC236}">
                <a16:creationId xmlns:a16="http://schemas.microsoft.com/office/drawing/2014/main" id="{3670C57E-00EC-44C3-9EB4-0A3542D0FD3C}"/>
              </a:ext>
            </a:extLst>
          </p:cNvPr>
          <p:cNvSpPr/>
          <p:nvPr/>
        </p:nvSpPr>
        <p:spPr>
          <a:xfrm>
            <a:off x="416358" y="954255"/>
            <a:ext cx="11235950" cy="124649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1. form </a:t>
            </a:r>
            <a:r>
              <a:rPr lang="ko-KR" altLang="en-US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으로 전달</a:t>
            </a:r>
            <a:endParaRPr lang="en-US" altLang="ko-KR" sz="2400" spc="-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ctr"/>
            <a:r>
              <a:rPr lang="en-US" altLang="ko-KR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2. </a:t>
            </a:r>
            <a:r>
              <a:rPr lang="ko-KR" altLang="en-US" sz="2400" spc="-15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파리미터</a:t>
            </a:r>
            <a:r>
              <a:rPr lang="ko-KR" altLang="en-US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전달</a:t>
            </a:r>
            <a:endParaRPr lang="en-US" altLang="ko-KR" sz="2400" spc="-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ctr"/>
            <a:r>
              <a:rPr lang="en-US" altLang="ko-KR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3. </a:t>
            </a:r>
            <a:r>
              <a:rPr lang="ko-KR" altLang="en-US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간단 </a:t>
            </a:r>
            <a:r>
              <a:rPr lang="en-US" altLang="ko-KR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URL </a:t>
            </a:r>
            <a:r>
              <a:rPr lang="ko-KR" altLang="en-US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전달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D44B48A-353D-47CE-AE0C-E112B9AE28CF}"/>
              </a:ext>
            </a:extLst>
          </p:cNvPr>
          <p:cNvSpPr txBox="1"/>
          <p:nvPr/>
        </p:nvSpPr>
        <p:spPr>
          <a:xfrm>
            <a:off x="416357" y="2318296"/>
            <a:ext cx="5330102" cy="1908215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2000" b="1" spc="-150" dirty="0">
                <a:solidFill>
                  <a:schemeClr val="accent3">
                    <a:lumMod val="50000"/>
                  </a:schemeClr>
                </a:solidFill>
              </a:rPr>
              <a:t>## form </a:t>
            </a:r>
            <a:r>
              <a:rPr lang="ko-KR" altLang="en-US" sz="2000" b="1" spc="-150" dirty="0">
                <a:solidFill>
                  <a:schemeClr val="accent3">
                    <a:lumMod val="50000"/>
                  </a:schemeClr>
                </a:solidFill>
              </a:rPr>
              <a:t>전달</a:t>
            </a:r>
            <a:endParaRPr lang="en-US" altLang="ko-KR" sz="2000" b="1" spc="-150" dirty="0">
              <a:solidFill>
                <a:schemeClr val="accent3">
                  <a:lumMod val="50000"/>
                </a:schemeClr>
              </a:solidFill>
            </a:endParaRPr>
          </a:p>
          <a:p>
            <a:endParaRPr lang="en-US" altLang="ko-KR" sz="1400" b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&lt;form action="{%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url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'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students:regCon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' %}" method="post"&gt;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{%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csrf_token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%}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name:&lt;input type="text" name="name"&gt;&lt;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br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&gt;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&lt;input type="submit" value="</a:t>
            </a:r>
            <a:r>
              <a:rPr lang="ko-KR" altLang="en-US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등록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"&gt; 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  &lt;input type="button" onclick="cancel()" value="</a:t>
            </a:r>
            <a:r>
              <a:rPr lang="ko-KR" altLang="en-US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취소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"&gt;&lt;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br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&gt;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&lt;/form&gt; </a:t>
            </a: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80EB46-A41F-42D1-925C-1E1D34396238}"/>
              </a:ext>
            </a:extLst>
          </p:cNvPr>
          <p:cNvSpPr txBox="1"/>
          <p:nvPr/>
        </p:nvSpPr>
        <p:spPr>
          <a:xfrm>
            <a:off x="660400" y="203587"/>
            <a:ext cx="111260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[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참조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] html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-&gt;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views.py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 데이터 전달방법</a:t>
            </a: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27A146B-25A4-40BF-B5F0-BB19BF7F7724}"/>
              </a:ext>
            </a:extLst>
          </p:cNvPr>
          <p:cNvSpPr txBox="1"/>
          <p:nvPr/>
        </p:nvSpPr>
        <p:spPr>
          <a:xfrm>
            <a:off x="5970164" y="2313666"/>
            <a:ext cx="568214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## FROM </a:t>
            </a:r>
            <a:r>
              <a:rPr lang="ko-KR" altLang="en-US" sz="1600" b="1" dirty="0"/>
              <a:t>데이터 전달 </a:t>
            </a:r>
            <a:r>
              <a:rPr lang="en-US" altLang="ko-KR" sz="1600" b="1" dirty="0"/>
              <a:t>: POST</a:t>
            </a:r>
            <a:r>
              <a:rPr lang="ko-KR" altLang="en-US" sz="1600" b="1" dirty="0"/>
              <a:t>방식</a:t>
            </a:r>
            <a:endParaRPr lang="en-US" altLang="ko-KR" sz="1600" b="1" dirty="0"/>
          </a:p>
          <a:p>
            <a:r>
              <a:rPr lang="en-US" altLang="ko-KR" sz="1600" b="1" dirty="0" err="1">
                <a:solidFill>
                  <a:srgbClr val="FF0000"/>
                </a:solidFill>
              </a:rPr>
              <a:t>request.POST.get</a:t>
            </a:r>
            <a:r>
              <a:rPr lang="en-US" altLang="ko-KR" sz="1600" b="1" dirty="0">
                <a:solidFill>
                  <a:srgbClr val="FF0000"/>
                </a:solidFill>
              </a:rPr>
              <a:t>(‘name’)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D77BD240-2A5D-43E8-BA17-6CB5E88ECA77}"/>
              </a:ext>
            </a:extLst>
          </p:cNvPr>
          <p:cNvCxnSpPr>
            <a:cxnSpLocks/>
            <a:stCxn id="50" idx="3"/>
            <a:endCxn id="11" idx="1"/>
          </p:cNvCxnSpPr>
          <p:nvPr/>
        </p:nvCxnSpPr>
        <p:spPr>
          <a:xfrm flipV="1">
            <a:off x="5746459" y="2606054"/>
            <a:ext cx="223705" cy="666350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287B14E-6900-46CC-9889-28198621DBDE}"/>
              </a:ext>
            </a:extLst>
          </p:cNvPr>
          <p:cNvSpPr/>
          <p:nvPr/>
        </p:nvSpPr>
        <p:spPr>
          <a:xfrm>
            <a:off x="4317535" y="2313666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html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3A79D1A-EEF4-4453-8741-EDBA05095B9D}"/>
              </a:ext>
            </a:extLst>
          </p:cNvPr>
          <p:cNvSpPr txBox="1"/>
          <p:nvPr/>
        </p:nvSpPr>
        <p:spPr>
          <a:xfrm>
            <a:off x="416357" y="4361626"/>
            <a:ext cx="5330102" cy="830997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2000" b="1" spc="-150" dirty="0">
                <a:solidFill>
                  <a:schemeClr val="accent3">
                    <a:lumMod val="50000"/>
                  </a:schemeClr>
                </a:solidFill>
              </a:rPr>
              <a:t>## </a:t>
            </a:r>
            <a:r>
              <a:rPr lang="ko-KR" altLang="en-US" sz="2000" b="1" spc="-150" dirty="0">
                <a:solidFill>
                  <a:schemeClr val="accent3">
                    <a:lumMod val="50000"/>
                  </a:schemeClr>
                </a:solidFill>
              </a:rPr>
              <a:t>파라미터 전달</a:t>
            </a:r>
            <a:endParaRPr lang="en-US" altLang="ko-KR" sz="2000" b="1" spc="-150" dirty="0">
              <a:solidFill>
                <a:schemeClr val="accent3">
                  <a:lumMod val="50000"/>
                </a:schemeClr>
              </a:solidFill>
            </a:endParaRPr>
          </a:p>
          <a:p>
            <a:endParaRPr lang="en-US" altLang="ko-KR" sz="1400" b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&lt;a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href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=“students/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boardList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/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?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page=3 &gt;3</a:t>
            </a:r>
            <a:r>
              <a:rPr lang="ko-KR" altLang="en-US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페이지 호출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&lt;/a&gt;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C9E0580-9321-4D74-8EF0-D81D818F583A}"/>
              </a:ext>
            </a:extLst>
          </p:cNvPr>
          <p:cNvSpPr txBox="1"/>
          <p:nvPr/>
        </p:nvSpPr>
        <p:spPr>
          <a:xfrm>
            <a:off x="5970164" y="4361626"/>
            <a:ext cx="568214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## </a:t>
            </a:r>
            <a:r>
              <a:rPr lang="ko-KR" altLang="en-US" sz="1600" b="1" dirty="0"/>
              <a:t>파라미터 데이터 전달</a:t>
            </a:r>
            <a:endParaRPr lang="en-US" altLang="ko-KR" sz="1600" b="1" dirty="0"/>
          </a:p>
          <a:p>
            <a:r>
              <a:rPr lang="en-US" altLang="ko-KR" sz="1600" b="1" dirty="0" err="1">
                <a:solidFill>
                  <a:srgbClr val="FF0000"/>
                </a:solidFill>
              </a:rPr>
              <a:t>request.GET.get</a:t>
            </a:r>
            <a:r>
              <a:rPr lang="en-US" altLang="ko-KR" sz="1600" b="1" dirty="0">
                <a:solidFill>
                  <a:srgbClr val="FF0000"/>
                </a:solidFill>
              </a:rPr>
              <a:t>(‘page’)   # </a:t>
            </a:r>
            <a:r>
              <a:rPr lang="ko-KR" altLang="en-US" sz="1600" b="1" dirty="0">
                <a:solidFill>
                  <a:srgbClr val="FF0000"/>
                </a:solidFill>
              </a:rPr>
              <a:t>파라미터는 이렇게 받음</a:t>
            </a:r>
            <a:r>
              <a:rPr lang="en-US" altLang="ko-KR" sz="1600" b="1" dirty="0">
                <a:solidFill>
                  <a:srgbClr val="FF0000"/>
                </a:solidFill>
              </a:rPr>
              <a:t>.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0148AC-407A-4CFD-9391-8B5F6A58CA5F}"/>
              </a:ext>
            </a:extLst>
          </p:cNvPr>
          <p:cNvSpPr txBox="1"/>
          <p:nvPr/>
        </p:nvSpPr>
        <p:spPr>
          <a:xfrm>
            <a:off x="416357" y="5448709"/>
            <a:ext cx="5330102" cy="830997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2000" b="1" spc="-150" dirty="0">
                <a:solidFill>
                  <a:schemeClr val="accent3">
                    <a:lumMod val="50000"/>
                  </a:schemeClr>
                </a:solidFill>
              </a:rPr>
              <a:t>## </a:t>
            </a:r>
            <a:r>
              <a:rPr lang="ko-KR" altLang="en-US" sz="2000" b="1" spc="-150" dirty="0">
                <a:solidFill>
                  <a:schemeClr val="accent3">
                    <a:lumMod val="50000"/>
                  </a:schemeClr>
                </a:solidFill>
              </a:rPr>
              <a:t>간단 </a:t>
            </a:r>
            <a:r>
              <a:rPr lang="en-US" altLang="ko-KR" sz="2000" b="1" spc="-150" dirty="0">
                <a:solidFill>
                  <a:schemeClr val="accent3">
                    <a:lumMod val="50000"/>
                  </a:schemeClr>
                </a:solidFill>
              </a:rPr>
              <a:t>URL : page</a:t>
            </a:r>
            <a:r>
              <a:rPr lang="ko-KR" altLang="en-US" sz="2000" b="1" spc="-150" dirty="0">
                <a:solidFill>
                  <a:schemeClr val="accent3">
                    <a:lumMod val="50000"/>
                  </a:schemeClr>
                </a:solidFill>
              </a:rPr>
              <a:t>변수에 </a:t>
            </a:r>
            <a:r>
              <a:rPr lang="en-US" altLang="ko-KR" sz="2000" b="1" spc="-150" dirty="0">
                <a:solidFill>
                  <a:schemeClr val="accent3">
                    <a:lumMod val="50000"/>
                  </a:schemeClr>
                </a:solidFill>
              </a:rPr>
              <a:t>3</a:t>
            </a:r>
            <a:r>
              <a:rPr lang="ko-KR" altLang="en-US" sz="2000" b="1" spc="-150" dirty="0">
                <a:solidFill>
                  <a:schemeClr val="accent3">
                    <a:lumMod val="50000"/>
                  </a:schemeClr>
                </a:solidFill>
              </a:rPr>
              <a:t>이 들어 있음</a:t>
            </a:r>
            <a:r>
              <a:rPr lang="en-US" altLang="ko-KR" sz="2000" b="1" spc="-150" dirty="0">
                <a:solidFill>
                  <a:schemeClr val="accent3">
                    <a:lumMod val="50000"/>
                  </a:schemeClr>
                </a:solidFill>
              </a:rPr>
              <a:t>.</a:t>
            </a:r>
          </a:p>
          <a:p>
            <a:endParaRPr lang="en-US" altLang="ko-KR" sz="1400" b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&lt;a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href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=“{%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url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‘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students:boardList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’ page %}”&gt;</a:t>
            </a:r>
            <a:r>
              <a:rPr lang="ko-KR" altLang="en-US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변수넘김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&lt;/a&gt;</a:t>
            </a:r>
          </a:p>
        </p:txBody>
      </p: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913AF0AA-C8D5-4AA6-AA61-5E4329902019}"/>
              </a:ext>
            </a:extLst>
          </p:cNvPr>
          <p:cNvCxnSpPr>
            <a:cxnSpLocks/>
            <a:stCxn id="25" idx="3"/>
            <a:endCxn id="27" idx="1"/>
          </p:cNvCxnSpPr>
          <p:nvPr/>
        </p:nvCxnSpPr>
        <p:spPr>
          <a:xfrm flipV="1">
            <a:off x="5746459" y="4654014"/>
            <a:ext cx="223705" cy="123111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9C82C9D-1151-4DA3-90DB-D5A2E1ED176B}"/>
              </a:ext>
            </a:extLst>
          </p:cNvPr>
          <p:cNvSpPr txBox="1"/>
          <p:nvPr/>
        </p:nvSpPr>
        <p:spPr>
          <a:xfrm>
            <a:off x="5970164" y="5448709"/>
            <a:ext cx="5682144" cy="1077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## </a:t>
            </a:r>
            <a:r>
              <a:rPr lang="ko-KR" altLang="en-US" sz="1600" b="1" dirty="0"/>
              <a:t>간단 </a:t>
            </a:r>
            <a:r>
              <a:rPr lang="en-US" altLang="ko-KR" sz="1600" b="1" dirty="0"/>
              <a:t>URL </a:t>
            </a:r>
            <a:r>
              <a:rPr lang="ko-KR" altLang="en-US" sz="1600" b="1" dirty="0"/>
              <a:t>데이터 전달</a:t>
            </a:r>
            <a:endParaRPr lang="en-US" altLang="ko-KR" sz="1600" b="1" dirty="0"/>
          </a:p>
          <a:p>
            <a:r>
              <a:rPr lang="en-US" altLang="ko-KR" sz="1600" b="1" dirty="0"/>
              <a:t>def</a:t>
            </a:r>
            <a:r>
              <a:rPr lang="ko-KR" altLang="en-US" sz="1600" b="1" dirty="0"/>
              <a:t> </a:t>
            </a:r>
            <a:r>
              <a:rPr lang="en-US" altLang="ko-KR" sz="1600" b="1" dirty="0" err="1"/>
              <a:t>boardList</a:t>
            </a:r>
            <a:r>
              <a:rPr lang="en-US" altLang="ko-KR" sz="1600" b="1" dirty="0"/>
              <a:t>(</a:t>
            </a:r>
            <a:r>
              <a:rPr lang="en-US" altLang="ko-KR" sz="1600" b="1" dirty="0" err="1"/>
              <a:t>request,page</a:t>
            </a:r>
            <a:r>
              <a:rPr lang="en-US" altLang="ko-KR" sz="1600" b="1" dirty="0"/>
              <a:t>):    </a:t>
            </a:r>
            <a:r>
              <a:rPr lang="en-US" altLang="ko-KR" sz="1600" b="1" dirty="0">
                <a:solidFill>
                  <a:srgbClr val="FF0000"/>
                </a:solidFill>
              </a:rPr>
              <a:t># </a:t>
            </a:r>
            <a:r>
              <a:rPr lang="ko-KR" altLang="en-US" sz="1600" b="1" dirty="0">
                <a:solidFill>
                  <a:srgbClr val="FF0000"/>
                </a:solidFill>
              </a:rPr>
              <a:t>매개변수로만 </a:t>
            </a:r>
            <a:r>
              <a:rPr lang="ko-KR" altLang="en-US" sz="1600" b="1" dirty="0" err="1">
                <a:solidFill>
                  <a:srgbClr val="FF0000"/>
                </a:solidFill>
              </a:rPr>
              <a:t>받을수</a:t>
            </a:r>
            <a:r>
              <a:rPr lang="ko-KR" altLang="en-US" sz="1600" b="1" dirty="0">
                <a:solidFill>
                  <a:srgbClr val="FF0000"/>
                </a:solidFill>
              </a:rPr>
              <a:t> 있음</a:t>
            </a:r>
            <a:r>
              <a:rPr lang="en-US" altLang="ko-KR" sz="1600" b="1" dirty="0">
                <a:solidFill>
                  <a:srgbClr val="FF0000"/>
                </a:solidFill>
              </a:rPr>
              <a:t>.</a:t>
            </a:r>
          </a:p>
          <a:p>
            <a:r>
              <a:rPr lang="en-US" altLang="ko-KR" sz="1600" b="1" dirty="0"/>
              <a:t>     print(page)    </a:t>
            </a:r>
            <a:br>
              <a:rPr lang="en-US" altLang="ko-KR" sz="1600" b="1" dirty="0"/>
            </a:br>
            <a:r>
              <a:rPr lang="en-US" altLang="ko-KR" sz="1600" b="1" dirty="0"/>
              <a:t>     </a:t>
            </a:r>
            <a:r>
              <a:rPr lang="en-US" altLang="ko-KR" sz="1600" b="1" dirty="0">
                <a:solidFill>
                  <a:srgbClr val="FF0000"/>
                </a:solidFill>
              </a:rPr>
              <a:t># (x) </a:t>
            </a:r>
            <a:r>
              <a:rPr lang="en-US" altLang="ko-KR" sz="1600" b="1" dirty="0" err="1">
                <a:solidFill>
                  <a:srgbClr val="FF0000"/>
                </a:solidFill>
              </a:rPr>
              <a:t>request.GET.get</a:t>
            </a:r>
            <a:r>
              <a:rPr lang="en-US" altLang="ko-KR" sz="1600" b="1" dirty="0">
                <a:solidFill>
                  <a:srgbClr val="FF0000"/>
                </a:solidFill>
              </a:rPr>
              <a:t>(‘page’) </a:t>
            </a:r>
            <a:r>
              <a:rPr lang="ko-KR" altLang="en-US" sz="1600" b="1" dirty="0">
                <a:solidFill>
                  <a:srgbClr val="FF0000"/>
                </a:solidFill>
              </a:rPr>
              <a:t>이렇게 안됨</a:t>
            </a:r>
            <a:r>
              <a:rPr lang="en-US" altLang="ko-KR" sz="1600" b="1" dirty="0">
                <a:solidFill>
                  <a:srgbClr val="FF0000"/>
                </a:solidFill>
              </a:rPr>
              <a:t>.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84B62F0E-B3D3-422F-9142-C78E1DB28653}"/>
              </a:ext>
            </a:extLst>
          </p:cNvPr>
          <p:cNvSpPr/>
          <p:nvPr/>
        </p:nvSpPr>
        <p:spPr>
          <a:xfrm>
            <a:off x="182985" y="2214188"/>
            <a:ext cx="282186" cy="28218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85149995-0F89-49EA-AB62-673B564214E6}"/>
              </a:ext>
            </a:extLst>
          </p:cNvPr>
          <p:cNvSpPr/>
          <p:nvPr/>
        </p:nvSpPr>
        <p:spPr>
          <a:xfrm>
            <a:off x="191322" y="4240660"/>
            <a:ext cx="282186" cy="28218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63046E77-DECF-4EFF-8560-4FA65C23160F}"/>
              </a:ext>
            </a:extLst>
          </p:cNvPr>
          <p:cNvSpPr/>
          <p:nvPr/>
        </p:nvSpPr>
        <p:spPr>
          <a:xfrm>
            <a:off x="221785" y="5327738"/>
            <a:ext cx="282186" cy="28218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54245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직사각형 21">
            <a:extLst>
              <a:ext uri="{FF2B5EF4-FFF2-40B4-BE49-F238E27FC236}">
                <a16:creationId xmlns:a16="http://schemas.microsoft.com/office/drawing/2014/main" id="{3670C57E-00EC-44C3-9EB4-0A3542D0FD3C}"/>
              </a:ext>
            </a:extLst>
          </p:cNvPr>
          <p:cNvSpPr/>
          <p:nvPr/>
        </p:nvSpPr>
        <p:spPr>
          <a:xfrm>
            <a:off x="416358" y="1070214"/>
            <a:ext cx="10937442" cy="8205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checkbox</a:t>
            </a:r>
            <a:endParaRPr lang="ko-KR" altLang="en-US" sz="2400" spc="-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D44B48A-353D-47CE-AE0C-E112B9AE28CF}"/>
              </a:ext>
            </a:extLst>
          </p:cNvPr>
          <p:cNvSpPr txBox="1"/>
          <p:nvPr/>
        </p:nvSpPr>
        <p:spPr>
          <a:xfrm>
            <a:off x="416358" y="2025908"/>
            <a:ext cx="4851928" cy="2031325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user_hobby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=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request.POST.get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('hobby’)</a:t>
            </a:r>
          </a:p>
          <a:p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list_item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= 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request.POST.getlist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('hobby')</a:t>
            </a:r>
          </a:p>
          <a:p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hobby = ','.join(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list_item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)</a:t>
            </a:r>
          </a:p>
          <a:p>
            <a:endParaRPr lang="en-US" altLang="ko-KR" sz="1400" b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endParaRPr lang="en-US" altLang="ko-KR" sz="1400" b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print("type : ",type(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user_hobby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))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print("hobby : ",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user_hobby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)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print("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list_item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type : ",type(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list_item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))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print("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list_item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: ",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list_item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)</a:t>
            </a: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80EB46-A41F-42D1-925C-1E1D34396238}"/>
              </a:ext>
            </a:extLst>
          </p:cNvPr>
          <p:cNvSpPr txBox="1"/>
          <p:nvPr/>
        </p:nvSpPr>
        <p:spPr>
          <a:xfrm>
            <a:off x="660400" y="203587"/>
            <a:ext cx="111260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[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참조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] checkbox</a:t>
            </a:r>
            <a:endParaRPr lang="ko-KR" altLang="en-US" sz="3300" spc="-300" dirty="0">
              <a:solidFill>
                <a:schemeClr val="tx1">
                  <a:lumMod val="85000"/>
                  <a:lumOff val="15000"/>
                </a:schemeClr>
              </a:solidFill>
              <a:highlight>
                <a:srgbClr val="FFFF00"/>
              </a:highlight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27A146B-25A4-40BF-B5F0-BB19BF7F7724}"/>
              </a:ext>
            </a:extLst>
          </p:cNvPr>
          <p:cNvSpPr txBox="1"/>
          <p:nvPr/>
        </p:nvSpPr>
        <p:spPr>
          <a:xfrm>
            <a:off x="5584272" y="2025907"/>
            <a:ext cx="4315437" cy="47714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r>
              <a:rPr lang="ko-KR" altLang="en-US" sz="1600" b="1" dirty="0"/>
              <a:t>타입 </a:t>
            </a:r>
            <a:r>
              <a:rPr lang="en-US" altLang="ko-KR" sz="1600" b="1" dirty="0"/>
              <a:t>: str ( </a:t>
            </a:r>
            <a:r>
              <a:rPr lang="ko-KR" altLang="en-US" sz="1600" b="1" dirty="0"/>
              <a:t>마지막 </a:t>
            </a:r>
            <a:r>
              <a:rPr lang="en-US" altLang="ko-KR" sz="1600" b="1" dirty="0"/>
              <a:t>checkbox</a:t>
            </a:r>
            <a:r>
              <a:rPr lang="ko-KR" altLang="en-US" sz="1600" b="1" dirty="0"/>
              <a:t> </a:t>
            </a:r>
            <a:r>
              <a:rPr lang="en-US" altLang="ko-KR" sz="1600" b="1" dirty="0"/>
              <a:t>1</a:t>
            </a:r>
            <a:r>
              <a:rPr lang="ko-KR" altLang="en-US" sz="1600" b="1" dirty="0"/>
              <a:t>개만 출력 </a:t>
            </a:r>
            <a:r>
              <a:rPr lang="en-US" altLang="ko-KR" sz="1600" b="1" dirty="0"/>
              <a:t>)</a:t>
            </a:r>
            <a:endParaRPr lang="ko-KR" altLang="en-US" sz="1600" b="1" dirty="0"/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D77BD240-2A5D-43E8-BA17-6CB5E88ECA77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4882550" y="2141867"/>
            <a:ext cx="701722" cy="122614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FD82E9B-96D7-4491-A12A-62FE50749713}"/>
              </a:ext>
            </a:extLst>
          </p:cNvPr>
          <p:cNvSpPr txBox="1"/>
          <p:nvPr/>
        </p:nvSpPr>
        <p:spPr>
          <a:xfrm>
            <a:off x="5584272" y="2602471"/>
            <a:ext cx="4315437" cy="5877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r>
              <a:rPr lang="ko-KR" altLang="en-US" sz="1600" b="1" dirty="0"/>
              <a:t>타입 </a:t>
            </a:r>
            <a:r>
              <a:rPr lang="en-US" altLang="ko-KR" sz="1600" b="1" dirty="0"/>
              <a:t>: list ( </a:t>
            </a:r>
            <a:r>
              <a:rPr lang="ko-KR" altLang="en-US" sz="1600" b="1" dirty="0"/>
              <a:t>선택된 모든 </a:t>
            </a:r>
            <a:r>
              <a:rPr lang="en-US" altLang="ko-KR" sz="1600" b="1" dirty="0"/>
              <a:t>checkbox </a:t>
            </a:r>
            <a:r>
              <a:rPr lang="ko-KR" altLang="en-US" sz="1600" b="1" dirty="0"/>
              <a:t>값 출력 </a:t>
            </a:r>
            <a:r>
              <a:rPr lang="en-US" altLang="ko-KR" sz="1600" b="1" dirty="0"/>
              <a:t>)</a:t>
            </a:r>
            <a:endParaRPr lang="ko-KR" altLang="en-US" sz="1600" b="1" dirty="0"/>
          </a:p>
        </p:txBody>
      </p: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210A2792-23FB-49D9-A592-CC3BD03BDBDD}"/>
              </a:ext>
            </a:extLst>
          </p:cNvPr>
          <p:cNvCxnSpPr>
            <a:cxnSpLocks/>
            <a:stCxn id="5" idx="3"/>
            <a:endCxn id="21" idx="1"/>
          </p:cNvCxnSpPr>
          <p:nvPr/>
        </p:nvCxnSpPr>
        <p:spPr>
          <a:xfrm>
            <a:off x="4882550" y="2572710"/>
            <a:ext cx="701722" cy="323648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1BFCE32-0842-45A6-95DE-127FB6FC1101}"/>
              </a:ext>
            </a:extLst>
          </p:cNvPr>
          <p:cNvSpPr txBox="1"/>
          <p:nvPr/>
        </p:nvSpPr>
        <p:spPr>
          <a:xfrm>
            <a:off x="5584272" y="4152682"/>
            <a:ext cx="2748845" cy="25966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altLang="ko-KR" sz="1600" b="1" dirty="0"/>
              <a:t>## </a:t>
            </a:r>
            <a:r>
              <a:rPr lang="ko-KR" altLang="en-US" sz="1600" b="1" dirty="0"/>
              <a:t>리스트를 문자열로 변경</a:t>
            </a:r>
            <a:endParaRPr lang="en-US" altLang="ko-KR" sz="1600" b="1" dirty="0"/>
          </a:p>
          <a:p>
            <a:r>
              <a:rPr lang="en-US" altLang="ko-KR" sz="1600" b="1" dirty="0"/>
              <a:t>## join : list -&gt; str</a:t>
            </a:r>
          </a:p>
          <a:p>
            <a:endParaRPr lang="en-US" altLang="ko-KR" sz="1600" b="1" dirty="0"/>
          </a:p>
          <a:p>
            <a:r>
              <a:rPr lang="en-US" altLang="ko-KR" sz="1600" b="1" dirty="0"/>
              <a:t>‘’.join(</a:t>
            </a:r>
            <a:r>
              <a:rPr lang="en-US" altLang="ko-KR" sz="1600" b="1" dirty="0" err="1"/>
              <a:t>list_item</a:t>
            </a:r>
            <a:r>
              <a:rPr lang="en-US" altLang="ko-KR" sz="1600" b="1" dirty="0"/>
              <a:t>)</a:t>
            </a:r>
          </a:p>
          <a:p>
            <a:r>
              <a:rPr lang="en-US" altLang="ko-KR" sz="1600" b="1" dirty="0"/>
              <a:t>‘,’.join(</a:t>
            </a:r>
            <a:r>
              <a:rPr lang="en-US" altLang="ko-KR" sz="1600" b="1" dirty="0" err="1"/>
              <a:t>list_item</a:t>
            </a:r>
            <a:r>
              <a:rPr lang="en-US" altLang="ko-KR" sz="1600" b="1" dirty="0"/>
              <a:t>)</a:t>
            </a:r>
          </a:p>
          <a:p>
            <a:endParaRPr lang="en-US" altLang="ko-KR" sz="1600" b="1" dirty="0"/>
          </a:p>
          <a:p>
            <a:r>
              <a:rPr lang="en-US" altLang="ko-KR" sz="1600" b="1" dirty="0"/>
              <a:t>## </a:t>
            </a:r>
            <a:r>
              <a:rPr lang="ko-KR" altLang="en-US" sz="1600" b="1" dirty="0"/>
              <a:t>문자열을 리스트로 변경</a:t>
            </a:r>
            <a:endParaRPr lang="en-US" altLang="ko-KR" sz="1600" b="1" dirty="0"/>
          </a:p>
          <a:p>
            <a:r>
              <a:rPr lang="en-US" altLang="ko-KR" sz="1600" b="1" dirty="0"/>
              <a:t>## split : str -&gt; list</a:t>
            </a:r>
          </a:p>
          <a:p>
            <a:r>
              <a:rPr lang="en-US" altLang="ko-KR" sz="1600" b="1" dirty="0"/>
              <a:t>list = </a:t>
            </a:r>
            <a:r>
              <a:rPr lang="en-US" altLang="ko-KR" sz="1600" b="1" dirty="0" err="1"/>
              <a:t>str.split</a:t>
            </a:r>
            <a:r>
              <a:rPr lang="en-US" altLang="ko-KR" sz="1600" b="1" dirty="0"/>
              <a:t>(‘,')</a:t>
            </a:r>
            <a:endParaRPr lang="ko-KR" altLang="en-US" sz="16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BC22920-C262-4BDE-82A9-5A86E0B7CC62}"/>
              </a:ext>
            </a:extLst>
          </p:cNvPr>
          <p:cNvSpPr txBox="1"/>
          <p:nvPr/>
        </p:nvSpPr>
        <p:spPr>
          <a:xfrm>
            <a:off x="416358" y="4427159"/>
            <a:ext cx="4851928" cy="954107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## form.html  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&lt;input type="checkbox" name="hobby" value="game"   </a:t>
            </a:r>
            <a:r>
              <a:rPr lang="en-US" altLang="ko-KR" sz="1400" b="0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{% if 'game' in </a:t>
            </a:r>
            <a:r>
              <a:rPr lang="en-US" altLang="ko-KR" sz="1400" b="0" dirty="0" err="1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stu.s_hobby</a:t>
            </a:r>
            <a:r>
              <a:rPr lang="en-US" altLang="ko-KR" sz="1400" b="0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%} checked {% endif %}&gt; </a:t>
            </a:r>
          </a:p>
          <a:p>
            <a:r>
              <a:rPr lang="ko-KR" altLang="en-US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게임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&lt;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br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&gt;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108944B-9074-4035-F113-29ED016532FD}"/>
              </a:ext>
            </a:extLst>
          </p:cNvPr>
          <p:cNvSpPr/>
          <p:nvPr/>
        </p:nvSpPr>
        <p:spPr>
          <a:xfrm>
            <a:off x="416357" y="2002283"/>
            <a:ext cx="4466193" cy="2791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160448C-F72C-369C-9C46-907A5FD975A8}"/>
              </a:ext>
            </a:extLst>
          </p:cNvPr>
          <p:cNvSpPr/>
          <p:nvPr/>
        </p:nvSpPr>
        <p:spPr>
          <a:xfrm>
            <a:off x="416357" y="2281450"/>
            <a:ext cx="4466193" cy="5825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1562152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8F8F8-A38F-8EC0-34ED-7E5F3433B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직사각형 21">
            <a:extLst>
              <a:ext uri="{FF2B5EF4-FFF2-40B4-BE49-F238E27FC236}">
                <a16:creationId xmlns:a16="http://schemas.microsoft.com/office/drawing/2014/main" id="{41F08483-6EEB-CDED-3010-9DC9B027270A}"/>
              </a:ext>
            </a:extLst>
          </p:cNvPr>
          <p:cNvSpPr/>
          <p:nvPr/>
        </p:nvSpPr>
        <p:spPr>
          <a:xfrm>
            <a:off x="416358" y="1070214"/>
            <a:ext cx="10937442" cy="8205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checkbox</a:t>
            </a:r>
            <a:endParaRPr lang="ko-KR" altLang="en-US" sz="2400" spc="-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F69AA6B-1E9A-663C-98D0-354907E5161D}"/>
              </a:ext>
            </a:extLst>
          </p:cNvPr>
          <p:cNvSpPr txBox="1"/>
          <p:nvPr/>
        </p:nvSpPr>
        <p:spPr>
          <a:xfrm>
            <a:off x="416358" y="2025908"/>
            <a:ext cx="4851928" cy="307777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list_item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= 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request.POST.getlist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('hobby')</a:t>
            </a: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2E2D9223-52BF-1E64-FBFC-0E38F0DC2E75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2748B619-0111-C09C-0719-ADD485627EEF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801DDE6-2014-13FD-2F79-8B04BA127FD2}"/>
              </a:ext>
            </a:extLst>
          </p:cNvPr>
          <p:cNvSpPr txBox="1"/>
          <p:nvPr/>
        </p:nvSpPr>
        <p:spPr>
          <a:xfrm>
            <a:off x="660400" y="203587"/>
            <a:ext cx="111260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[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참조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] checkbox</a:t>
            </a:r>
            <a:endParaRPr lang="ko-KR" altLang="en-US" sz="3300" spc="-300" dirty="0">
              <a:solidFill>
                <a:schemeClr val="tx1">
                  <a:lumMod val="85000"/>
                  <a:lumOff val="15000"/>
                </a:schemeClr>
              </a:solidFill>
              <a:highlight>
                <a:srgbClr val="FFFF00"/>
              </a:highlight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9481152D-5597-BADA-DC85-7D1D1E68A3F0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61F17E7-4C2A-F2BE-1867-9E4A72B0811C}"/>
              </a:ext>
            </a:extLst>
          </p:cNvPr>
          <p:cNvSpPr txBox="1"/>
          <p:nvPr/>
        </p:nvSpPr>
        <p:spPr>
          <a:xfrm>
            <a:off x="5584272" y="2025907"/>
            <a:ext cx="4315437" cy="47714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r>
              <a:rPr lang="ko-KR" altLang="en-US" sz="1600" b="1" dirty="0"/>
              <a:t>타입 </a:t>
            </a:r>
            <a:r>
              <a:rPr lang="en-US" altLang="ko-KR" sz="1600" b="1" dirty="0"/>
              <a:t>: str ( </a:t>
            </a:r>
            <a:r>
              <a:rPr lang="ko-KR" altLang="en-US" sz="1600" b="1" dirty="0"/>
              <a:t>마지막 </a:t>
            </a:r>
            <a:r>
              <a:rPr lang="en-US" altLang="ko-KR" sz="1600" b="1" dirty="0"/>
              <a:t>checkbox</a:t>
            </a:r>
            <a:r>
              <a:rPr lang="ko-KR" altLang="en-US" sz="1600" b="1" dirty="0"/>
              <a:t> </a:t>
            </a:r>
            <a:r>
              <a:rPr lang="en-US" altLang="ko-KR" sz="1600" b="1" dirty="0"/>
              <a:t>1</a:t>
            </a:r>
            <a:r>
              <a:rPr lang="ko-KR" altLang="en-US" sz="1600" b="1" dirty="0"/>
              <a:t>개만 출력 </a:t>
            </a:r>
            <a:r>
              <a:rPr lang="en-US" altLang="ko-KR" sz="1600" b="1" dirty="0"/>
              <a:t>)</a:t>
            </a:r>
            <a:endParaRPr lang="ko-KR" altLang="en-US" sz="1600" b="1" dirty="0"/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886C569E-4160-3436-48FA-DC5486C88CB2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4882550" y="2141867"/>
            <a:ext cx="701722" cy="122614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1DC293C-46E4-1357-8CA8-CE4C262D7476}"/>
              </a:ext>
            </a:extLst>
          </p:cNvPr>
          <p:cNvSpPr txBox="1"/>
          <p:nvPr/>
        </p:nvSpPr>
        <p:spPr>
          <a:xfrm>
            <a:off x="5584272" y="2602471"/>
            <a:ext cx="4315437" cy="5877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r>
              <a:rPr lang="ko-KR" altLang="en-US" sz="1600" b="1" dirty="0"/>
              <a:t>타입 </a:t>
            </a:r>
            <a:r>
              <a:rPr lang="en-US" altLang="ko-KR" sz="1600" b="1" dirty="0"/>
              <a:t>: list ( </a:t>
            </a:r>
            <a:r>
              <a:rPr lang="ko-KR" altLang="en-US" sz="1600" b="1" dirty="0"/>
              <a:t>선택된 모든 </a:t>
            </a:r>
            <a:r>
              <a:rPr lang="en-US" altLang="ko-KR" sz="1600" b="1" dirty="0"/>
              <a:t>checkbox </a:t>
            </a:r>
            <a:r>
              <a:rPr lang="ko-KR" altLang="en-US" sz="1600" b="1" dirty="0"/>
              <a:t>값 출력 </a:t>
            </a:r>
            <a:r>
              <a:rPr lang="en-US" altLang="ko-KR" sz="1600" b="1" dirty="0"/>
              <a:t>)</a:t>
            </a:r>
            <a:endParaRPr lang="ko-KR" altLang="en-US" sz="1600" b="1" dirty="0"/>
          </a:p>
        </p:txBody>
      </p: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9E56C9B6-42D1-F7BA-9044-101F51FCAB0E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4882550" y="2572710"/>
            <a:ext cx="701722" cy="323648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181DDD1-3B05-E0B7-DA1D-29252B63C026}"/>
              </a:ext>
            </a:extLst>
          </p:cNvPr>
          <p:cNvSpPr txBox="1"/>
          <p:nvPr/>
        </p:nvSpPr>
        <p:spPr>
          <a:xfrm>
            <a:off x="416358" y="4427159"/>
            <a:ext cx="4851928" cy="1169551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Class Member(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models.Model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):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 id =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models.CharField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(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max_length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=100)</a:t>
            </a:r>
          </a:p>
          <a:p>
            <a:endParaRPr lang="en-US" altLang="ko-KR" sz="140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Class  </a:t>
            </a:r>
            <a:endParaRPr lang="en-US" altLang="ko-KR" sz="140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162D581-0E5D-4A0F-D219-0B6C7A58952A}"/>
              </a:ext>
            </a:extLst>
          </p:cNvPr>
          <p:cNvSpPr/>
          <p:nvPr/>
        </p:nvSpPr>
        <p:spPr>
          <a:xfrm>
            <a:off x="416357" y="2002283"/>
            <a:ext cx="4466193" cy="2791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D26296-158E-7904-017C-FCBB809353D7}"/>
              </a:ext>
            </a:extLst>
          </p:cNvPr>
          <p:cNvSpPr txBox="1"/>
          <p:nvPr/>
        </p:nvSpPr>
        <p:spPr>
          <a:xfrm>
            <a:off x="416358" y="2449644"/>
            <a:ext cx="4851928" cy="954107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## form.html  </a:t>
            </a:r>
          </a:p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&lt;input type="checkbox" name="hobby" value="game"   </a:t>
            </a:r>
            <a:r>
              <a:rPr lang="en-US" altLang="ko-KR" sz="1400" b="0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{% if 'game' in </a:t>
            </a:r>
            <a:r>
              <a:rPr lang="en-US" altLang="ko-KR" sz="1400" b="0" dirty="0" err="1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stu.s_hobby</a:t>
            </a:r>
            <a:r>
              <a:rPr lang="en-US" altLang="ko-KR" sz="1400" b="0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%} checked {% endif %}&gt; </a:t>
            </a:r>
          </a:p>
          <a:p>
            <a:r>
              <a:rPr lang="ko-KR" altLang="en-US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게임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&lt;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br</a:t>
            </a:r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10792376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80EB46-A41F-42D1-925C-1E1D34396238}"/>
              </a:ext>
            </a:extLst>
          </p:cNvPr>
          <p:cNvSpPr txBox="1"/>
          <p:nvPr/>
        </p:nvSpPr>
        <p:spPr>
          <a:xfrm>
            <a:off x="660400" y="203587"/>
            <a:ext cx="111260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웹 애플리케이션 설계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-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게시판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75297CD-9753-4A7F-A617-C272413A0538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8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CDF6DA33-86D5-46D5-890B-0BFE0FB12BD2}"/>
              </a:ext>
            </a:extLst>
          </p:cNvPr>
          <p:cNvSpPr/>
          <p:nvPr/>
        </p:nvSpPr>
        <p:spPr>
          <a:xfrm>
            <a:off x="4505258" y="2796194"/>
            <a:ext cx="2766564" cy="8956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700" dirty="0" err="1"/>
              <a:t>게시판등록</a:t>
            </a:r>
            <a:br>
              <a:rPr lang="en-US" altLang="ko-KR" sz="1700" dirty="0"/>
            </a:br>
            <a:r>
              <a:rPr lang="en-US" altLang="ko-KR" sz="1700" dirty="0"/>
              <a:t>write.html</a:t>
            </a:r>
            <a:endParaRPr lang="ko-KR" altLang="en-US" sz="1700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ED78E45-A03C-4101-A320-C42267F33CF0}"/>
              </a:ext>
            </a:extLst>
          </p:cNvPr>
          <p:cNvSpPr/>
          <p:nvPr/>
        </p:nvSpPr>
        <p:spPr>
          <a:xfrm>
            <a:off x="4505259" y="1552534"/>
            <a:ext cx="2766564" cy="8956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700" dirty="0" err="1"/>
              <a:t>게시판저장</a:t>
            </a:r>
            <a:endParaRPr lang="en-US" altLang="ko-KR" sz="1700" dirty="0"/>
          </a:p>
          <a:p>
            <a:pPr algn="ctr"/>
            <a:r>
              <a:rPr lang="en-US" altLang="ko-KR" sz="1700" dirty="0"/>
              <a:t>write</a:t>
            </a:r>
          </a:p>
          <a:p>
            <a:pPr algn="ctr"/>
            <a:r>
              <a:rPr lang="en-US" altLang="ko-KR" sz="1100" dirty="0"/>
              <a:t>redirect:/board/list</a:t>
            </a:r>
            <a:endParaRPr lang="ko-KR" altLang="en-US" sz="11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16FB962-1BC2-4A7F-B09B-2DA3BA1E96F0}"/>
              </a:ext>
            </a:extLst>
          </p:cNvPr>
          <p:cNvSpPr/>
          <p:nvPr/>
        </p:nvSpPr>
        <p:spPr>
          <a:xfrm>
            <a:off x="8902893" y="4188356"/>
            <a:ext cx="2766564" cy="8956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rgbClr val="6BC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700" dirty="0"/>
              <a:t>login.html</a:t>
            </a:r>
            <a:endParaRPr lang="ko-KR" altLang="en-US" sz="17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414DA07-1C4B-4C49-997A-A56AF7748E8F}"/>
              </a:ext>
            </a:extLst>
          </p:cNvPr>
          <p:cNvSpPr/>
          <p:nvPr/>
        </p:nvSpPr>
        <p:spPr>
          <a:xfrm>
            <a:off x="8902893" y="5309793"/>
            <a:ext cx="2766564" cy="8956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rgbClr val="6BC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700" dirty="0" err="1"/>
              <a:t>LogIn</a:t>
            </a:r>
            <a:endParaRPr lang="ko-KR" altLang="en-US" sz="17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39000BF-D82E-491A-B81D-78F1CB996FB7}"/>
              </a:ext>
            </a:extLst>
          </p:cNvPr>
          <p:cNvSpPr/>
          <p:nvPr/>
        </p:nvSpPr>
        <p:spPr>
          <a:xfrm>
            <a:off x="538479" y="3065042"/>
            <a:ext cx="2766564" cy="8956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700" dirty="0"/>
              <a:t>게시판수정페이지</a:t>
            </a:r>
            <a:endParaRPr lang="en-US" altLang="ko-KR" sz="1700" dirty="0"/>
          </a:p>
          <a:p>
            <a:pPr algn="ctr"/>
            <a:r>
              <a:rPr lang="en-US" altLang="ko-KR" sz="1700"/>
              <a:t>update.</a:t>
            </a:r>
            <a:r>
              <a:rPr lang="en-US" altLang="ko-KR" sz="1700" dirty="0"/>
              <a:t>html</a:t>
            </a:r>
            <a:endParaRPr lang="ko-KR" altLang="en-US" sz="17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B46FAFA-BB4E-491C-B7D5-5BC728738C66}"/>
              </a:ext>
            </a:extLst>
          </p:cNvPr>
          <p:cNvSpPr/>
          <p:nvPr/>
        </p:nvSpPr>
        <p:spPr>
          <a:xfrm>
            <a:off x="538480" y="1884700"/>
            <a:ext cx="2766564" cy="8956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700" dirty="0"/>
              <a:t>게시판 </a:t>
            </a:r>
            <a:r>
              <a:rPr lang="ko-KR" altLang="en-US" sz="1700" dirty="0" err="1"/>
              <a:t>수정저장</a:t>
            </a:r>
            <a:endParaRPr lang="en-US" altLang="ko-KR" sz="1700" dirty="0"/>
          </a:p>
          <a:p>
            <a:pPr algn="ctr"/>
            <a:r>
              <a:rPr lang="en-US" altLang="ko-KR" sz="1700" dirty="0"/>
              <a:t>update</a:t>
            </a:r>
          </a:p>
          <a:p>
            <a:pPr algn="ctr"/>
            <a:r>
              <a:rPr lang="en-US" altLang="ko-KR" sz="1100" dirty="0"/>
              <a:t>redirect:/board/list</a:t>
            </a:r>
            <a:endParaRPr lang="ko-KR" altLang="en-US" sz="11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BE77C64-C221-4DA0-8490-FCF4B826A440}"/>
              </a:ext>
            </a:extLst>
          </p:cNvPr>
          <p:cNvSpPr/>
          <p:nvPr/>
        </p:nvSpPr>
        <p:spPr>
          <a:xfrm>
            <a:off x="4505258" y="5669554"/>
            <a:ext cx="2766564" cy="895639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700" dirty="0" err="1"/>
              <a:t>메인페이지</a:t>
            </a:r>
            <a:br>
              <a:rPr lang="en-US" altLang="ko-KR" sz="1700" dirty="0"/>
            </a:br>
            <a:r>
              <a:rPr lang="en-US" altLang="ko-KR" sz="1700" dirty="0"/>
              <a:t>index.html</a:t>
            </a:r>
            <a:endParaRPr lang="ko-KR" altLang="en-US" sz="17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212A31A-5D5A-4A08-B2C6-BE96143AD7C2}"/>
              </a:ext>
            </a:extLst>
          </p:cNvPr>
          <p:cNvSpPr/>
          <p:nvPr/>
        </p:nvSpPr>
        <p:spPr>
          <a:xfrm>
            <a:off x="4505259" y="4196746"/>
            <a:ext cx="2766564" cy="8956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700" dirty="0"/>
              <a:t>게시판리스트페이지</a:t>
            </a:r>
            <a:endParaRPr lang="en-US" altLang="ko-KR" sz="1700" dirty="0"/>
          </a:p>
          <a:p>
            <a:pPr algn="ctr"/>
            <a:r>
              <a:rPr lang="en-US" altLang="ko-KR" sz="1700" dirty="0"/>
              <a:t>list.html</a:t>
            </a:r>
          </a:p>
        </p:txBody>
      </p:sp>
      <p:cxnSp>
        <p:nvCxnSpPr>
          <p:cNvPr id="17" name="꺾인 연결선 46">
            <a:extLst>
              <a:ext uri="{FF2B5EF4-FFF2-40B4-BE49-F238E27FC236}">
                <a16:creationId xmlns:a16="http://schemas.microsoft.com/office/drawing/2014/main" id="{9ECC0A23-8AA5-4799-BDDD-9F92392E2BC1}"/>
              </a:ext>
            </a:extLst>
          </p:cNvPr>
          <p:cNvCxnSpPr>
            <a:cxnSpLocks/>
            <a:stCxn id="16" idx="0"/>
            <a:endCxn id="8" idx="2"/>
          </p:cNvCxnSpPr>
          <p:nvPr/>
        </p:nvCxnSpPr>
        <p:spPr>
          <a:xfrm rot="16200000" flipV="1">
            <a:off x="5636085" y="3944289"/>
            <a:ext cx="504913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2EFD8836-0A42-4ACB-8959-D8102F97787A}"/>
              </a:ext>
            </a:extLst>
          </p:cNvPr>
          <p:cNvCxnSpPr>
            <a:cxnSpLocks/>
            <a:stCxn id="8" idx="0"/>
            <a:endCxn id="9" idx="2"/>
          </p:cNvCxnSpPr>
          <p:nvPr/>
        </p:nvCxnSpPr>
        <p:spPr>
          <a:xfrm flipV="1">
            <a:off x="5888540" y="2448173"/>
            <a:ext cx="1" cy="348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DD751733-59AC-4067-8220-9D2614DBB6AB}"/>
              </a:ext>
            </a:extLst>
          </p:cNvPr>
          <p:cNvCxnSpPr>
            <a:cxnSpLocks/>
            <a:stCxn id="16" idx="3"/>
            <a:endCxn id="16" idx="3"/>
          </p:cNvCxnSpPr>
          <p:nvPr/>
        </p:nvCxnSpPr>
        <p:spPr>
          <a:xfrm>
            <a:off x="7271823" y="4644566"/>
            <a:ext cx="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DACA9115-AD40-4AF2-8712-05C6276BBAC1}"/>
              </a:ext>
            </a:extLst>
          </p:cNvPr>
          <p:cNvCxnSpPr>
            <a:cxnSpLocks/>
            <a:stCxn id="16" idx="3"/>
            <a:endCxn id="16" idx="3"/>
          </p:cNvCxnSpPr>
          <p:nvPr/>
        </p:nvCxnSpPr>
        <p:spPr>
          <a:xfrm>
            <a:off x="7271823" y="4644566"/>
            <a:ext cx="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94F59793-27EC-4426-88B7-E973EDD5464A}"/>
              </a:ext>
            </a:extLst>
          </p:cNvPr>
          <p:cNvCxnSpPr>
            <a:cxnSpLocks/>
            <a:stCxn id="16" idx="3"/>
            <a:endCxn id="11" idx="1"/>
          </p:cNvCxnSpPr>
          <p:nvPr/>
        </p:nvCxnSpPr>
        <p:spPr>
          <a:xfrm flipV="1">
            <a:off x="7271823" y="4636176"/>
            <a:ext cx="1631070" cy="83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67CE6040-6BD6-4DC4-95D9-0DF9E60C8736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0286175" y="5083995"/>
            <a:ext cx="0" cy="225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꺾인 연결선 70">
            <a:extLst>
              <a:ext uri="{FF2B5EF4-FFF2-40B4-BE49-F238E27FC236}">
                <a16:creationId xmlns:a16="http://schemas.microsoft.com/office/drawing/2014/main" id="{BDEF50F5-9A59-4912-96DC-FA9D63F1449C}"/>
              </a:ext>
            </a:extLst>
          </p:cNvPr>
          <p:cNvCxnSpPr>
            <a:cxnSpLocks/>
            <a:stCxn id="12" idx="1"/>
            <a:endCxn id="16" idx="3"/>
          </p:cNvCxnSpPr>
          <p:nvPr/>
        </p:nvCxnSpPr>
        <p:spPr>
          <a:xfrm rot="10800000">
            <a:off x="7271823" y="4644567"/>
            <a:ext cx="1631070" cy="111304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A1620FBC-9CE6-4F5B-9346-7F2968B2BF5A}"/>
              </a:ext>
            </a:extLst>
          </p:cNvPr>
          <p:cNvCxnSpPr>
            <a:cxnSpLocks/>
            <a:stCxn id="13" idx="0"/>
            <a:endCxn id="14" idx="2"/>
          </p:cNvCxnSpPr>
          <p:nvPr/>
        </p:nvCxnSpPr>
        <p:spPr>
          <a:xfrm flipV="1">
            <a:off x="1921761" y="2780339"/>
            <a:ext cx="1" cy="2847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3C4FD5E7-A725-4DE6-89A6-EB9DD79C6802}"/>
              </a:ext>
            </a:extLst>
          </p:cNvPr>
          <p:cNvCxnSpPr>
            <a:cxnSpLocks/>
            <a:stCxn id="16" idx="2"/>
            <a:endCxn id="15" idx="0"/>
          </p:cNvCxnSpPr>
          <p:nvPr/>
        </p:nvCxnSpPr>
        <p:spPr>
          <a:xfrm flipH="1">
            <a:off x="5888540" y="5092385"/>
            <a:ext cx="1" cy="5771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DE960300-2B3D-471E-B54F-A8744A0DBB58}"/>
              </a:ext>
            </a:extLst>
          </p:cNvPr>
          <p:cNvSpPr txBox="1"/>
          <p:nvPr/>
        </p:nvSpPr>
        <p:spPr>
          <a:xfrm>
            <a:off x="1136932" y="1435170"/>
            <a:ext cx="12346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게시판수정</a:t>
            </a:r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2B8C1C-5A9E-40E0-8D2F-CE3A72CDE506}"/>
              </a:ext>
            </a:extLst>
          </p:cNvPr>
          <p:cNvSpPr txBox="1"/>
          <p:nvPr/>
        </p:nvSpPr>
        <p:spPr>
          <a:xfrm>
            <a:off x="9847593" y="375209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로그인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5115CCB-8C76-48A3-84E8-0BEFF2DCAA74}"/>
              </a:ext>
            </a:extLst>
          </p:cNvPr>
          <p:cNvSpPr txBox="1"/>
          <p:nvPr/>
        </p:nvSpPr>
        <p:spPr>
          <a:xfrm>
            <a:off x="5271223" y="1119994"/>
            <a:ext cx="12346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게시판등록</a:t>
            </a:r>
            <a:endParaRPr lang="ko-KR" altLang="en-US" dirty="0"/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32451844-86F2-4F4D-9A03-06C2390E36B2}"/>
              </a:ext>
            </a:extLst>
          </p:cNvPr>
          <p:cNvSpPr/>
          <p:nvPr/>
        </p:nvSpPr>
        <p:spPr>
          <a:xfrm>
            <a:off x="538480" y="5669554"/>
            <a:ext cx="2766564" cy="8956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700" dirty="0" err="1"/>
              <a:t>게시판삭제</a:t>
            </a:r>
            <a:endParaRPr lang="en-US" altLang="ko-KR" sz="1700" dirty="0"/>
          </a:p>
          <a:p>
            <a:pPr algn="ctr"/>
            <a:r>
              <a:rPr lang="en-US" altLang="ko-KR" sz="1700" dirty="0"/>
              <a:t>delete</a:t>
            </a:r>
          </a:p>
          <a:p>
            <a:pPr algn="ctr"/>
            <a:r>
              <a:rPr lang="en-US" altLang="ko-KR" sz="1100" dirty="0"/>
              <a:t>redirect:/board/list</a:t>
            </a:r>
            <a:endParaRPr lang="ko-KR" altLang="en-US" sz="1100" dirty="0"/>
          </a:p>
        </p:txBody>
      </p:sp>
      <p:cxnSp>
        <p:nvCxnSpPr>
          <p:cNvPr id="140" name="꺾인 연결선 78">
            <a:extLst>
              <a:ext uri="{FF2B5EF4-FFF2-40B4-BE49-F238E27FC236}">
                <a16:creationId xmlns:a16="http://schemas.microsoft.com/office/drawing/2014/main" id="{1CA231AC-1434-4129-B60F-B328395383BA}"/>
              </a:ext>
            </a:extLst>
          </p:cNvPr>
          <p:cNvCxnSpPr>
            <a:cxnSpLocks/>
            <a:stCxn id="137" idx="3"/>
            <a:endCxn id="16" idx="1"/>
          </p:cNvCxnSpPr>
          <p:nvPr/>
        </p:nvCxnSpPr>
        <p:spPr>
          <a:xfrm flipV="1">
            <a:off x="3305044" y="4644566"/>
            <a:ext cx="1200215" cy="14728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EA864268-D47D-45F4-BCBA-39FF3A6F56E0}"/>
              </a:ext>
            </a:extLst>
          </p:cNvPr>
          <p:cNvSpPr txBox="1"/>
          <p:nvPr/>
        </p:nvSpPr>
        <p:spPr>
          <a:xfrm>
            <a:off x="538480" y="5255746"/>
            <a:ext cx="12987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게시판 삭제</a:t>
            </a:r>
          </a:p>
        </p:txBody>
      </p:sp>
      <p:cxnSp>
        <p:nvCxnSpPr>
          <p:cNvPr id="142" name="꺾인 연결선 78">
            <a:extLst>
              <a:ext uri="{FF2B5EF4-FFF2-40B4-BE49-F238E27FC236}">
                <a16:creationId xmlns:a16="http://schemas.microsoft.com/office/drawing/2014/main" id="{6EECB542-38A4-4605-A4C4-431E6B24CC50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3305044" y="2332520"/>
            <a:ext cx="1200215" cy="231204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DBE77C64-C221-4DA0-8490-FCF4B826A440}"/>
              </a:ext>
            </a:extLst>
          </p:cNvPr>
          <p:cNvSpPr/>
          <p:nvPr/>
        </p:nvSpPr>
        <p:spPr>
          <a:xfrm>
            <a:off x="8902892" y="2731999"/>
            <a:ext cx="2766564" cy="8956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rgbClr val="6BC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700" dirty="0"/>
              <a:t>logout.html</a:t>
            </a:r>
            <a:endParaRPr lang="ko-KR" altLang="en-US" sz="1700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32451844-86F2-4F4D-9A03-06C2390E36B2}"/>
              </a:ext>
            </a:extLst>
          </p:cNvPr>
          <p:cNvSpPr/>
          <p:nvPr/>
        </p:nvSpPr>
        <p:spPr>
          <a:xfrm>
            <a:off x="538480" y="4194712"/>
            <a:ext cx="2766564" cy="8956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700" dirty="0" err="1"/>
              <a:t>뷰페이지</a:t>
            </a:r>
            <a:endParaRPr lang="en-US" altLang="ko-KR" sz="1700" dirty="0"/>
          </a:p>
          <a:p>
            <a:pPr algn="ctr"/>
            <a:r>
              <a:rPr lang="en-US" altLang="ko-KR" sz="1700" dirty="0"/>
              <a:t>view.html</a:t>
            </a:r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A1620FBC-9CE6-4F5B-9346-7F2968B2BF5A}"/>
              </a:ext>
            </a:extLst>
          </p:cNvPr>
          <p:cNvCxnSpPr>
            <a:cxnSpLocks/>
            <a:stCxn id="39" idx="0"/>
            <a:endCxn id="13" idx="2"/>
          </p:cNvCxnSpPr>
          <p:nvPr/>
        </p:nvCxnSpPr>
        <p:spPr>
          <a:xfrm flipH="1" flipV="1">
            <a:off x="1921761" y="3960681"/>
            <a:ext cx="1" cy="2340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A1620FBC-9CE6-4F5B-9346-7F2968B2BF5A}"/>
              </a:ext>
            </a:extLst>
          </p:cNvPr>
          <p:cNvCxnSpPr>
            <a:cxnSpLocks/>
            <a:stCxn id="16" idx="1"/>
            <a:endCxn id="39" idx="3"/>
          </p:cNvCxnSpPr>
          <p:nvPr/>
        </p:nvCxnSpPr>
        <p:spPr>
          <a:xfrm flipH="1" flipV="1">
            <a:off x="3305044" y="4642532"/>
            <a:ext cx="1200215" cy="20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22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99083-8122-E406-5A2B-DD084FC46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B70BA595-4E38-1652-3FD5-E2A32B9E0EED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A21CA188-857A-E4DB-D21A-5EA11044B205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B7F3B32-EE52-7C15-7C50-FFF6AE0C5AA4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9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CAAC5C-F04A-D4B2-CB2B-D6659E2A3743}"/>
              </a:ext>
            </a:extLst>
          </p:cNvPr>
          <p:cNvSpPr txBox="1"/>
          <p:nvPr/>
        </p:nvSpPr>
        <p:spPr>
          <a:xfrm>
            <a:off x="4012739" y="2967335"/>
            <a:ext cx="41665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/>
              <a:t>계층형 게시판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DA17DF2A-6A12-4F68-DDD4-674094DFD536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4972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80EB46-A41F-42D1-925C-1E1D34396238}"/>
              </a:ext>
            </a:extLst>
          </p:cNvPr>
          <p:cNvSpPr txBox="1"/>
          <p:nvPr/>
        </p:nvSpPr>
        <p:spPr>
          <a:xfrm>
            <a:off x="948528" y="227654"/>
            <a:ext cx="873527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게시판 모델설정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 models.py  : Foreign-key</a:t>
            </a:r>
            <a:endParaRPr lang="ko-KR" altLang="en-US" sz="3300" spc="-300" dirty="0">
              <a:solidFill>
                <a:schemeClr val="tx1">
                  <a:lumMod val="85000"/>
                  <a:lumOff val="15000"/>
                </a:schemeClr>
              </a:solidFill>
              <a:highlight>
                <a:srgbClr val="FFFF00"/>
              </a:highlight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75297CD-9753-4A7F-A617-C272413A0538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9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BAC04D9-619F-414E-A29E-D37E3B38E5E5}"/>
              </a:ext>
            </a:extLst>
          </p:cNvPr>
          <p:cNvSpPr/>
          <p:nvPr/>
        </p:nvSpPr>
        <p:spPr>
          <a:xfrm>
            <a:off x="33557" y="1078298"/>
            <a:ext cx="7373390" cy="499157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## </a:t>
            </a:r>
            <a:r>
              <a:rPr lang="en-US" altLang="ko-KR" sz="1400" b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db</a:t>
            </a:r>
            <a:r>
              <a:rPr lang="ko-KR" altLang="en-US" sz="1400" b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구조</a:t>
            </a:r>
            <a:endParaRPr lang="en-US" altLang="ko-KR" sz="1400" b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from 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django.db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import models</a:t>
            </a:r>
          </a:p>
          <a:p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from 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member.models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import Member</a:t>
            </a:r>
          </a:p>
          <a:p>
            <a:endParaRPr lang="en-US" altLang="ko-KR" sz="140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#Foreign-key </a:t>
            </a:r>
            <a:r>
              <a:rPr lang="ko-KR" altLang="en-US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를 등록하면 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Member </a:t>
            </a:r>
            <a:r>
              <a:rPr lang="ko-KR" altLang="en-US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객체를 저장시켜야 함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.</a:t>
            </a:r>
          </a:p>
          <a:p>
            <a:endParaRPr lang="en-US" altLang="ko-KR" sz="140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endParaRPr lang="en-US" altLang="ko-KR" sz="140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class Board(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models.Model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):</a:t>
            </a:r>
          </a:p>
          <a:p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 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bno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= 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models.AutoField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(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primary_key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=True)</a:t>
            </a:r>
          </a:p>
          <a:p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 id = 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models.CharField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(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max_length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=100)</a:t>
            </a:r>
          </a:p>
          <a:p>
            <a:endParaRPr lang="en-US" altLang="ko-KR" sz="1400" b="0" dirty="0">
              <a:solidFill>
                <a:srgbClr val="FF0000"/>
              </a:solidFill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en-US" altLang="ko-KR" sz="1400" dirty="0">
                <a:solidFill>
                  <a:srgbClr val="FF0000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  </a:t>
            </a:r>
            <a:r>
              <a:rPr lang="en-US" altLang="ko-KR" sz="1400" b="0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member = </a:t>
            </a:r>
            <a:r>
              <a:rPr lang="en-US" altLang="ko-KR" sz="1400" b="0" dirty="0" err="1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models.ForeignKey</a:t>
            </a:r>
            <a:r>
              <a:rPr lang="en-US" altLang="ko-KR" sz="1400" b="0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(Member, </a:t>
            </a:r>
            <a:r>
              <a:rPr lang="en-US" altLang="ko-KR" sz="1400" b="0" dirty="0" err="1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on_delete</a:t>
            </a:r>
            <a:r>
              <a:rPr lang="en-US" altLang="ko-KR" sz="1400" b="0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=</a:t>
            </a:r>
            <a:r>
              <a:rPr lang="en-US" altLang="ko-KR" sz="1400" b="0" dirty="0" err="1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models.DO_NOTHING</a:t>
            </a:r>
            <a:r>
              <a:rPr lang="en-US" altLang="ko-KR" sz="1400" b="0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, null=True)</a:t>
            </a:r>
          </a:p>
          <a:p>
            <a:endParaRPr lang="en-US" altLang="ko-KR" sz="140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 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btitle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= 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models.CharField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(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max_length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=1000)</a:t>
            </a:r>
          </a:p>
          <a:p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 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bcontent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= 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models.TextField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()</a:t>
            </a:r>
          </a:p>
          <a:p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 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bgroup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= 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models.IntegerField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(null=True)</a:t>
            </a:r>
          </a:p>
          <a:p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 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bstep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= 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models.IntegerField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(default=0)</a:t>
            </a:r>
          </a:p>
          <a:p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 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bindent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= 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models.IntegerField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(default=0)</a:t>
            </a:r>
          </a:p>
          <a:p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 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bhit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= 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models.IntegerField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(default=0)</a:t>
            </a:r>
          </a:p>
          <a:p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 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bdate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= 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models.DateTimeField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(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auto_now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=True)</a:t>
            </a:r>
          </a:p>
          <a:p>
            <a:endParaRPr lang="en-US" altLang="ko-KR" sz="140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 def __str__(self):</a:t>
            </a:r>
          </a:p>
          <a:p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   return 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self.btitle</a:t>
            </a:r>
            <a:endParaRPr lang="en-US" altLang="ko-KR" sz="1400" b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E029D9D-F526-47A2-8C4D-110735F99939}"/>
              </a:ext>
            </a:extLst>
          </p:cNvPr>
          <p:cNvSpPr/>
          <p:nvPr/>
        </p:nvSpPr>
        <p:spPr>
          <a:xfrm>
            <a:off x="4923806" y="1078297"/>
            <a:ext cx="2483141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Fboard</a:t>
            </a:r>
            <a:r>
              <a:rPr lang="en-US" altLang="ko-KR" dirty="0"/>
              <a:t> &gt; models.py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1DC6C3-06E2-4872-BA90-14C5FCDA6239}"/>
              </a:ext>
            </a:extLst>
          </p:cNvPr>
          <p:cNvSpPr txBox="1"/>
          <p:nvPr/>
        </p:nvSpPr>
        <p:spPr>
          <a:xfrm>
            <a:off x="8120776" y="5987318"/>
            <a:ext cx="39677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/>
              </a:rPr>
              <a:t>https://eveningdev.tistory.com/22?category=1182329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https://velog.io/@brighten_the_way/Django%EC%99%80-Reverse-relations%EA%B3%BC-Relatedname</a:t>
            </a:r>
            <a:endParaRPr lang="ko-KR" altLang="en-US" sz="12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41A6B68-8A5B-44FA-9CFE-F2F30F9D7BF2}"/>
              </a:ext>
            </a:extLst>
          </p:cNvPr>
          <p:cNvSpPr/>
          <p:nvPr/>
        </p:nvSpPr>
        <p:spPr>
          <a:xfrm>
            <a:off x="226503" y="3481331"/>
            <a:ext cx="7071919" cy="23776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C6E7CE-3945-0077-4ABE-6E1FC575C578}"/>
              </a:ext>
            </a:extLst>
          </p:cNvPr>
          <p:cNvSpPr txBox="1"/>
          <p:nvPr/>
        </p:nvSpPr>
        <p:spPr>
          <a:xfrm>
            <a:off x="7491368" y="1078297"/>
            <a:ext cx="4692916" cy="323165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from </a:t>
            </a:r>
            <a:r>
              <a:rPr lang="en-US" altLang="ko-KR" sz="1200" dirty="0" err="1"/>
              <a:t>django.db</a:t>
            </a:r>
            <a:r>
              <a:rPr lang="en-US" altLang="ko-KR" sz="1200" dirty="0"/>
              <a:t> import models</a:t>
            </a:r>
          </a:p>
          <a:p>
            <a:endParaRPr lang="en-US" altLang="ko-KR" sz="1200" dirty="0"/>
          </a:p>
          <a:p>
            <a:r>
              <a:rPr lang="en-US" altLang="ko-KR" sz="1200" dirty="0"/>
              <a:t>class Member(</a:t>
            </a:r>
            <a:r>
              <a:rPr lang="en-US" altLang="ko-KR" sz="1200" dirty="0" err="1"/>
              <a:t>models.Model</a:t>
            </a:r>
            <a:r>
              <a:rPr lang="en-US" altLang="ko-KR" sz="1200" dirty="0"/>
              <a:t>):</a:t>
            </a:r>
          </a:p>
          <a:p>
            <a:r>
              <a:rPr lang="en-US" altLang="ko-KR" sz="1200" dirty="0"/>
              <a:t>  id = </a:t>
            </a:r>
            <a:r>
              <a:rPr lang="en-US" altLang="ko-KR" sz="1200" dirty="0" err="1"/>
              <a:t>models.CharField</a:t>
            </a:r>
            <a:r>
              <a:rPr lang="en-US" altLang="ko-KR" sz="1200" dirty="0"/>
              <a:t>(</a:t>
            </a:r>
            <a:r>
              <a:rPr lang="en-US" altLang="ko-KR" sz="1200" dirty="0" err="1"/>
              <a:t>max_length</a:t>
            </a:r>
            <a:r>
              <a:rPr lang="en-US" altLang="ko-KR" sz="1200" dirty="0"/>
              <a:t>=50,primary_key=True)</a:t>
            </a:r>
          </a:p>
          <a:p>
            <a:r>
              <a:rPr lang="en-US" altLang="ko-KR" sz="1200" dirty="0"/>
              <a:t>  pw = </a:t>
            </a:r>
            <a:r>
              <a:rPr lang="en-US" altLang="ko-KR" sz="1200" dirty="0" err="1"/>
              <a:t>models.CharField</a:t>
            </a:r>
            <a:r>
              <a:rPr lang="en-US" altLang="ko-KR" sz="1200" dirty="0"/>
              <a:t>(</a:t>
            </a:r>
            <a:r>
              <a:rPr lang="en-US" altLang="ko-KR" sz="1200" dirty="0" err="1"/>
              <a:t>max_length</a:t>
            </a:r>
            <a:r>
              <a:rPr lang="en-US" altLang="ko-KR" sz="1200" dirty="0"/>
              <a:t>=100)</a:t>
            </a:r>
          </a:p>
          <a:p>
            <a:r>
              <a:rPr lang="en-US" altLang="ko-KR" sz="1200" dirty="0"/>
              <a:t>  name = </a:t>
            </a:r>
            <a:r>
              <a:rPr lang="en-US" altLang="ko-KR" sz="1200" dirty="0" err="1"/>
              <a:t>models.CharField</a:t>
            </a:r>
            <a:r>
              <a:rPr lang="en-US" altLang="ko-KR" sz="1200" dirty="0"/>
              <a:t>(</a:t>
            </a:r>
            <a:r>
              <a:rPr lang="en-US" altLang="ko-KR" sz="1200" dirty="0" err="1"/>
              <a:t>max_length</a:t>
            </a:r>
            <a:r>
              <a:rPr lang="en-US" altLang="ko-KR" sz="1200" dirty="0"/>
              <a:t>=50)</a:t>
            </a:r>
          </a:p>
          <a:p>
            <a:r>
              <a:rPr lang="en-US" altLang="ko-KR" sz="1200" dirty="0"/>
              <a:t>  nickname = </a:t>
            </a:r>
            <a:r>
              <a:rPr lang="en-US" altLang="ko-KR" sz="1200" dirty="0" err="1"/>
              <a:t>models.CharField</a:t>
            </a:r>
            <a:r>
              <a:rPr lang="en-US" altLang="ko-KR" sz="1200" dirty="0"/>
              <a:t>(</a:t>
            </a:r>
            <a:r>
              <a:rPr lang="en-US" altLang="ko-KR" sz="1200" dirty="0" err="1"/>
              <a:t>max_length</a:t>
            </a:r>
            <a:r>
              <a:rPr lang="en-US" altLang="ko-KR" sz="1200" dirty="0"/>
              <a:t>=50)</a:t>
            </a:r>
          </a:p>
          <a:p>
            <a:r>
              <a:rPr lang="en-US" altLang="ko-KR" sz="1200" dirty="0"/>
              <a:t>  </a:t>
            </a:r>
            <a:r>
              <a:rPr lang="en-US" altLang="ko-KR" sz="1200" dirty="0" err="1"/>
              <a:t>tel</a:t>
            </a:r>
            <a:r>
              <a:rPr lang="en-US" altLang="ko-KR" sz="1200" dirty="0"/>
              <a:t> = </a:t>
            </a:r>
            <a:r>
              <a:rPr lang="en-US" altLang="ko-KR" sz="1200" dirty="0" err="1"/>
              <a:t>models.CharField</a:t>
            </a:r>
            <a:r>
              <a:rPr lang="en-US" altLang="ko-KR" sz="1200" dirty="0"/>
              <a:t>(</a:t>
            </a:r>
            <a:r>
              <a:rPr lang="en-US" altLang="ko-KR" sz="1200" dirty="0" err="1"/>
              <a:t>max_length</a:t>
            </a:r>
            <a:r>
              <a:rPr lang="en-US" altLang="ko-KR" sz="1200" dirty="0"/>
              <a:t>=50,default='010-1111-1111')</a:t>
            </a:r>
          </a:p>
          <a:p>
            <a:r>
              <a:rPr lang="en-US" altLang="ko-KR" sz="1200" dirty="0"/>
              <a:t>  gender = </a:t>
            </a:r>
            <a:r>
              <a:rPr lang="en-US" altLang="ko-KR" sz="1200" dirty="0" err="1"/>
              <a:t>models.CharField</a:t>
            </a:r>
            <a:r>
              <a:rPr lang="en-US" altLang="ko-KR" sz="1200" dirty="0"/>
              <a:t>(</a:t>
            </a:r>
            <a:r>
              <a:rPr lang="en-US" altLang="ko-KR" sz="1200" dirty="0" err="1"/>
              <a:t>max_length</a:t>
            </a:r>
            <a:r>
              <a:rPr lang="en-US" altLang="ko-KR" sz="1200" dirty="0"/>
              <a:t>=10,default='</a:t>
            </a:r>
            <a:r>
              <a:rPr lang="ko-KR" altLang="en-US" sz="1200" dirty="0"/>
              <a:t>남자</a:t>
            </a:r>
            <a:r>
              <a:rPr lang="en-US" altLang="ko-KR" sz="1200" dirty="0"/>
              <a:t>')</a:t>
            </a:r>
          </a:p>
          <a:p>
            <a:r>
              <a:rPr lang="en-US" altLang="ko-KR" sz="1200" dirty="0"/>
              <a:t>  hobby = </a:t>
            </a:r>
            <a:r>
              <a:rPr lang="en-US" altLang="ko-KR" sz="1200" dirty="0" err="1"/>
              <a:t>models.CharField</a:t>
            </a:r>
            <a:r>
              <a:rPr lang="en-US" altLang="ko-KR" sz="1200" dirty="0"/>
              <a:t>(</a:t>
            </a:r>
            <a:r>
              <a:rPr lang="en-US" altLang="ko-KR" sz="1200" dirty="0" err="1"/>
              <a:t>max_length</a:t>
            </a:r>
            <a:r>
              <a:rPr lang="en-US" altLang="ko-KR" sz="1200" dirty="0"/>
              <a:t>=50,default='game')</a:t>
            </a:r>
          </a:p>
          <a:p>
            <a:r>
              <a:rPr lang="en-US" altLang="ko-KR" sz="1200" dirty="0"/>
              <a:t>  </a:t>
            </a:r>
            <a:r>
              <a:rPr lang="en-US" altLang="ko-KR" sz="1200" dirty="0" err="1"/>
              <a:t>mdate</a:t>
            </a:r>
            <a:r>
              <a:rPr lang="en-US" altLang="ko-KR" sz="1200" dirty="0"/>
              <a:t> = </a:t>
            </a:r>
            <a:r>
              <a:rPr lang="en-US" altLang="ko-KR" sz="1200" dirty="0" err="1"/>
              <a:t>models.DateTimeField</a:t>
            </a:r>
            <a:r>
              <a:rPr lang="en-US" altLang="ko-KR" sz="1200" dirty="0"/>
              <a:t>(</a:t>
            </a:r>
            <a:r>
              <a:rPr lang="en-US" altLang="ko-KR" sz="1200" dirty="0" err="1"/>
              <a:t>auto_now</a:t>
            </a:r>
            <a:r>
              <a:rPr lang="en-US" altLang="ko-KR" sz="1200" dirty="0"/>
              <a:t>=True)</a:t>
            </a:r>
          </a:p>
          <a:p>
            <a:r>
              <a:rPr lang="en-US" altLang="ko-KR" sz="1200" dirty="0"/>
              <a:t>  </a:t>
            </a:r>
          </a:p>
          <a:p>
            <a:r>
              <a:rPr lang="en-US" altLang="ko-KR" sz="1200" dirty="0"/>
              <a:t>  def __str__(self):</a:t>
            </a:r>
          </a:p>
          <a:p>
            <a:r>
              <a:rPr lang="en-US" altLang="ko-KR" sz="1200" dirty="0"/>
              <a:t>    return f"{self.id},{self.name},{</a:t>
            </a:r>
            <a:r>
              <a:rPr lang="en-US" altLang="ko-KR" sz="1200" dirty="0" err="1"/>
              <a:t>self.nickname</a:t>
            </a:r>
            <a:r>
              <a:rPr lang="en-US" altLang="ko-KR" sz="1200" dirty="0"/>
              <a:t>}"</a:t>
            </a:r>
            <a:endParaRPr lang="ko-KR" altLang="en-US" sz="12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AEB5CED-8AB3-29FD-A04C-8BA1E48A4067}"/>
              </a:ext>
            </a:extLst>
          </p:cNvPr>
          <p:cNvSpPr/>
          <p:nvPr/>
        </p:nvSpPr>
        <p:spPr>
          <a:xfrm>
            <a:off x="9701143" y="1078297"/>
            <a:ext cx="2483141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Member &gt; models.py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297E34-1ED8-492E-BE90-E8EF69A11EA2}"/>
              </a:ext>
            </a:extLst>
          </p:cNvPr>
          <p:cNvSpPr txBox="1"/>
          <p:nvPr/>
        </p:nvSpPr>
        <p:spPr>
          <a:xfrm>
            <a:off x="7491368" y="4417429"/>
            <a:ext cx="4692916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* 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ForeignKey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생성</a:t>
            </a:r>
            <a:b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</a:br>
            <a:b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</a:b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class Member(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models.Model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):</a:t>
            </a:r>
            <a:b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</a:b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id = 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models.AutoField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(</a:t>
            </a:r>
            <a:r>
              <a:rPr lang="en-US" altLang="ko-KR" sz="14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primary_key</a:t>
            </a:r>
            <a:r>
              <a:rPr lang="en-US" altLang="ko-KR" sz="14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=True)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F6B19A6-D19B-2B24-00CD-2811A9CBFA4A}"/>
              </a:ext>
            </a:extLst>
          </p:cNvPr>
          <p:cNvSpPr/>
          <p:nvPr/>
        </p:nvSpPr>
        <p:spPr>
          <a:xfrm>
            <a:off x="10755360" y="4417429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Member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13734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2A920-515E-5ED4-08D1-D69782AC4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B487614-D815-6C88-2E89-3298925340AE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6710ABB5-0436-3C61-F8E3-97A4441F984E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D78D22D-8A07-2CB9-7A43-352371DC8285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15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4AE4BE-3016-ED53-306C-89CBD6DBB9AC}"/>
              </a:ext>
            </a:extLst>
          </p:cNvPr>
          <p:cNvSpPr txBox="1"/>
          <p:nvPr/>
        </p:nvSpPr>
        <p:spPr>
          <a:xfrm>
            <a:off x="4602644" y="2980067"/>
            <a:ext cx="29867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5400" b="1" dirty="0"/>
              <a:t>ajax </a:t>
            </a:r>
            <a:r>
              <a:rPr lang="ko-KR" altLang="en-US" sz="5400" b="1" dirty="0"/>
              <a:t>통신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9395C0DB-0382-0FB1-B934-C77418EF63DB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9512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80EB46-A41F-42D1-925C-1E1D34396238}"/>
              </a:ext>
            </a:extLst>
          </p:cNvPr>
          <p:cNvSpPr txBox="1"/>
          <p:nvPr/>
        </p:nvSpPr>
        <p:spPr>
          <a:xfrm>
            <a:off x="948528" y="227654"/>
            <a:ext cx="873527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ajax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댓글리스트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1 - get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방식으로 전달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</a:rPr>
              <a:t> </a:t>
            </a:r>
            <a:endParaRPr lang="ko-KR" altLang="en-US" sz="3300" spc="-300" dirty="0">
              <a:solidFill>
                <a:schemeClr val="tx1">
                  <a:lumMod val="85000"/>
                  <a:lumOff val="15000"/>
                </a:schemeClr>
              </a:solidFill>
              <a:highlight>
                <a:srgbClr val="FFFF00"/>
              </a:highlight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75297CD-9753-4A7F-A617-C272413A0538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15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74B1E6-0CBD-47FF-9E1A-807CBFBAA370}"/>
              </a:ext>
            </a:extLst>
          </p:cNvPr>
          <p:cNvSpPr/>
          <p:nvPr/>
        </p:nvSpPr>
        <p:spPr>
          <a:xfrm>
            <a:off x="405538" y="1176227"/>
            <a:ext cx="6020429" cy="5588393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sz="2000" b="1" spc="-150" dirty="0">
                <a:solidFill>
                  <a:schemeClr val="accent3">
                    <a:lumMod val="50000"/>
                  </a:schemeClr>
                </a:solidFill>
              </a:rPr>
              <a:t># html</a:t>
            </a:r>
            <a:r>
              <a:rPr lang="ko-KR" altLang="en-US" sz="2000" b="1" spc="-150" dirty="0">
                <a:solidFill>
                  <a:schemeClr val="accent3">
                    <a:lumMod val="50000"/>
                  </a:schemeClr>
                </a:solidFill>
              </a:rPr>
              <a:t> 페이지 </a:t>
            </a:r>
            <a:br>
              <a:rPr lang="en-US" altLang="ko-KR" sz="2000" b="1" spc="-150" dirty="0">
                <a:solidFill>
                  <a:schemeClr val="accent3">
                    <a:lumMod val="50000"/>
                  </a:schemeClr>
                </a:solidFill>
              </a:rPr>
            </a:br>
            <a:r>
              <a:rPr lang="en-US" altLang="ko-KR" sz="2000" spc="-150" dirty="0">
                <a:solidFill>
                  <a:srgbClr val="FF0000"/>
                </a:solidFill>
              </a:rPr>
              <a:t>&lt;meta name="</a:t>
            </a:r>
            <a:r>
              <a:rPr lang="en-US" altLang="ko-KR" sz="2000" spc="-150" dirty="0" err="1">
                <a:solidFill>
                  <a:srgbClr val="FF0000"/>
                </a:solidFill>
              </a:rPr>
              <a:t>csrf</a:t>
            </a:r>
            <a:r>
              <a:rPr lang="en-US" altLang="ko-KR" sz="2000" spc="-150" dirty="0">
                <a:solidFill>
                  <a:srgbClr val="FF0000"/>
                </a:solidFill>
              </a:rPr>
              <a:t>-token" content="{{ </a:t>
            </a:r>
            <a:r>
              <a:rPr lang="en-US" altLang="ko-KR" sz="2000" spc="-150" dirty="0" err="1">
                <a:solidFill>
                  <a:srgbClr val="FF0000"/>
                </a:solidFill>
              </a:rPr>
              <a:t>csrf_token</a:t>
            </a:r>
            <a:r>
              <a:rPr lang="en-US" altLang="ko-KR" sz="2000" spc="-150" dirty="0">
                <a:solidFill>
                  <a:srgbClr val="FF0000"/>
                </a:solidFill>
              </a:rPr>
              <a:t> }}"&gt;</a:t>
            </a:r>
          </a:p>
          <a:p>
            <a:r>
              <a:rPr lang="en-US" altLang="ko-KR" sz="1400" b="1" dirty="0"/>
              <a:t>&lt;script </a:t>
            </a:r>
            <a:r>
              <a:rPr lang="en-US" altLang="ko-KR" sz="1400" b="1" dirty="0" err="1"/>
              <a:t>src</a:t>
            </a:r>
            <a:r>
              <a:rPr lang="en-US" altLang="ko-KR" sz="1400" b="1" dirty="0"/>
              <a:t>="http://code.jquery.com/jquery-latest.min.js"&gt;&lt;/script&gt;</a:t>
            </a:r>
          </a:p>
          <a:p>
            <a:endParaRPr lang="ko-KR" altLang="en-US" sz="1400" b="1" spc="-15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en-US" altLang="ko-KR" sz="1600" dirty="0"/>
              <a:t>&lt;script type=</a:t>
            </a:r>
            <a:r>
              <a:rPr lang="en-US" altLang="ko-KR" sz="1600" i="1" dirty="0"/>
              <a:t>"text/</a:t>
            </a:r>
            <a:r>
              <a:rPr lang="en-US" altLang="ko-KR" sz="1600" i="1" dirty="0" err="1"/>
              <a:t>javascript</a:t>
            </a:r>
            <a:r>
              <a:rPr lang="en-US" altLang="ko-KR" sz="1600" i="1" dirty="0"/>
              <a:t>"&gt;</a:t>
            </a:r>
          </a:p>
          <a:p>
            <a:r>
              <a:rPr lang="en-US" altLang="ko-KR" sz="1600" dirty="0"/>
              <a:t>    $(</a:t>
            </a:r>
            <a:r>
              <a:rPr lang="en-US" altLang="ko-KR" sz="1600" b="1" dirty="0"/>
              <a:t>function(){</a:t>
            </a:r>
          </a:p>
          <a:p>
            <a:r>
              <a:rPr lang="en-US" altLang="ko-KR" sz="1600" dirty="0">
                <a:solidFill>
                  <a:srgbClr val="FF0000"/>
                </a:solidFill>
              </a:rPr>
              <a:t>const </a:t>
            </a:r>
            <a:r>
              <a:rPr lang="en-US" altLang="ko-KR" sz="1600" dirty="0" err="1">
                <a:solidFill>
                  <a:srgbClr val="FF0000"/>
                </a:solidFill>
              </a:rPr>
              <a:t>csrfToken</a:t>
            </a:r>
            <a:r>
              <a:rPr lang="en-US" altLang="ko-KR" sz="1600" dirty="0">
                <a:solidFill>
                  <a:srgbClr val="FF0000"/>
                </a:solidFill>
              </a:rPr>
              <a:t> = $('meta[name="</a:t>
            </a:r>
            <a:r>
              <a:rPr lang="en-US" altLang="ko-KR" sz="1600" dirty="0" err="1">
                <a:solidFill>
                  <a:srgbClr val="FF0000"/>
                </a:solidFill>
              </a:rPr>
              <a:t>csrf</a:t>
            </a:r>
            <a:r>
              <a:rPr lang="en-US" altLang="ko-KR" sz="1600" dirty="0">
                <a:solidFill>
                  <a:srgbClr val="FF0000"/>
                </a:solidFill>
              </a:rPr>
              <a:t>-token"]').</a:t>
            </a:r>
            <a:r>
              <a:rPr lang="en-US" altLang="ko-KR" sz="1600" dirty="0" err="1">
                <a:solidFill>
                  <a:srgbClr val="FF0000"/>
                </a:solidFill>
              </a:rPr>
              <a:t>attr</a:t>
            </a:r>
            <a:r>
              <a:rPr lang="en-US" altLang="ko-KR" sz="1600" dirty="0">
                <a:solidFill>
                  <a:srgbClr val="FF0000"/>
                </a:solidFill>
              </a:rPr>
              <a:t>('content');</a:t>
            </a:r>
          </a:p>
          <a:p>
            <a:r>
              <a:rPr lang="en-US" altLang="ko-KR" sz="1600" dirty="0"/>
              <a:t>            $.ajax({</a:t>
            </a:r>
          </a:p>
          <a:p>
            <a:r>
              <a:rPr lang="en-US" altLang="ko-KR" sz="1600" dirty="0"/>
              <a:t>                url: “/board/</a:t>
            </a:r>
            <a:r>
              <a:rPr lang="en-US" altLang="ko-KR" sz="1600" dirty="0" err="1"/>
              <a:t>boardList</a:t>
            </a:r>
            <a:r>
              <a:rPr lang="en-US" altLang="ko-KR" sz="1600" dirty="0"/>
              <a:t>",</a:t>
            </a:r>
          </a:p>
          <a:p>
            <a:r>
              <a:rPr lang="en-US" altLang="ko-KR" sz="1600" dirty="0"/>
              <a:t>                type: “GET",</a:t>
            </a:r>
          </a:p>
          <a:p>
            <a:r>
              <a:rPr lang="en-US" altLang="ko-KR" sz="1600" dirty="0"/>
              <a:t>          </a:t>
            </a:r>
            <a:r>
              <a:rPr lang="en-US" altLang="ko-KR" sz="1600" dirty="0">
                <a:solidFill>
                  <a:srgbClr val="FF0000"/>
                </a:solidFill>
              </a:rPr>
              <a:t>headers: { "X-</a:t>
            </a:r>
            <a:r>
              <a:rPr lang="en-US" altLang="ko-KR" sz="1600" dirty="0" err="1">
                <a:solidFill>
                  <a:srgbClr val="FF0000"/>
                </a:solidFill>
              </a:rPr>
              <a:t>CSRFToken</a:t>
            </a:r>
            <a:r>
              <a:rPr lang="en-US" altLang="ko-KR" sz="1600" dirty="0">
                <a:solidFill>
                  <a:srgbClr val="FF0000"/>
                </a:solidFill>
              </a:rPr>
              <a:t>": </a:t>
            </a:r>
            <a:r>
              <a:rPr lang="en-US" altLang="ko-KR" sz="1600" dirty="0" err="1">
                <a:solidFill>
                  <a:srgbClr val="FF0000"/>
                </a:solidFill>
              </a:rPr>
              <a:t>csrfToken</a:t>
            </a:r>
            <a:r>
              <a:rPr lang="en-US" altLang="ko-KR" sz="1600" dirty="0">
                <a:solidFill>
                  <a:srgbClr val="FF0000"/>
                </a:solidFill>
              </a:rPr>
              <a:t> },  // CSRF </a:t>
            </a:r>
            <a:r>
              <a:rPr lang="ko-KR" altLang="en-US" sz="1600" dirty="0">
                <a:solidFill>
                  <a:srgbClr val="FF0000"/>
                </a:solidFill>
              </a:rPr>
              <a:t>토큰 포함</a:t>
            </a:r>
            <a:endParaRPr lang="en-US" altLang="ko-KR" sz="1600" dirty="0">
              <a:solidFill>
                <a:srgbClr val="FF0000"/>
              </a:solidFill>
            </a:endParaRPr>
          </a:p>
          <a:p>
            <a:r>
              <a:rPr lang="en-US" altLang="ko-KR" sz="1600" dirty="0"/>
              <a:t>                data:{ “name”: “</a:t>
            </a:r>
            <a:r>
              <a:rPr lang="en-US" altLang="ko-KR" sz="1600" dirty="0" err="1"/>
              <a:t>kim</a:t>
            </a:r>
            <a:r>
              <a:rPr lang="en-US" altLang="ko-KR" sz="1600" dirty="0"/>
              <a:t>”, “age”:30   },</a:t>
            </a:r>
          </a:p>
          <a:p>
            <a:r>
              <a:rPr lang="en-US" altLang="ko-KR" sz="1600" dirty="0"/>
              <a:t>                /* data: $(“#</a:t>
            </a:r>
            <a:r>
              <a:rPr lang="en-US" altLang="ko-KR" sz="1600" dirty="0" err="1"/>
              <a:t>frm</a:t>
            </a:r>
            <a:r>
              <a:rPr lang="en-US" altLang="ko-KR" sz="1600" dirty="0"/>
              <a:t>”).serialize(), */</a:t>
            </a:r>
          </a:p>
          <a:p>
            <a:r>
              <a:rPr lang="en-US" altLang="ko-KR" sz="1600" dirty="0"/>
              <a:t>                success: </a:t>
            </a:r>
            <a:r>
              <a:rPr lang="en-US" altLang="ko-KR" sz="1600" b="1" dirty="0"/>
              <a:t>function(data){</a:t>
            </a:r>
          </a:p>
          <a:p>
            <a:r>
              <a:rPr lang="en-US" altLang="ko-KR" sz="1600" dirty="0"/>
              <a:t>                alert("</a:t>
            </a:r>
            <a:r>
              <a:rPr lang="ko-KR" altLang="en-US" sz="1600" dirty="0"/>
              <a:t>성공</a:t>
            </a:r>
            <a:r>
              <a:rPr lang="en-US" altLang="ko-KR" sz="1600" dirty="0"/>
              <a:t>");</a:t>
            </a:r>
          </a:p>
          <a:p>
            <a:r>
              <a:rPr lang="en-US" altLang="ko-KR" sz="1600" dirty="0"/>
              <a:t>                }</a:t>
            </a:r>
          </a:p>
          <a:p>
            <a:r>
              <a:rPr lang="ko-KR" altLang="en-US" sz="1600" dirty="0"/>
              <a:t>                </a:t>
            </a:r>
            <a:r>
              <a:rPr lang="en-US" altLang="ko-KR" sz="1600" dirty="0"/>
              <a:t>},</a:t>
            </a:r>
          </a:p>
          <a:p>
            <a:r>
              <a:rPr lang="en-US" altLang="ko-KR" sz="1600" dirty="0"/>
              <a:t>                error: </a:t>
            </a:r>
            <a:r>
              <a:rPr lang="en-US" altLang="ko-KR" sz="1600" b="1" dirty="0"/>
              <a:t>function(){</a:t>
            </a:r>
          </a:p>
          <a:p>
            <a:r>
              <a:rPr lang="en-US" altLang="ko-KR" sz="1600" dirty="0"/>
              <a:t>                    alert("</a:t>
            </a:r>
            <a:r>
              <a:rPr lang="ko-KR" altLang="en-US" sz="1600" dirty="0"/>
              <a:t>실패</a:t>
            </a:r>
            <a:r>
              <a:rPr lang="en-US" altLang="ko-KR" sz="1600" dirty="0"/>
              <a:t>");</a:t>
            </a:r>
          </a:p>
          <a:p>
            <a:r>
              <a:rPr lang="ko-KR" altLang="en-US" sz="1600" dirty="0"/>
              <a:t>                </a:t>
            </a:r>
            <a:r>
              <a:rPr lang="en-US" altLang="ko-KR" sz="1600" dirty="0"/>
              <a:t>}</a:t>
            </a:r>
          </a:p>
          <a:p>
            <a:r>
              <a:rPr lang="ko-KR" altLang="en-US" sz="1600" dirty="0"/>
              <a:t>            </a:t>
            </a:r>
            <a:r>
              <a:rPr lang="en-US" altLang="ko-KR" sz="1600" dirty="0"/>
              <a:t>});</a:t>
            </a:r>
          </a:p>
          <a:p>
            <a:r>
              <a:rPr lang="ko-KR" altLang="en-US" sz="1600" dirty="0"/>
              <a:t>    </a:t>
            </a:r>
            <a:r>
              <a:rPr lang="en-US" altLang="ko-KR" sz="1600" dirty="0"/>
              <a:t>});</a:t>
            </a:r>
            <a:endParaRPr lang="en-US" altLang="ko-KR" sz="1050" dirty="0">
              <a:latin typeface="맑은 고딕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48769A4-B893-4ADB-AE43-DB984F1B3D5D}"/>
              </a:ext>
            </a:extLst>
          </p:cNvPr>
          <p:cNvSpPr/>
          <p:nvPr/>
        </p:nvSpPr>
        <p:spPr>
          <a:xfrm>
            <a:off x="6681159" y="1632272"/>
            <a:ext cx="5373822" cy="339577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b="1" spc="-150" dirty="0">
                <a:solidFill>
                  <a:schemeClr val="accent3">
                    <a:lumMod val="50000"/>
                  </a:schemeClr>
                </a:solidFill>
              </a:rPr>
              <a:t># ajax </a:t>
            </a:r>
            <a:r>
              <a:rPr lang="ko-KR" altLang="en-US" b="1" spc="-150" dirty="0">
                <a:solidFill>
                  <a:schemeClr val="accent3">
                    <a:lumMod val="50000"/>
                  </a:schemeClr>
                </a:solidFill>
              </a:rPr>
              <a:t>구조</a:t>
            </a:r>
            <a:br>
              <a:rPr lang="en-US" altLang="ko-KR" b="1" spc="-150" dirty="0">
                <a:solidFill>
                  <a:schemeClr val="accent3">
                    <a:lumMod val="50000"/>
                  </a:schemeClr>
                </a:solidFill>
              </a:rPr>
            </a:br>
            <a:endParaRPr lang="en-US" altLang="ko-KR" b="1" spc="-15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en-US" altLang="ko-KR" sz="1600" dirty="0" err="1"/>
              <a:t>url</a:t>
            </a:r>
            <a:r>
              <a:rPr lang="en-US" altLang="ko-KR" sz="1600" dirty="0"/>
              <a:t> : </a:t>
            </a:r>
            <a:r>
              <a:rPr lang="ko-KR" altLang="en-US" sz="1600" dirty="0"/>
              <a:t>호출해야 할 </a:t>
            </a:r>
            <a:r>
              <a:rPr lang="en-US" altLang="ko-KR" sz="1600" dirty="0" err="1"/>
              <a:t>url</a:t>
            </a:r>
            <a:r>
              <a:rPr lang="ko-KR" altLang="en-US" sz="1600" dirty="0"/>
              <a:t>경로</a:t>
            </a:r>
          </a:p>
          <a:p>
            <a:r>
              <a:rPr lang="en-US" altLang="ko-KR" sz="1600" dirty="0"/>
              <a:t>type : post </a:t>
            </a:r>
            <a:r>
              <a:rPr lang="ko-KR" altLang="en-US" sz="1600" dirty="0"/>
              <a:t>또는 </a:t>
            </a:r>
            <a:r>
              <a:rPr lang="en-US" altLang="ko-KR" sz="1600" dirty="0"/>
              <a:t>get </a:t>
            </a:r>
            <a:r>
              <a:rPr lang="ko-KR" altLang="en-US" sz="1600" dirty="0"/>
              <a:t>요청 방식</a:t>
            </a:r>
          </a:p>
          <a:p>
            <a:r>
              <a:rPr lang="en-US" altLang="ko-KR" sz="1600" dirty="0"/>
              <a:t>data : </a:t>
            </a:r>
            <a:r>
              <a:rPr lang="ko-KR" altLang="en-US" sz="1600" dirty="0"/>
              <a:t>전달해야 할 데이터 </a:t>
            </a:r>
            <a:r>
              <a:rPr lang="en-US" altLang="ko-KR" sz="1600" dirty="0"/>
              <a:t>{json String} </a:t>
            </a:r>
            <a:r>
              <a:rPr lang="ko-KR" altLang="en-US" sz="1600" dirty="0"/>
              <a:t>보통 </a:t>
            </a:r>
            <a:r>
              <a:rPr lang="en-US" altLang="ko-KR" sz="1600" dirty="0"/>
              <a:t>json</a:t>
            </a:r>
            <a:r>
              <a:rPr lang="ko-KR" altLang="en-US" sz="1600" dirty="0"/>
              <a:t>형태로 전달</a:t>
            </a:r>
          </a:p>
          <a:p>
            <a:r>
              <a:rPr lang="en-US" altLang="ko-KR" sz="1600" dirty="0" err="1"/>
              <a:t>contentType</a:t>
            </a:r>
            <a:r>
              <a:rPr lang="en-US" altLang="ko-KR" sz="1600" dirty="0"/>
              <a:t> : </a:t>
            </a:r>
            <a:r>
              <a:rPr lang="ko-KR" altLang="en-US" sz="1600" dirty="0"/>
              <a:t>전송할 데이터 타입 </a:t>
            </a:r>
          </a:p>
          <a:p>
            <a:r>
              <a:rPr lang="en-US" altLang="ko-KR" sz="1600" dirty="0"/>
              <a:t>datatype : </a:t>
            </a:r>
            <a:r>
              <a:rPr lang="ko-KR" altLang="en-US" sz="1600" dirty="0"/>
              <a:t>서버로 부터 리턴 타입을 지정</a:t>
            </a:r>
            <a:r>
              <a:rPr lang="en-US" altLang="ko-KR" sz="1600" dirty="0"/>
              <a:t>. </a:t>
            </a:r>
          </a:p>
          <a:p>
            <a:endParaRPr lang="en-US" altLang="ko-KR" sz="1600" dirty="0"/>
          </a:p>
          <a:p>
            <a:r>
              <a:rPr lang="en-US" altLang="ko-KR" sz="1600" dirty="0" err="1"/>
              <a:t>beforeSend</a:t>
            </a:r>
            <a:r>
              <a:rPr lang="en-US" altLang="ko-KR" sz="1600" dirty="0"/>
              <a:t> : </a:t>
            </a:r>
            <a:r>
              <a:rPr lang="en-US" altLang="ko-KR" sz="1600" dirty="0" err="1"/>
              <a:t>fucntion</a:t>
            </a:r>
            <a:r>
              <a:rPr lang="en-US" altLang="ko-KR" sz="1600" dirty="0"/>
              <a:t>()</a:t>
            </a:r>
            <a:br>
              <a:rPr lang="en-US" altLang="ko-KR" sz="1600" dirty="0"/>
            </a:br>
            <a:r>
              <a:rPr lang="en-US" altLang="ko-KR" sz="1600" dirty="0"/>
              <a:t>{ ajax</a:t>
            </a:r>
            <a:r>
              <a:rPr lang="ko-KR" altLang="en-US" sz="1600" dirty="0"/>
              <a:t>호출 전 수행해야할 액티비티 로직 처리</a:t>
            </a:r>
            <a:r>
              <a:rPr lang="en-US" altLang="ko-KR" sz="1600" dirty="0"/>
              <a:t>}</a:t>
            </a:r>
          </a:p>
          <a:p>
            <a:r>
              <a:rPr lang="en-US" altLang="ko-KR" sz="1600" dirty="0"/>
              <a:t>success : function(data) {</a:t>
            </a:r>
            <a:r>
              <a:rPr lang="ko-KR" altLang="en-US" sz="1600" dirty="0"/>
              <a:t>요청이 완료된 경우 처리 </a:t>
            </a:r>
            <a:r>
              <a:rPr lang="en-US" altLang="ko-KR" sz="1600" dirty="0"/>
              <a:t>}</a:t>
            </a:r>
          </a:p>
          <a:p>
            <a:r>
              <a:rPr lang="en-US" altLang="ko-KR" sz="1600" dirty="0"/>
              <a:t>error : function(data) {</a:t>
            </a:r>
            <a:r>
              <a:rPr lang="ko-KR" altLang="en-US" sz="1600" dirty="0"/>
              <a:t>실패 </a:t>
            </a:r>
            <a:r>
              <a:rPr lang="ko-KR" altLang="en-US" sz="1600" dirty="0" err="1"/>
              <a:t>했을경우</a:t>
            </a:r>
            <a:r>
              <a:rPr lang="ko-KR" altLang="en-US" sz="1600" dirty="0"/>
              <a:t> 처리</a:t>
            </a:r>
            <a:r>
              <a:rPr lang="en-US" altLang="ko-KR" sz="1600" dirty="0"/>
              <a:t>}</a:t>
            </a:r>
            <a:endParaRPr lang="en-US" altLang="ko-KR" sz="1050" dirty="0">
              <a:latin typeface="맑은 고딕" panose="020B0503020000020004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1D42943-2E38-403A-A952-FC36E4FD1405}"/>
              </a:ext>
            </a:extLst>
          </p:cNvPr>
          <p:cNvSpPr/>
          <p:nvPr/>
        </p:nvSpPr>
        <p:spPr>
          <a:xfrm>
            <a:off x="4997043" y="1148751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html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8FCDEDB-F519-48D5-9761-B931BF941228}"/>
              </a:ext>
            </a:extLst>
          </p:cNvPr>
          <p:cNvSpPr txBox="1"/>
          <p:nvPr/>
        </p:nvSpPr>
        <p:spPr>
          <a:xfrm>
            <a:off x="7611541" y="6360079"/>
            <a:ext cx="458045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hlinkClick r:id="rId2"/>
              </a:rPr>
              <a:t>https://velog.io/@ansalstmd/Django-Ajax-%EC%97%B0%EB%8F%99</a:t>
            </a:r>
            <a:endParaRPr lang="en-US" altLang="ko-KR" sz="1100" dirty="0"/>
          </a:p>
          <a:p>
            <a:r>
              <a:rPr lang="en-US" altLang="ko-KR" sz="1100" dirty="0"/>
              <a:t>https://codong.tistory.com/29</a:t>
            </a:r>
            <a:endParaRPr lang="ko-KR" alt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A716A5-530F-AB00-A193-48093BE6ED78}"/>
              </a:ext>
            </a:extLst>
          </p:cNvPr>
          <p:cNvSpPr txBox="1"/>
          <p:nvPr/>
        </p:nvSpPr>
        <p:spPr>
          <a:xfrm>
            <a:off x="6681159" y="5358606"/>
            <a:ext cx="524917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800" dirty="0"/>
              <a:t>@csrf_exempt   </a:t>
            </a:r>
            <a:br>
              <a:rPr lang="en-US" altLang="ko-KR" sz="1800" b="1" dirty="0">
                <a:solidFill>
                  <a:srgbClr val="FF0000"/>
                </a:solidFill>
              </a:rPr>
            </a:br>
            <a:r>
              <a:rPr lang="en-US" altLang="ko-KR" sz="1800" b="1" dirty="0">
                <a:solidFill>
                  <a:srgbClr val="FF0000"/>
                </a:solidFill>
              </a:rPr>
              <a:t># </a:t>
            </a:r>
            <a:r>
              <a:rPr lang="en-US" altLang="ko-KR" sz="1800" dirty="0">
                <a:solidFill>
                  <a:srgbClr val="FF0000"/>
                </a:solidFill>
              </a:rPr>
              <a:t>views.py</a:t>
            </a:r>
            <a:r>
              <a:rPr lang="ko-KR" altLang="en-US" sz="1800" dirty="0">
                <a:solidFill>
                  <a:srgbClr val="FF0000"/>
                </a:solidFill>
              </a:rPr>
              <a:t>에서 </a:t>
            </a:r>
            <a:r>
              <a:rPr lang="en-US" altLang="ko-KR" sz="1800" dirty="0" err="1">
                <a:solidFill>
                  <a:srgbClr val="FF0000"/>
                </a:solidFill>
              </a:rPr>
              <a:t>csrf</a:t>
            </a:r>
            <a:r>
              <a:rPr lang="en-US" altLang="ko-KR" sz="1800" dirty="0">
                <a:solidFill>
                  <a:srgbClr val="FF0000"/>
                </a:solidFill>
              </a:rPr>
              <a:t> </a:t>
            </a:r>
            <a:r>
              <a:rPr lang="ko-KR" altLang="en-US" sz="1800" dirty="0">
                <a:solidFill>
                  <a:srgbClr val="FF0000"/>
                </a:solidFill>
              </a:rPr>
              <a:t>예외처리를 할 </a:t>
            </a:r>
            <a:r>
              <a:rPr lang="ko-KR" altLang="en-US" sz="1800" dirty="0" err="1">
                <a:solidFill>
                  <a:srgbClr val="FF0000"/>
                </a:solidFill>
              </a:rPr>
              <a:t>필요없음</a:t>
            </a:r>
            <a:endParaRPr lang="ko-KR" altLang="en-US" sz="180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401C505-9024-2885-753C-A91B0CDD9F1D}"/>
              </a:ext>
            </a:extLst>
          </p:cNvPr>
          <p:cNvSpPr/>
          <p:nvPr/>
        </p:nvSpPr>
        <p:spPr>
          <a:xfrm>
            <a:off x="948527" y="3743406"/>
            <a:ext cx="5477439" cy="26787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cxnSp>
        <p:nvCxnSpPr>
          <p:cNvPr id="5" name="연결선: 꺾임 4">
            <a:extLst>
              <a:ext uri="{FF2B5EF4-FFF2-40B4-BE49-F238E27FC236}">
                <a16:creationId xmlns:a16="http://schemas.microsoft.com/office/drawing/2014/main" id="{9577E10C-D075-67E7-2190-1A4581F8B836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6425966" y="3877345"/>
            <a:ext cx="255193" cy="1804427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08ACB783-A2F4-918D-D388-CE2B0ADCCCB6}"/>
              </a:ext>
            </a:extLst>
          </p:cNvPr>
          <p:cNvSpPr txBox="1"/>
          <p:nvPr/>
        </p:nvSpPr>
        <p:spPr>
          <a:xfrm>
            <a:off x="6676647" y="1148751"/>
            <a:ext cx="5373822" cy="338554"/>
          </a:xfrm>
          <a:prstGeom prst="rect">
            <a:avLst/>
          </a:prstGeom>
          <a:solidFill>
            <a:srgbClr val="FFC000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 err="1"/>
              <a:t>JsonResponse</a:t>
            </a:r>
            <a:r>
              <a:rPr lang="en-US" altLang="ko-KR" sz="1600" dirty="0"/>
              <a:t> :</a:t>
            </a:r>
            <a:r>
              <a:rPr lang="ko-KR" altLang="en-US" sz="1600" dirty="0"/>
              <a:t> </a:t>
            </a:r>
            <a:r>
              <a:rPr lang="en-US" altLang="ko-KR" sz="1600" dirty="0"/>
              <a:t>Python</a:t>
            </a:r>
            <a:r>
              <a:rPr lang="ko-KR" altLang="en-US" sz="1600" dirty="0"/>
              <a:t>의 </a:t>
            </a:r>
            <a:r>
              <a:rPr lang="ko-KR" altLang="en-US" sz="1600" dirty="0" err="1"/>
              <a:t>딕셔너리나</a:t>
            </a:r>
            <a:r>
              <a:rPr lang="ko-KR" altLang="en-US" sz="1600" dirty="0"/>
              <a:t> 리스트를 </a:t>
            </a:r>
            <a:r>
              <a:rPr lang="en-US" altLang="ko-KR" sz="1600" dirty="0"/>
              <a:t>JSON </a:t>
            </a:r>
            <a:r>
              <a:rPr lang="ko-KR" altLang="en-US" sz="1600" dirty="0"/>
              <a:t>형식</a:t>
            </a:r>
          </a:p>
        </p:txBody>
      </p:sp>
    </p:spTree>
    <p:extLst>
      <p:ext uri="{BB962C8B-B14F-4D97-AF65-F5344CB8AC3E}">
        <p14:creationId xmlns:p14="http://schemas.microsoft.com/office/powerpoint/2010/main" val="37683228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80EB46-A41F-42D1-925C-1E1D34396238}"/>
              </a:ext>
            </a:extLst>
          </p:cNvPr>
          <p:cNvSpPr txBox="1"/>
          <p:nvPr/>
        </p:nvSpPr>
        <p:spPr>
          <a:xfrm>
            <a:off x="948528" y="227654"/>
            <a:ext cx="873527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ajax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str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타입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dataset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타입 전달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75297CD-9753-4A7F-A617-C272413A0538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15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74B1E6-0CBD-47FF-9E1A-807CBFBAA370}"/>
              </a:ext>
            </a:extLst>
          </p:cNvPr>
          <p:cNvSpPr/>
          <p:nvPr/>
        </p:nvSpPr>
        <p:spPr>
          <a:xfrm>
            <a:off x="405538" y="1038208"/>
            <a:ext cx="5071523" cy="573817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600" spc="-150" dirty="0">
                <a:solidFill>
                  <a:srgbClr val="FF0000"/>
                </a:solidFill>
              </a:rPr>
              <a:t>&lt;meta name="</a:t>
            </a:r>
            <a:r>
              <a:rPr lang="en-US" altLang="ko-KR" sz="1600" spc="-150" dirty="0" err="1">
                <a:solidFill>
                  <a:srgbClr val="FF0000"/>
                </a:solidFill>
              </a:rPr>
              <a:t>csrf</a:t>
            </a:r>
            <a:r>
              <a:rPr lang="en-US" altLang="ko-KR" sz="1600" spc="-150" dirty="0">
                <a:solidFill>
                  <a:srgbClr val="FF0000"/>
                </a:solidFill>
              </a:rPr>
              <a:t>-token" content="{{ </a:t>
            </a:r>
            <a:r>
              <a:rPr lang="en-US" altLang="ko-KR" sz="1600" spc="-150" dirty="0" err="1">
                <a:solidFill>
                  <a:srgbClr val="FF0000"/>
                </a:solidFill>
              </a:rPr>
              <a:t>csrf_token</a:t>
            </a:r>
            <a:r>
              <a:rPr lang="en-US" altLang="ko-KR" sz="1600" spc="-150" dirty="0">
                <a:solidFill>
                  <a:srgbClr val="FF0000"/>
                </a:solidFill>
              </a:rPr>
              <a:t> }}"&gt;</a:t>
            </a:r>
          </a:p>
          <a:p>
            <a:r>
              <a:rPr lang="en-US" altLang="ko-KR" sz="1400" dirty="0"/>
              <a:t>function </a:t>
            </a:r>
            <a:r>
              <a:rPr lang="en-US" altLang="ko-KR" sz="1400" dirty="0" err="1"/>
              <a:t>chkbtn</a:t>
            </a:r>
            <a:r>
              <a:rPr lang="en-US" altLang="ko-KR" sz="1400" dirty="0"/>
              <a:t>(){</a:t>
            </a:r>
          </a:p>
          <a:p>
            <a:endParaRPr lang="en-US" altLang="ko-KR" sz="1400" dirty="0"/>
          </a:p>
          <a:p>
            <a:r>
              <a:rPr lang="en-US" altLang="ko-KR" sz="1400" dirty="0"/>
              <a:t>        alert("</a:t>
            </a:r>
            <a:r>
              <a:rPr lang="ko-KR" altLang="en-US" sz="1400" dirty="0"/>
              <a:t>확인 </a:t>
            </a:r>
            <a:r>
              <a:rPr lang="en-US" altLang="ko-KR" sz="1400" dirty="0"/>
              <a:t>: "+$("#</a:t>
            </a:r>
            <a:r>
              <a:rPr lang="en-US" altLang="ko-KR" sz="1400" dirty="0" err="1"/>
              <a:t>uId</a:t>
            </a:r>
            <a:r>
              <a:rPr lang="en-US" altLang="ko-KR" sz="1400" dirty="0"/>
              <a:t>").</a:t>
            </a:r>
            <a:r>
              <a:rPr lang="en-US" altLang="ko-KR" sz="1400" dirty="0" err="1"/>
              <a:t>val</a:t>
            </a:r>
            <a:r>
              <a:rPr lang="en-US" altLang="ko-KR" sz="1400" dirty="0"/>
              <a:t>())</a:t>
            </a:r>
          </a:p>
          <a:p>
            <a:r>
              <a:rPr lang="en-US" altLang="ko-KR" sz="1400" dirty="0"/>
              <a:t>  </a:t>
            </a:r>
            <a:r>
              <a:rPr lang="en-US" altLang="ko-KR" sz="1400" dirty="0">
                <a:solidFill>
                  <a:srgbClr val="FF0000"/>
                </a:solidFill>
              </a:rPr>
              <a:t>const </a:t>
            </a:r>
            <a:r>
              <a:rPr lang="en-US" altLang="ko-KR" sz="1400" dirty="0" err="1">
                <a:solidFill>
                  <a:srgbClr val="FF0000"/>
                </a:solidFill>
              </a:rPr>
              <a:t>csrfToken</a:t>
            </a:r>
            <a:r>
              <a:rPr lang="en-US" altLang="ko-KR" sz="1400" dirty="0">
                <a:solidFill>
                  <a:srgbClr val="FF0000"/>
                </a:solidFill>
              </a:rPr>
              <a:t> = $('meta[name="</a:t>
            </a:r>
            <a:r>
              <a:rPr lang="en-US" altLang="ko-KR" sz="1400" dirty="0" err="1">
                <a:solidFill>
                  <a:srgbClr val="FF0000"/>
                </a:solidFill>
              </a:rPr>
              <a:t>csrf</a:t>
            </a:r>
            <a:r>
              <a:rPr lang="en-US" altLang="ko-KR" sz="1400" dirty="0">
                <a:solidFill>
                  <a:srgbClr val="FF0000"/>
                </a:solidFill>
              </a:rPr>
              <a:t>-token"]').</a:t>
            </a:r>
            <a:r>
              <a:rPr lang="en-US" altLang="ko-KR" sz="1400" dirty="0" err="1">
                <a:solidFill>
                  <a:srgbClr val="FF0000"/>
                </a:solidFill>
              </a:rPr>
              <a:t>attr</a:t>
            </a:r>
            <a:r>
              <a:rPr lang="en-US" altLang="ko-KR" sz="1400" dirty="0">
                <a:solidFill>
                  <a:srgbClr val="FF0000"/>
                </a:solidFill>
              </a:rPr>
              <a:t>('content');</a:t>
            </a:r>
          </a:p>
          <a:p>
            <a:r>
              <a:rPr lang="en-US" altLang="ko-KR" sz="1400" dirty="0"/>
              <a:t>      </a:t>
            </a:r>
          </a:p>
          <a:p>
            <a:r>
              <a:rPr lang="en-US" altLang="ko-KR" sz="1400" dirty="0"/>
              <a:t>  $.ajax({</a:t>
            </a:r>
          </a:p>
          <a:p>
            <a:r>
              <a:rPr lang="en-US" altLang="ko-KR" sz="1400" dirty="0"/>
              <a:t>            url: "/member/</a:t>
            </a:r>
            <a:r>
              <a:rPr lang="en-US" altLang="ko-KR" sz="1400" dirty="0" err="1"/>
              <a:t>chkid</a:t>
            </a:r>
            <a:r>
              <a:rPr lang="en-US" altLang="ko-KR" sz="1400" dirty="0"/>
              <a:t>/",</a:t>
            </a:r>
          </a:p>
          <a:p>
            <a:r>
              <a:rPr lang="en-US" altLang="ko-KR" sz="1400" dirty="0"/>
              <a:t>            type: "post",</a:t>
            </a:r>
          </a:p>
          <a:p>
            <a:r>
              <a:rPr lang="en-US" altLang="ko-KR" sz="1400" dirty="0"/>
              <a:t>     </a:t>
            </a:r>
            <a:r>
              <a:rPr lang="en-US" altLang="ko-KR" sz="1400" dirty="0">
                <a:solidFill>
                  <a:srgbClr val="FF0000"/>
                </a:solidFill>
              </a:rPr>
              <a:t>headers: { "X-</a:t>
            </a:r>
            <a:r>
              <a:rPr lang="en-US" altLang="ko-KR" sz="1400" dirty="0" err="1">
                <a:solidFill>
                  <a:srgbClr val="FF0000"/>
                </a:solidFill>
              </a:rPr>
              <a:t>CSRFToken</a:t>
            </a:r>
            <a:r>
              <a:rPr lang="en-US" altLang="ko-KR" sz="1400" dirty="0">
                <a:solidFill>
                  <a:srgbClr val="FF0000"/>
                </a:solidFill>
              </a:rPr>
              <a:t>": </a:t>
            </a:r>
            <a:r>
              <a:rPr lang="en-US" altLang="ko-KR" sz="1400" dirty="0" err="1">
                <a:solidFill>
                  <a:srgbClr val="FF0000"/>
                </a:solidFill>
              </a:rPr>
              <a:t>csrfToken</a:t>
            </a:r>
            <a:r>
              <a:rPr lang="en-US" altLang="ko-KR" sz="1400" dirty="0">
                <a:solidFill>
                  <a:srgbClr val="FF0000"/>
                </a:solidFill>
              </a:rPr>
              <a:t> },  // CSRF </a:t>
            </a:r>
            <a:r>
              <a:rPr lang="ko-KR" altLang="en-US" sz="1400" dirty="0">
                <a:solidFill>
                  <a:srgbClr val="FF0000"/>
                </a:solidFill>
              </a:rPr>
              <a:t>토큰 포함</a:t>
            </a:r>
            <a:endParaRPr lang="en-US" altLang="ko-KR" sz="1400" dirty="0"/>
          </a:p>
          <a:p>
            <a:r>
              <a:rPr lang="en-US" altLang="ko-KR" sz="1400" dirty="0"/>
              <a:t>            //</a:t>
            </a:r>
            <a:r>
              <a:rPr lang="en-US" altLang="ko-KR" sz="1400" dirty="0" err="1"/>
              <a:t>dataType</a:t>
            </a:r>
            <a:r>
              <a:rPr lang="en-US" altLang="ko-KR" sz="1400" dirty="0"/>
              <a:t>:"</a:t>
            </a:r>
            <a:r>
              <a:rPr lang="en-US" altLang="ko-KR" sz="1400" dirty="0" err="1"/>
              <a:t>json</a:t>
            </a:r>
            <a:r>
              <a:rPr lang="en-US" altLang="ko-KR" sz="1400" dirty="0"/>
              <a:t>",</a:t>
            </a:r>
          </a:p>
          <a:p>
            <a:r>
              <a:rPr lang="en-US" altLang="ko-KR" sz="1400" dirty="0"/>
              <a:t>            data:{ "id":$("#</a:t>
            </a:r>
            <a:r>
              <a:rPr lang="en-US" altLang="ko-KR" sz="1400" dirty="0" err="1"/>
              <a:t>uId</a:t>
            </a:r>
            <a:r>
              <a:rPr lang="en-US" altLang="ko-KR" sz="1400" dirty="0"/>
              <a:t>").</a:t>
            </a:r>
            <a:r>
              <a:rPr lang="en-US" altLang="ko-KR" sz="1400" dirty="0" err="1"/>
              <a:t>val</a:t>
            </a:r>
            <a:r>
              <a:rPr lang="en-US" altLang="ko-KR" sz="1400" dirty="0"/>
              <a:t>() },</a:t>
            </a:r>
          </a:p>
          <a:p>
            <a:r>
              <a:rPr lang="en-US" altLang="ko-KR" sz="1400" dirty="0"/>
              <a:t>            /* data: $("#</a:t>
            </a:r>
            <a:r>
              <a:rPr lang="en-US" altLang="ko-KR" sz="1400" dirty="0" err="1"/>
              <a:t>frm</a:t>
            </a:r>
            <a:r>
              <a:rPr lang="en-US" altLang="ko-KR" sz="1400" dirty="0"/>
              <a:t>").serialize(), Form </a:t>
            </a:r>
            <a:r>
              <a:rPr lang="ko-KR" altLang="en-US" sz="1400" dirty="0"/>
              <a:t>의 모든 값 반환</a:t>
            </a:r>
            <a:r>
              <a:rPr lang="en-US" altLang="ko-KR" sz="1400" dirty="0"/>
              <a:t> */</a:t>
            </a:r>
          </a:p>
          <a:p>
            <a:r>
              <a:rPr lang="en-US" altLang="ko-KR" sz="1400" dirty="0"/>
              <a:t>            success: function(data){</a:t>
            </a:r>
          </a:p>
          <a:p>
            <a:r>
              <a:rPr lang="en-US" altLang="ko-KR" sz="1400" dirty="0"/>
              <a:t>              alert("</a:t>
            </a:r>
            <a:r>
              <a:rPr lang="ko-KR" altLang="en-US" sz="1400" dirty="0"/>
              <a:t>성공</a:t>
            </a:r>
            <a:r>
              <a:rPr lang="en-US" altLang="ko-KR" sz="1400" dirty="0"/>
              <a:t>");</a:t>
            </a:r>
          </a:p>
          <a:p>
            <a:r>
              <a:rPr lang="en-US" altLang="ko-KR" sz="1400" dirty="0"/>
              <a:t>              console.log(data);</a:t>
            </a:r>
          </a:p>
          <a:p>
            <a:r>
              <a:rPr lang="en-US" altLang="ko-KR" sz="1400" dirty="0"/>
              <a:t>              // console.log(</a:t>
            </a:r>
            <a:r>
              <a:rPr lang="en-US" altLang="ko-KR" sz="1400" dirty="0" err="1"/>
              <a:t>data.member</a:t>
            </a:r>
            <a:r>
              <a:rPr lang="en-US" altLang="ko-KR" sz="1400" dirty="0"/>
              <a:t>[0].id;</a:t>
            </a:r>
          </a:p>
          <a:p>
            <a:r>
              <a:rPr lang="en-US" altLang="ko-KR" sz="1400" dirty="0"/>
              <a:t>            },</a:t>
            </a:r>
          </a:p>
          <a:p>
            <a:r>
              <a:rPr lang="en-US" altLang="ko-KR" sz="1400" dirty="0"/>
              <a:t>            error: function(){</a:t>
            </a:r>
          </a:p>
          <a:p>
            <a:r>
              <a:rPr lang="en-US" altLang="ko-KR" sz="1400" dirty="0"/>
              <a:t>                alert("</a:t>
            </a:r>
            <a:r>
              <a:rPr lang="ko-KR" altLang="en-US" sz="1400" dirty="0"/>
              <a:t>실패</a:t>
            </a:r>
            <a:r>
              <a:rPr lang="en-US" altLang="ko-KR" sz="1400" dirty="0"/>
              <a:t>");</a:t>
            </a:r>
          </a:p>
          <a:p>
            <a:r>
              <a:rPr lang="en-US" altLang="ko-KR" sz="1400" dirty="0"/>
              <a:t>            }</a:t>
            </a:r>
          </a:p>
          <a:p>
            <a:r>
              <a:rPr lang="en-US" altLang="ko-KR" sz="1400" dirty="0"/>
              <a:t>        });</a:t>
            </a:r>
          </a:p>
          <a:p>
            <a:endParaRPr lang="en-US" altLang="ko-KR" sz="1400" dirty="0"/>
          </a:p>
          <a:p>
            <a:r>
              <a:rPr lang="en-US" altLang="ko-KR" sz="1400" dirty="0"/>
              <a:t>    }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1D42943-2E38-403A-A952-FC36E4FD1405}"/>
              </a:ext>
            </a:extLst>
          </p:cNvPr>
          <p:cNvSpPr/>
          <p:nvPr/>
        </p:nvSpPr>
        <p:spPr>
          <a:xfrm>
            <a:off x="4048137" y="1038208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html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C1093EA-2CDA-A3EF-16A3-C57D93116074}"/>
              </a:ext>
            </a:extLst>
          </p:cNvPr>
          <p:cNvSpPr/>
          <p:nvPr/>
        </p:nvSpPr>
        <p:spPr>
          <a:xfrm>
            <a:off x="5768196" y="951948"/>
            <a:ext cx="5572568" cy="3145603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endParaRPr lang="en-US" altLang="ko-KR" sz="1600" b="1" spc="-150" dirty="0">
              <a:solidFill>
                <a:schemeClr val="accent3">
                  <a:lumMod val="50000"/>
                </a:schemeClr>
              </a:solidFill>
            </a:endParaRPr>
          </a:p>
          <a:p>
            <a:endParaRPr lang="en-US" altLang="ko-KR" sz="1400" dirty="0"/>
          </a:p>
          <a:p>
            <a:r>
              <a:rPr lang="en-US" altLang="ko-KR" sz="1400" dirty="0"/>
              <a:t>from </a:t>
            </a:r>
            <a:r>
              <a:rPr lang="en-US" altLang="ko-KR" sz="1400" dirty="0" err="1"/>
              <a:t>django.http</a:t>
            </a:r>
            <a:r>
              <a:rPr lang="en-US" altLang="ko-KR" sz="1400" dirty="0"/>
              <a:t> import </a:t>
            </a:r>
            <a:r>
              <a:rPr lang="en-US" altLang="ko-KR" sz="1400" dirty="0" err="1"/>
              <a:t>HttpResponse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JsonResponse</a:t>
            </a:r>
            <a:endParaRPr lang="en-US" altLang="ko-KR" sz="1400" dirty="0"/>
          </a:p>
          <a:p>
            <a:r>
              <a:rPr lang="en-US" altLang="ko-KR" sz="1400" dirty="0"/>
              <a:t>from </a:t>
            </a:r>
            <a:r>
              <a:rPr lang="en-US" altLang="ko-KR" sz="1400" dirty="0" err="1"/>
              <a:t>django.views.decorators.csrf</a:t>
            </a:r>
            <a:r>
              <a:rPr lang="en-US" altLang="ko-KR" sz="1400" dirty="0"/>
              <a:t> import </a:t>
            </a:r>
            <a:r>
              <a:rPr lang="en-US" altLang="ko-KR" sz="1400" dirty="0" err="1"/>
              <a:t>csrf_exempt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# </a:t>
            </a:r>
            <a:r>
              <a:rPr lang="en-US" altLang="ko-KR" sz="1400" dirty="0">
                <a:solidFill>
                  <a:srgbClr val="FF0000"/>
                </a:solidFill>
              </a:rPr>
              <a:t>@csrf_exempt   </a:t>
            </a:r>
            <a:r>
              <a:rPr lang="en-US" altLang="ko-KR" sz="1400" b="1" dirty="0">
                <a:solidFill>
                  <a:srgbClr val="FF0000"/>
                </a:solidFill>
              </a:rPr>
              <a:t># </a:t>
            </a:r>
            <a:r>
              <a:rPr lang="ko-KR" altLang="en-US" sz="1400" b="1" dirty="0">
                <a:solidFill>
                  <a:srgbClr val="FF0000"/>
                </a:solidFill>
              </a:rPr>
              <a:t>예외처리 </a:t>
            </a:r>
            <a:r>
              <a:rPr lang="ko-KR" altLang="en-US" sz="1400" b="1" dirty="0" err="1">
                <a:solidFill>
                  <a:srgbClr val="FF0000"/>
                </a:solidFill>
              </a:rPr>
              <a:t>필요없음</a:t>
            </a:r>
            <a:r>
              <a:rPr lang="en-US" altLang="ko-KR" sz="1400" b="1" dirty="0">
                <a:solidFill>
                  <a:srgbClr val="FF0000"/>
                </a:solidFill>
              </a:rPr>
              <a:t>, </a:t>
            </a:r>
            <a:r>
              <a:rPr lang="en-US" altLang="ko-KR" sz="1400" dirty="0">
                <a:solidFill>
                  <a:srgbClr val="FF0000"/>
                </a:solidFill>
              </a:rPr>
              <a:t>views.py</a:t>
            </a:r>
            <a:r>
              <a:rPr lang="ko-KR" altLang="en-US" sz="1400" dirty="0">
                <a:solidFill>
                  <a:srgbClr val="FF0000"/>
                </a:solidFill>
              </a:rPr>
              <a:t>에서 </a:t>
            </a:r>
            <a:r>
              <a:rPr lang="en-US" altLang="ko-KR" sz="1400" dirty="0" err="1">
                <a:solidFill>
                  <a:srgbClr val="FF0000"/>
                </a:solidFill>
              </a:rPr>
              <a:t>csrf</a:t>
            </a:r>
            <a:r>
              <a:rPr lang="en-US" altLang="ko-KR" sz="1400" dirty="0">
                <a:solidFill>
                  <a:srgbClr val="FF0000"/>
                </a:solidFill>
              </a:rPr>
              <a:t> </a:t>
            </a:r>
            <a:r>
              <a:rPr lang="ko-KR" altLang="en-US" sz="1400" dirty="0">
                <a:solidFill>
                  <a:srgbClr val="FF0000"/>
                </a:solidFill>
              </a:rPr>
              <a:t>예외처리</a:t>
            </a:r>
            <a:r>
              <a:rPr lang="en-US" altLang="ko-KR" sz="1400" dirty="0">
                <a:solidFill>
                  <a:srgbClr val="FF0000"/>
                </a:solidFill>
              </a:rPr>
              <a:t>.</a:t>
            </a:r>
            <a:endParaRPr lang="ko-KR" altLang="en-US" sz="1400" dirty="0"/>
          </a:p>
          <a:p>
            <a:r>
              <a:rPr lang="en-US" altLang="ko-KR" sz="1400" dirty="0"/>
              <a:t>def </a:t>
            </a:r>
            <a:r>
              <a:rPr lang="en-US" altLang="ko-KR" sz="1400" dirty="0" err="1"/>
              <a:t>chkid</a:t>
            </a:r>
            <a:r>
              <a:rPr lang="en-US" altLang="ko-KR" sz="1400" dirty="0"/>
              <a:t>(request):</a:t>
            </a:r>
          </a:p>
          <a:p>
            <a:endParaRPr lang="en-US" altLang="ko-KR" sz="1400" dirty="0"/>
          </a:p>
          <a:p>
            <a:r>
              <a:rPr lang="en-US" altLang="ko-KR" sz="1400" dirty="0"/>
              <a:t>  # str</a:t>
            </a:r>
            <a:r>
              <a:rPr lang="ko-KR" altLang="en-US" sz="1400" dirty="0"/>
              <a:t>타입 데이터를 </a:t>
            </a:r>
            <a:r>
              <a:rPr lang="ko-KR" altLang="en-US" sz="1400" dirty="0" err="1"/>
              <a:t>넘길때</a:t>
            </a:r>
            <a:endParaRPr lang="ko-KR" altLang="en-US" sz="1400" dirty="0"/>
          </a:p>
          <a:p>
            <a:r>
              <a:rPr lang="ko-KR" altLang="en-US" sz="1400" dirty="0"/>
              <a:t>  </a:t>
            </a:r>
            <a:r>
              <a:rPr lang="en-US" altLang="ko-KR" sz="1400" dirty="0"/>
              <a:t>id = </a:t>
            </a:r>
            <a:r>
              <a:rPr lang="en-US" altLang="ko-KR" sz="1400" dirty="0" err="1"/>
              <a:t>request.POST.get</a:t>
            </a:r>
            <a:r>
              <a:rPr lang="en-US" altLang="ko-KR" sz="1400" dirty="0"/>
              <a:t>('id', None) </a:t>
            </a:r>
          </a:p>
          <a:p>
            <a:r>
              <a:rPr lang="en-US" altLang="ko-KR" sz="1400" dirty="0"/>
              <a:t>  context = {'id': id }       </a:t>
            </a:r>
            <a:r>
              <a:rPr lang="en-US" altLang="ko-KR" sz="1400" b="1" dirty="0">
                <a:solidFill>
                  <a:srgbClr val="FF0000"/>
                </a:solidFill>
              </a:rPr>
              <a:t># str</a:t>
            </a:r>
            <a:r>
              <a:rPr lang="ko-KR" altLang="en-US" sz="1400" b="1" dirty="0">
                <a:solidFill>
                  <a:srgbClr val="FF0000"/>
                </a:solidFill>
              </a:rPr>
              <a:t>타입 넘김</a:t>
            </a:r>
            <a:endParaRPr lang="en-US" altLang="ko-KR" sz="1400" b="1" dirty="0">
              <a:solidFill>
                <a:srgbClr val="FF0000"/>
              </a:solidFill>
            </a:endParaRPr>
          </a:p>
          <a:p>
            <a:r>
              <a:rPr lang="en-US" altLang="ko-KR" sz="1400" b="1" dirty="0">
                <a:solidFill>
                  <a:srgbClr val="FF0000"/>
                </a:solidFill>
              </a:rPr>
              <a:t>  # </a:t>
            </a:r>
            <a:r>
              <a:rPr lang="en-US" altLang="ko-KR" sz="1400" dirty="0" err="1">
                <a:solidFill>
                  <a:srgbClr val="FF0000"/>
                </a:solidFill>
              </a:rPr>
              <a:t>qs</a:t>
            </a:r>
            <a:r>
              <a:rPr lang="en-US" altLang="ko-KR" sz="1400" dirty="0">
                <a:solidFill>
                  <a:srgbClr val="FF0000"/>
                </a:solidFill>
              </a:rPr>
              <a:t> = list(</a:t>
            </a:r>
            <a:r>
              <a:rPr lang="en-US" altLang="ko-KR" sz="1400" dirty="0" err="1">
                <a:solidFill>
                  <a:srgbClr val="FF0000"/>
                </a:solidFill>
              </a:rPr>
              <a:t>Member.objects.filter</a:t>
            </a:r>
            <a:r>
              <a:rPr lang="en-US" altLang="ko-KR" sz="1400" dirty="0">
                <a:solidFill>
                  <a:srgbClr val="FF0000"/>
                </a:solidFill>
              </a:rPr>
              <a:t>(id=id).values()) # list</a:t>
            </a:r>
            <a:r>
              <a:rPr lang="ko-KR" altLang="en-US" sz="1400" dirty="0">
                <a:solidFill>
                  <a:srgbClr val="FF0000"/>
                </a:solidFill>
              </a:rPr>
              <a:t>타입 변경</a:t>
            </a:r>
            <a:endParaRPr lang="en-US" altLang="ko-KR" sz="1400" b="1" dirty="0">
              <a:solidFill>
                <a:srgbClr val="FF0000"/>
              </a:solidFill>
            </a:endParaRPr>
          </a:p>
          <a:p>
            <a:r>
              <a:rPr lang="en-US" altLang="ko-KR" sz="1400" dirty="0">
                <a:solidFill>
                  <a:srgbClr val="FF0000"/>
                </a:solidFill>
              </a:rPr>
              <a:t>  # context = {'id': id, ‘member’,</a:t>
            </a:r>
            <a:r>
              <a:rPr lang="en-US" altLang="ko-KR" sz="1400" dirty="0" err="1">
                <a:solidFill>
                  <a:srgbClr val="FF0000"/>
                </a:solidFill>
              </a:rPr>
              <a:t>qs</a:t>
            </a:r>
            <a:r>
              <a:rPr lang="en-US" altLang="ko-KR" sz="1400" dirty="0">
                <a:solidFill>
                  <a:srgbClr val="FF0000"/>
                </a:solidFill>
              </a:rPr>
              <a:t> } </a:t>
            </a:r>
          </a:p>
          <a:p>
            <a:r>
              <a:rPr lang="en-US" altLang="ko-KR" sz="1400" dirty="0"/>
              <a:t>  return </a:t>
            </a:r>
            <a:r>
              <a:rPr lang="en-US" altLang="ko-KR" sz="1400" dirty="0" err="1"/>
              <a:t>JsonResponse</a:t>
            </a:r>
            <a:r>
              <a:rPr lang="en-US" altLang="ko-KR" sz="1400" dirty="0"/>
              <a:t>(context)</a:t>
            </a:r>
            <a:endParaRPr lang="en-US" altLang="ko-KR" sz="1000" dirty="0">
              <a:latin typeface="맑은 고딕" panose="020B0503020000020004" pitchFamily="50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F65B4D2-F17B-A94B-731C-3C498C024128}"/>
              </a:ext>
            </a:extLst>
          </p:cNvPr>
          <p:cNvSpPr/>
          <p:nvPr/>
        </p:nvSpPr>
        <p:spPr>
          <a:xfrm>
            <a:off x="9911840" y="951948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Views.py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3380D5F-0157-7065-25A5-CD3CE4A221AB}"/>
              </a:ext>
            </a:extLst>
          </p:cNvPr>
          <p:cNvSpPr/>
          <p:nvPr/>
        </p:nvSpPr>
        <p:spPr>
          <a:xfrm>
            <a:off x="994541" y="2990206"/>
            <a:ext cx="4396968" cy="26787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10BBE8-AF45-9A64-F747-574D52076C86}"/>
              </a:ext>
            </a:extLst>
          </p:cNvPr>
          <p:cNvSpPr txBox="1"/>
          <p:nvPr/>
        </p:nvSpPr>
        <p:spPr>
          <a:xfrm>
            <a:off x="5795935" y="6274169"/>
            <a:ext cx="5517090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* url: "{% </a:t>
            </a:r>
            <a:r>
              <a:rPr lang="en-US" altLang="ko-KR" sz="1400" dirty="0" err="1"/>
              <a:t>url</a:t>
            </a:r>
            <a:r>
              <a:rPr lang="en-US" altLang="ko-KR" sz="1400" dirty="0"/>
              <a:t> '</a:t>
            </a:r>
            <a:r>
              <a:rPr lang="en-US" altLang="ko-KR" sz="1400" dirty="0" err="1"/>
              <a:t>post:post_like</a:t>
            </a:r>
            <a:r>
              <a:rPr lang="en-US" altLang="ko-KR" sz="1400" dirty="0"/>
              <a:t>' %}", // </a:t>
            </a:r>
            <a:r>
              <a:rPr lang="ko-KR" altLang="en-US" sz="1400" dirty="0"/>
              <a:t>통신할 </a:t>
            </a:r>
            <a:r>
              <a:rPr lang="en-US" altLang="ko-KR" sz="1400" dirty="0" err="1"/>
              <a:t>url</a:t>
            </a:r>
            <a:r>
              <a:rPr lang="ko-KR" altLang="en-US" sz="1400" dirty="0"/>
              <a:t>을 지정</a:t>
            </a:r>
            <a:endParaRPr lang="en-US" altLang="ko-KR" sz="1400" dirty="0"/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BF27A602-8FE5-A736-3352-C07FD48D2338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5391509" y="3124145"/>
            <a:ext cx="404426" cy="3303913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B0913D3-E411-0A51-AA9B-0C4F0D7D3A3B}"/>
              </a:ext>
            </a:extLst>
          </p:cNvPr>
          <p:cNvSpPr/>
          <p:nvPr/>
        </p:nvSpPr>
        <p:spPr>
          <a:xfrm>
            <a:off x="5768196" y="5576477"/>
            <a:ext cx="5572568" cy="58107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endParaRPr lang="en-US" altLang="ko-KR" sz="1600" b="1" spc="-15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en-US" altLang="ko-KR" sz="1400" dirty="0"/>
              <a:t>path('</a:t>
            </a:r>
            <a:r>
              <a:rPr lang="en-US" altLang="ko-KR" sz="1400" dirty="0" err="1"/>
              <a:t>chkid</a:t>
            </a:r>
            <a:r>
              <a:rPr lang="en-US" altLang="ko-KR" sz="1400" dirty="0"/>
              <a:t>/', </a:t>
            </a:r>
            <a:r>
              <a:rPr lang="en-US" altLang="ko-KR" sz="1400" dirty="0" err="1"/>
              <a:t>views.chkid</a:t>
            </a:r>
            <a:r>
              <a:rPr lang="en-US" altLang="ko-KR" sz="1400" dirty="0"/>
              <a:t>, name='</a:t>
            </a:r>
            <a:r>
              <a:rPr lang="en-US" altLang="ko-KR" sz="1400" dirty="0" err="1"/>
              <a:t>chkid</a:t>
            </a:r>
            <a:r>
              <a:rPr lang="en-US" altLang="ko-KR" sz="1400" dirty="0"/>
              <a:t>'), # </a:t>
            </a:r>
            <a:r>
              <a:rPr lang="ko-KR" altLang="en-US" sz="1400" dirty="0" err="1"/>
              <a:t>체크아이디</a:t>
            </a:r>
            <a:endParaRPr lang="en-US" altLang="ko-KR" sz="1000" dirty="0">
              <a:latin typeface="맑은 고딕" panose="020B0503020000020004" pitchFamily="50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56F7FE6-B95C-A32C-16E5-D44B33425301}"/>
              </a:ext>
            </a:extLst>
          </p:cNvPr>
          <p:cNvSpPr/>
          <p:nvPr/>
        </p:nvSpPr>
        <p:spPr>
          <a:xfrm>
            <a:off x="10192902" y="5576478"/>
            <a:ext cx="1147861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urls.py</a:t>
            </a:r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CB511539-66FB-9622-D9B1-8EE5A253EA88}"/>
              </a:ext>
            </a:extLst>
          </p:cNvPr>
          <p:cNvSpPr/>
          <p:nvPr/>
        </p:nvSpPr>
        <p:spPr>
          <a:xfrm>
            <a:off x="5768195" y="3150700"/>
            <a:ext cx="5572568" cy="68805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5105638-E3EE-ABE9-0EFA-96211DD849ED}"/>
              </a:ext>
            </a:extLst>
          </p:cNvPr>
          <p:cNvSpPr/>
          <p:nvPr/>
        </p:nvSpPr>
        <p:spPr>
          <a:xfrm>
            <a:off x="5768196" y="4162368"/>
            <a:ext cx="5572568" cy="124120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sz="1400" dirty="0"/>
              <a:t>* dataset </a:t>
            </a:r>
            <a:r>
              <a:rPr lang="ko-KR" altLang="en-US" sz="1400" dirty="0"/>
              <a:t>타입으로 넘길 시 에러발생</a:t>
            </a:r>
            <a:br>
              <a:rPr lang="en-US" altLang="ko-KR" sz="1400" dirty="0"/>
            </a:br>
            <a:r>
              <a:rPr lang="en-US" altLang="ko-KR" sz="1400" dirty="0"/>
              <a:t>* list</a:t>
            </a:r>
            <a:r>
              <a:rPr lang="ko-KR" altLang="en-US" sz="1400" dirty="0"/>
              <a:t>타입으로 변경해서 넘겨야 함</a:t>
            </a:r>
            <a:r>
              <a:rPr lang="en-US" altLang="ko-KR" sz="1400" dirty="0"/>
              <a:t>.</a:t>
            </a:r>
            <a:br>
              <a:rPr lang="en-US" altLang="ko-KR" sz="1400" dirty="0"/>
            </a:br>
            <a:r>
              <a:rPr lang="en-US" altLang="ko-KR" sz="1400" dirty="0"/>
              <a:t>* get()</a:t>
            </a:r>
            <a:r>
              <a:rPr lang="ko-KR" altLang="en-US" sz="1400" dirty="0"/>
              <a:t>이 아닌</a:t>
            </a:r>
            <a:r>
              <a:rPr lang="en-US" altLang="ko-KR" sz="1400" dirty="0"/>
              <a:t>, filter() </a:t>
            </a:r>
            <a:r>
              <a:rPr lang="ko-KR" altLang="en-US" sz="1400" dirty="0"/>
              <a:t>로</a:t>
            </a:r>
            <a:r>
              <a:rPr lang="en-US" altLang="ko-KR" sz="1400" dirty="0"/>
              <a:t> </a:t>
            </a:r>
            <a:r>
              <a:rPr lang="ko-KR" altLang="en-US" sz="1400" dirty="0"/>
              <a:t>검색해야 함</a:t>
            </a:r>
            <a:r>
              <a:rPr lang="en-US" altLang="ko-KR" sz="1400" dirty="0"/>
              <a:t>.</a:t>
            </a:r>
          </a:p>
          <a:p>
            <a:br>
              <a:rPr lang="en-US" altLang="ko-KR" sz="1400" dirty="0"/>
            </a:br>
            <a:r>
              <a:rPr lang="en-US" altLang="ko-KR" sz="1400" dirty="0" err="1"/>
              <a:t>typeerror</a:t>
            </a:r>
            <a:r>
              <a:rPr lang="en-US" altLang="ko-KR" sz="1400" dirty="0"/>
              <a:t>: object of type </a:t>
            </a:r>
            <a:r>
              <a:rPr lang="en-US" altLang="ko-KR" sz="1400" dirty="0" err="1"/>
              <a:t>queryset</a:t>
            </a:r>
            <a:r>
              <a:rPr lang="en-US" altLang="ko-KR" sz="1400" dirty="0"/>
              <a:t> is not </a:t>
            </a:r>
            <a:r>
              <a:rPr lang="en-US" altLang="ko-KR" sz="1400" dirty="0" err="1"/>
              <a:t>json</a:t>
            </a:r>
            <a:r>
              <a:rPr lang="en-US" altLang="ko-KR" sz="1400" dirty="0"/>
              <a:t> serializable </a:t>
            </a:r>
            <a:r>
              <a:rPr lang="ko-KR" altLang="en-US" sz="1400" dirty="0"/>
              <a:t>오류발생</a:t>
            </a:r>
            <a:endParaRPr lang="en-US" altLang="ko-KR" sz="1400" dirty="0"/>
          </a:p>
        </p:txBody>
      </p: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399C37A1-F09C-257F-9A3D-88834C1B5CD8}"/>
              </a:ext>
            </a:extLst>
          </p:cNvPr>
          <p:cNvCxnSpPr>
            <a:cxnSpLocks/>
            <a:stCxn id="23" idx="3"/>
            <a:endCxn id="27" idx="3"/>
          </p:cNvCxnSpPr>
          <p:nvPr/>
        </p:nvCxnSpPr>
        <p:spPr>
          <a:xfrm>
            <a:off x="11340763" y="3494730"/>
            <a:ext cx="1" cy="1288243"/>
          </a:xfrm>
          <a:prstGeom prst="bentConnector3">
            <a:avLst>
              <a:gd name="adj1" fmla="val 2286010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6977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EE72D-6398-4F35-3C6D-4360204F1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A0716F3-874F-8F72-BBB6-4FE1D110C1EC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91056254-4E0C-5481-C3AE-D69E6A2B6A40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DEAA115-2B53-83FF-826A-4BC13F0C42D0}"/>
              </a:ext>
            </a:extLst>
          </p:cNvPr>
          <p:cNvSpPr txBox="1"/>
          <p:nvPr/>
        </p:nvSpPr>
        <p:spPr>
          <a:xfrm>
            <a:off x="948528" y="227654"/>
            <a:ext cx="873527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ajax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dataset</a:t>
            </a:r>
            <a:r>
              <a:rPr lang="ko-KR" altLang="en-US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전송시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list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타입 변경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B0129C3-4DE2-9F8D-EC56-CA24E8381FD7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15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F98A5858-CE95-383D-AE8D-15027559E32F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4CC55F48-7B76-1F47-2E9B-80235BCD0072}"/>
              </a:ext>
            </a:extLst>
          </p:cNvPr>
          <p:cNvSpPr/>
          <p:nvPr/>
        </p:nvSpPr>
        <p:spPr>
          <a:xfrm>
            <a:off x="195628" y="1038208"/>
            <a:ext cx="5572568" cy="328362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from </a:t>
            </a:r>
            <a:r>
              <a:rPr lang="en-US" altLang="ko-KR" sz="1600" dirty="0" err="1"/>
              <a:t>django.http</a:t>
            </a:r>
            <a:r>
              <a:rPr lang="en-US" altLang="ko-KR" sz="1600" dirty="0"/>
              <a:t> import </a:t>
            </a:r>
            <a:r>
              <a:rPr lang="en-US" altLang="ko-KR" sz="1600" dirty="0" err="1"/>
              <a:t>HttpResponse</a:t>
            </a:r>
            <a:r>
              <a:rPr lang="en-US" altLang="ko-KR" sz="1600" dirty="0"/>
              <a:t>, </a:t>
            </a:r>
            <a:r>
              <a:rPr lang="en-US" altLang="ko-KR" sz="1600" dirty="0" err="1"/>
              <a:t>JsonResponse</a:t>
            </a:r>
            <a:endParaRPr lang="en-US" altLang="ko-KR" sz="1600" dirty="0"/>
          </a:p>
          <a:p>
            <a:r>
              <a:rPr lang="en-US" altLang="ko-KR" sz="1600" dirty="0"/>
              <a:t>from </a:t>
            </a:r>
            <a:r>
              <a:rPr lang="en-US" altLang="ko-KR" sz="1600" dirty="0" err="1"/>
              <a:t>django.views.decorators.csrf</a:t>
            </a:r>
            <a:r>
              <a:rPr lang="en-US" altLang="ko-KR" sz="1600" dirty="0"/>
              <a:t> import </a:t>
            </a:r>
            <a:r>
              <a:rPr lang="en-US" altLang="ko-KR" sz="1600" dirty="0" err="1"/>
              <a:t>csrf_exempt</a:t>
            </a:r>
            <a:endParaRPr lang="en-US" altLang="ko-KR" sz="1600" dirty="0"/>
          </a:p>
          <a:p>
            <a:endParaRPr lang="en-US" altLang="ko-KR" sz="1400" dirty="0"/>
          </a:p>
          <a:p>
            <a:r>
              <a:rPr lang="en-US" altLang="ko-KR" sz="1400" dirty="0"/>
              <a:t>@csrf_exempt</a:t>
            </a:r>
          </a:p>
          <a:p>
            <a:r>
              <a:rPr lang="en-US" altLang="ko-KR" sz="1400" dirty="0"/>
              <a:t>def </a:t>
            </a:r>
            <a:r>
              <a:rPr lang="en-US" altLang="ko-KR" sz="1400" dirty="0" err="1"/>
              <a:t>chkid</a:t>
            </a:r>
            <a:r>
              <a:rPr lang="en-US" altLang="ko-KR" sz="1400" dirty="0"/>
              <a:t>(request):</a:t>
            </a:r>
          </a:p>
          <a:p>
            <a:r>
              <a:rPr lang="en-US" altLang="ko-KR" sz="1400" dirty="0"/>
              <a:t>  # </a:t>
            </a:r>
            <a:r>
              <a:rPr lang="ko-KR" altLang="en-US" sz="1400" dirty="0"/>
              <a:t>객체타입 데이터를 </a:t>
            </a:r>
            <a:r>
              <a:rPr lang="ko-KR" altLang="en-US" sz="1400" dirty="0" err="1"/>
              <a:t>넘길때</a:t>
            </a:r>
            <a:r>
              <a:rPr lang="en-US" altLang="ko-KR" sz="1400" dirty="0"/>
              <a:t>, filter</a:t>
            </a:r>
            <a:r>
              <a:rPr lang="ko-KR" altLang="en-US" sz="1400" dirty="0"/>
              <a:t>사용</a:t>
            </a:r>
          </a:p>
          <a:p>
            <a:r>
              <a:rPr lang="ko-KR" altLang="en-US" sz="1400" dirty="0"/>
              <a:t>  </a:t>
            </a:r>
            <a:r>
              <a:rPr lang="en-US" altLang="ko-KR" sz="1400" dirty="0"/>
              <a:t>id = </a:t>
            </a:r>
            <a:r>
              <a:rPr lang="en-US" altLang="ko-KR" sz="1400" dirty="0" err="1"/>
              <a:t>request.POST.get</a:t>
            </a:r>
            <a:r>
              <a:rPr lang="en-US" altLang="ko-KR" sz="1400" dirty="0"/>
              <a:t>('id', None) </a:t>
            </a:r>
          </a:p>
          <a:p>
            <a:r>
              <a:rPr lang="en-US" altLang="ko-KR" sz="1400" dirty="0"/>
              <a:t>  </a:t>
            </a:r>
            <a:r>
              <a:rPr lang="en-US" altLang="ko-KR" sz="1400" dirty="0" err="1"/>
              <a:t>qs</a:t>
            </a:r>
            <a:r>
              <a:rPr lang="en-US" altLang="ko-KR" sz="1400" dirty="0"/>
              <a:t> = list(</a:t>
            </a:r>
            <a:r>
              <a:rPr lang="en-US" altLang="ko-KR" sz="1400" dirty="0" err="1"/>
              <a:t>Member.objects.filter</a:t>
            </a:r>
            <a:r>
              <a:rPr lang="en-US" altLang="ko-KR" sz="1400" dirty="0"/>
              <a:t>(id=id).values())</a:t>
            </a:r>
          </a:p>
          <a:p>
            <a:endParaRPr lang="en-US" altLang="ko-KR" sz="1400" dirty="0"/>
          </a:p>
          <a:p>
            <a:r>
              <a:rPr lang="en-US" altLang="ko-KR" sz="1400" dirty="0"/>
              <a:t>  context = {'id': </a:t>
            </a:r>
            <a:r>
              <a:rPr lang="en-US" altLang="ko-KR" sz="1400" dirty="0" err="1"/>
              <a:t>id,'member</a:t>
            </a:r>
            <a:r>
              <a:rPr lang="en-US" altLang="ko-KR" sz="1400" dirty="0"/>
              <a:t>': </a:t>
            </a:r>
            <a:r>
              <a:rPr lang="en-US" altLang="ko-KR" sz="1400" dirty="0" err="1"/>
              <a:t>qs</a:t>
            </a:r>
            <a:r>
              <a:rPr lang="en-US" altLang="ko-KR" sz="1400" dirty="0"/>
              <a:t> }</a:t>
            </a:r>
          </a:p>
          <a:p>
            <a:endParaRPr lang="en-US" altLang="ko-KR" sz="1400" dirty="0"/>
          </a:p>
          <a:p>
            <a:r>
              <a:rPr lang="en-US" altLang="ko-KR" sz="1400" dirty="0"/>
              <a:t>  return </a:t>
            </a:r>
            <a:r>
              <a:rPr lang="en-US" altLang="ko-KR" sz="1400" dirty="0" err="1"/>
              <a:t>JsonResponse</a:t>
            </a:r>
            <a:r>
              <a:rPr lang="en-US" altLang="ko-KR" sz="1400" dirty="0"/>
              <a:t>(context)</a:t>
            </a:r>
            <a:endParaRPr lang="en-US" altLang="ko-KR" sz="1000" dirty="0">
              <a:latin typeface="맑은 고딕" panose="020B0503020000020004" pitchFamily="50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A75FFFC-0802-3FF3-A98F-1FA5FE28CC7F}"/>
              </a:ext>
            </a:extLst>
          </p:cNvPr>
          <p:cNvSpPr/>
          <p:nvPr/>
        </p:nvSpPr>
        <p:spPr>
          <a:xfrm>
            <a:off x="4339272" y="1038208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Views.py</a:t>
            </a:r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E401C092-2786-0FA8-747A-22F4C9CDCF9A}"/>
              </a:ext>
            </a:extLst>
          </p:cNvPr>
          <p:cNvSpPr/>
          <p:nvPr/>
        </p:nvSpPr>
        <p:spPr>
          <a:xfrm>
            <a:off x="223367" y="3126618"/>
            <a:ext cx="3865554" cy="26787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89F518C-64FC-A5E3-506C-1F7F4FD8F6B1}"/>
              </a:ext>
            </a:extLst>
          </p:cNvPr>
          <p:cNvSpPr/>
          <p:nvPr/>
        </p:nvSpPr>
        <p:spPr>
          <a:xfrm>
            <a:off x="5923472" y="1672101"/>
            <a:ext cx="5572568" cy="124120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sz="1400" dirty="0"/>
              <a:t>* dataset </a:t>
            </a:r>
            <a:r>
              <a:rPr lang="ko-KR" altLang="en-US" sz="1400" dirty="0"/>
              <a:t>타입으로 넘길 시 에러발생</a:t>
            </a:r>
            <a:br>
              <a:rPr lang="en-US" altLang="ko-KR" sz="1400" dirty="0"/>
            </a:br>
            <a:r>
              <a:rPr lang="en-US" altLang="ko-KR" sz="1400" dirty="0"/>
              <a:t>* list</a:t>
            </a:r>
            <a:r>
              <a:rPr lang="ko-KR" altLang="en-US" sz="1400" dirty="0"/>
              <a:t>타입으로 변경해서 넘겨야 함</a:t>
            </a:r>
            <a:r>
              <a:rPr lang="en-US" altLang="ko-KR" sz="1400" dirty="0"/>
              <a:t>.</a:t>
            </a:r>
            <a:br>
              <a:rPr lang="en-US" altLang="ko-KR" sz="1400" dirty="0"/>
            </a:br>
            <a:r>
              <a:rPr lang="en-US" altLang="ko-KR" sz="1400" dirty="0"/>
              <a:t>* get()</a:t>
            </a:r>
            <a:r>
              <a:rPr lang="ko-KR" altLang="en-US" sz="1400" dirty="0"/>
              <a:t>이 아닌</a:t>
            </a:r>
            <a:r>
              <a:rPr lang="en-US" altLang="ko-KR" sz="1400" dirty="0"/>
              <a:t>, filter() </a:t>
            </a:r>
            <a:r>
              <a:rPr lang="ko-KR" altLang="en-US" sz="1400" dirty="0"/>
              <a:t>로</a:t>
            </a:r>
            <a:r>
              <a:rPr lang="en-US" altLang="ko-KR" sz="1400" dirty="0"/>
              <a:t> </a:t>
            </a:r>
            <a:r>
              <a:rPr lang="ko-KR" altLang="en-US" sz="1400" dirty="0"/>
              <a:t>검색해야 함</a:t>
            </a:r>
            <a:r>
              <a:rPr lang="en-US" altLang="ko-KR" sz="1400" dirty="0"/>
              <a:t>.</a:t>
            </a:r>
          </a:p>
          <a:p>
            <a:br>
              <a:rPr lang="en-US" altLang="ko-KR" sz="1400" dirty="0"/>
            </a:br>
            <a:r>
              <a:rPr lang="en-US" altLang="ko-KR" sz="1400" dirty="0" err="1"/>
              <a:t>typeerror</a:t>
            </a:r>
            <a:r>
              <a:rPr lang="en-US" altLang="ko-KR" sz="1400" dirty="0"/>
              <a:t>: object of type </a:t>
            </a:r>
            <a:r>
              <a:rPr lang="en-US" altLang="ko-KR" sz="1400" dirty="0" err="1"/>
              <a:t>queryset</a:t>
            </a:r>
            <a:r>
              <a:rPr lang="en-US" altLang="ko-KR" sz="1400" dirty="0"/>
              <a:t> is not </a:t>
            </a:r>
            <a:r>
              <a:rPr lang="en-US" altLang="ko-KR" sz="1400" dirty="0" err="1"/>
              <a:t>json</a:t>
            </a:r>
            <a:r>
              <a:rPr lang="en-US" altLang="ko-KR" sz="1400" dirty="0"/>
              <a:t> serializable </a:t>
            </a:r>
            <a:r>
              <a:rPr lang="ko-KR" altLang="en-US" sz="1400" dirty="0"/>
              <a:t>오류발생</a:t>
            </a:r>
            <a:endParaRPr lang="en-US" altLang="ko-KR" sz="1400" dirty="0"/>
          </a:p>
        </p:txBody>
      </p:sp>
      <p:cxnSp>
        <p:nvCxnSpPr>
          <p:cNvPr id="4" name="연결선: 꺾임 3">
            <a:extLst>
              <a:ext uri="{FF2B5EF4-FFF2-40B4-BE49-F238E27FC236}">
                <a16:creationId xmlns:a16="http://schemas.microsoft.com/office/drawing/2014/main" id="{F1B44495-9265-0EDD-A25C-9982077043C4}"/>
              </a:ext>
            </a:extLst>
          </p:cNvPr>
          <p:cNvCxnSpPr>
            <a:cxnSpLocks/>
            <a:stCxn id="23" idx="3"/>
            <a:endCxn id="2" idx="1"/>
          </p:cNvCxnSpPr>
          <p:nvPr/>
        </p:nvCxnSpPr>
        <p:spPr>
          <a:xfrm flipV="1">
            <a:off x="4088921" y="2292706"/>
            <a:ext cx="1834551" cy="967851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9B57F14-BB13-8766-B9F5-8DAA1FB4034A}"/>
              </a:ext>
            </a:extLst>
          </p:cNvPr>
          <p:cNvSpPr txBox="1"/>
          <p:nvPr/>
        </p:nvSpPr>
        <p:spPr>
          <a:xfrm>
            <a:off x="5923472" y="3126059"/>
            <a:ext cx="5572568" cy="310854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from </a:t>
            </a:r>
            <a:r>
              <a:rPr lang="en-US" altLang="ko-KR" sz="1400" dirty="0" err="1"/>
              <a:t>django.core</a:t>
            </a:r>
            <a:r>
              <a:rPr lang="en-US" altLang="ko-KR" sz="1400" dirty="0"/>
              <a:t> import serializers # </a:t>
            </a:r>
            <a:r>
              <a:rPr lang="en-US" altLang="ko-KR" sz="1400" dirty="0" err="1"/>
              <a:t>json</a:t>
            </a:r>
            <a:r>
              <a:rPr lang="ko-KR" altLang="en-US" sz="1400" dirty="0"/>
              <a:t>타입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# get</a:t>
            </a:r>
            <a:r>
              <a:rPr lang="ko-KR" altLang="en-US" sz="1400" dirty="0"/>
              <a:t>검색 객체 보내는 방법 </a:t>
            </a:r>
            <a:r>
              <a:rPr lang="en-US" altLang="ko-KR" sz="1400" dirty="0"/>
              <a:t>- list</a:t>
            </a:r>
            <a:r>
              <a:rPr lang="ko-KR" altLang="en-US" sz="1400" dirty="0"/>
              <a:t>타입으로 보내야 함</a:t>
            </a:r>
            <a:r>
              <a:rPr lang="en-US" altLang="ko-KR" sz="1400" dirty="0"/>
              <a:t>. (</a:t>
            </a:r>
            <a:r>
              <a:rPr lang="ko-KR" altLang="en-US" sz="1400" dirty="0" err="1"/>
              <a:t>타입에러</a:t>
            </a:r>
            <a:r>
              <a:rPr lang="ko-KR" altLang="en-US" sz="1400" dirty="0"/>
              <a:t> 발생</a:t>
            </a:r>
            <a:r>
              <a:rPr lang="en-US" altLang="ko-KR" sz="1400" dirty="0"/>
              <a:t>)</a:t>
            </a:r>
          </a:p>
          <a:p>
            <a:r>
              <a:rPr lang="en-US" altLang="ko-KR" sz="1400" dirty="0"/>
              <a:t>  </a:t>
            </a:r>
            <a:r>
              <a:rPr lang="en-US" altLang="ko-KR" sz="1400" dirty="0" err="1"/>
              <a:t>qs</a:t>
            </a:r>
            <a:r>
              <a:rPr lang="en-US" altLang="ko-KR" sz="1400" dirty="0"/>
              <a:t> = </a:t>
            </a:r>
            <a:r>
              <a:rPr lang="en-US" altLang="ko-KR" sz="1400" dirty="0" err="1"/>
              <a:t>Member.objects.get</a:t>
            </a:r>
            <a:r>
              <a:rPr lang="en-US" altLang="ko-KR" sz="1400" dirty="0"/>
              <a:t>(id=</a:t>
            </a:r>
            <a:r>
              <a:rPr lang="en-US" altLang="ko-KR" sz="1400" dirty="0" err="1"/>
              <a:t>id,pw</a:t>
            </a:r>
            <a:r>
              <a:rPr lang="en-US" altLang="ko-KR" sz="1400" dirty="0"/>
              <a:t>=pw)</a:t>
            </a:r>
          </a:p>
          <a:p>
            <a:r>
              <a:rPr lang="en-US" altLang="ko-KR" sz="1400" dirty="0"/>
              <a:t>  print(</a:t>
            </a:r>
            <a:r>
              <a:rPr lang="en-US" altLang="ko-KR" sz="1400" dirty="0" err="1"/>
              <a:t>qs</a:t>
            </a:r>
            <a:r>
              <a:rPr lang="en-US" altLang="ko-KR" sz="1400" dirty="0"/>
              <a:t>)</a:t>
            </a:r>
          </a:p>
          <a:p>
            <a:r>
              <a:rPr lang="en-US" altLang="ko-KR" sz="1400" dirty="0">
                <a:solidFill>
                  <a:srgbClr val="FF0000"/>
                </a:solidFill>
              </a:rPr>
              <a:t> </a:t>
            </a:r>
          </a:p>
          <a:p>
            <a:r>
              <a:rPr lang="en-US" altLang="ko-KR" sz="1400" dirty="0">
                <a:solidFill>
                  <a:srgbClr val="FF0000"/>
                </a:solidFill>
              </a:rPr>
              <a:t> # Json </a:t>
            </a:r>
            <a:r>
              <a:rPr lang="ko-KR" altLang="en-US" sz="1400" dirty="0">
                <a:solidFill>
                  <a:srgbClr val="FF0000"/>
                </a:solidFill>
              </a:rPr>
              <a:t>직렬화 작업 </a:t>
            </a:r>
            <a:r>
              <a:rPr lang="en-US" altLang="ko-KR" sz="1400" dirty="0">
                <a:solidFill>
                  <a:srgbClr val="FF0000"/>
                </a:solidFill>
              </a:rPr>
              <a:t>- </a:t>
            </a:r>
            <a:r>
              <a:rPr lang="ko-KR" altLang="en-US" sz="1400" dirty="0">
                <a:solidFill>
                  <a:srgbClr val="FF0000"/>
                </a:solidFill>
              </a:rPr>
              <a:t>객체를 </a:t>
            </a:r>
            <a:r>
              <a:rPr lang="en-US" altLang="ko-KR" sz="1400" dirty="0" err="1">
                <a:solidFill>
                  <a:srgbClr val="FF0000"/>
                </a:solidFill>
              </a:rPr>
              <a:t>QuerySet</a:t>
            </a:r>
            <a:r>
              <a:rPr lang="ko-KR" altLang="en-US" sz="1400" dirty="0">
                <a:solidFill>
                  <a:srgbClr val="FF0000"/>
                </a:solidFill>
              </a:rPr>
              <a:t>처럼 변경해야 함</a:t>
            </a:r>
            <a:r>
              <a:rPr lang="en-US" altLang="ko-KR" sz="1400" dirty="0">
                <a:solidFill>
                  <a:srgbClr val="FF0000"/>
                </a:solidFill>
              </a:rPr>
              <a:t>.</a:t>
            </a:r>
          </a:p>
          <a:p>
            <a:r>
              <a:rPr lang="en-US" altLang="ko-KR" sz="1400" dirty="0"/>
              <a:t>  </a:t>
            </a:r>
            <a:r>
              <a:rPr lang="en-US" altLang="ko-KR" sz="1400" dirty="0" err="1">
                <a:solidFill>
                  <a:srgbClr val="FF0000"/>
                </a:solidFill>
              </a:rPr>
              <a:t>qs</a:t>
            </a:r>
            <a:r>
              <a:rPr lang="en-US" altLang="ko-KR" sz="1400" dirty="0">
                <a:solidFill>
                  <a:srgbClr val="FF0000"/>
                </a:solidFill>
              </a:rPr>
              <a:t> = </a:t>
            </a:r>
            <a:r>
              <a:rPr lang="en-US" altLang="ko-KR" sz="1400" dirty="0" err="1">
                <a:solidFill>
                  <a:srgbClr val="FF0000"/>
                </a:solidFill>
              </a:rPr>
              <a:t>serializers.serialize</a:t>
            </a:r>
            <a:r>
              <a:rPr lang="en-US" altLang="ko-KR" sz="1400" dirty="0">
                <a:solidFill>
                  <a:srgbClr val="FF0000"/>
                </a:solidFill>
              </a:rPr>
              <a:t>('</a:t>
            </a:r>
            <a:r>
              <a:rPr lang="en-US" altLang="ko-KR" sz="1400" dirty="0" err="1">
                <a:solidFill>
                  <a:srgbClr val="FF0000"/>
                </a:solidFill>
              </a:rPr>
              <a:t>json</a:t>
            </a:r>
            <a:r>
              <a:rPr lang="en-US" altLang="ko-KR" sz="1400" dirty="0">
                <a:solidFill>
                  <a:srgbClr val="FF0000"/>
                </a:solidFill>
              </a:rPr>
              <a:t>', [</a:t>
            </a:r>
            <a:r>
              <a:rPr lang="en-US" altLang="ko-KR" sz="1400" dirty="0" err="1">
                <a:solidFill>
                  <a:srgbClr val="FF0000"/>
                </a:solidFill>
              </a:rPr>
              <a:t>qs</a:t>
            </a:r>
            <a:r>
              <a:rPr lang="en-US" altLang="ko-KR" sz="1400" dirty="0">
                <a:solidFill>
                  <a:srgbClr val="FF0000"/>
                </a:solidFill>
              </a:rPr>
              <a:t>]) </a:t>
            </a:r>
          </a:p>
          <a:p>
            <a:r>
              <a:rPr lang="en-US" altLang="ko-KR" sz="1400" dirty="0">
                <a:solidFill>
                  <a:srgbClr val="FF0000"/>
                </a:solidFill>
              </a:rPr>
              <a:t>  </a:t>
            </a:r>
          </a:p>
          <a:p>
            <a:r>
              <a:rPr lang="en-US" altLang="ko-KR" sz="1400" dirty="0"/>
              <a:t>  if </a:t>
            </a:r>
            <a:r>
              <a:rPr lang="en-US" altLang="ko-KR" sz="1400" dirty="0" err="1"/>
              <a:t>qs</a:t>
            </a:r>
            <a:r>
              <a:rPr lang="en-US" altLang="ko-KR" sz="1400" dirty="0"/>
              <a:t>:</a:t>
            </a:r>
          </a:p>
          <a:p>
            <a:r>
              <a:rPr lang="en-US" altLang="ko-KR" sz="1400" dirty="0"/>
              <a:t>    context = {"member":</a:t>
            </a:r>
            <a:r>
              <a:rPr lang="en-US" altLang="ko-KR" sz="1400" dirty="0" err="1"/>
              <a:t>qs</a:t>
            </a:r>
            <a:r>
              <a:rPr lang="en-US" altLang="ko-KR" sz="1400" dirty="0"/>
              <a:t>,"</a:t>
            </a:r>
            <a:r>
              <a:rPr lang="en-US" altLang="ko-KR" sz="1400" dirty="0" err="1"/>
              <a:t>result":"success</a:t>
            </a:r>
            <a:r>
              <a:rPr lang="en-US" altLang="ko-KR" sz="1400" dirty="0"/>
              <a:t>"}</a:t>
            </a:r>
          </a:p>
          <a:p>
            <a:r>
              <a:rPr lang="en-US" altLang="ko-KR" sz="1400" dirty="0"/>
              <a:t>  else:</a:t>
            </a:r>
          </a:p>
          <a:p>
            <a:r>
              <a:rPr lang="en-US" altLang="ko-KR" sz="1400" dirty="0"/>
              <a:t>    context = {"</a:t>
            </a:r>
            <a:r>
              <a:rPr lang="en-US" altLang="ko-KR" sz="1400" dirty="0" err="1"/>
              <a:t>result":"fail</a:t>
            </a:r>
            <a:r>
              <a:rPr lang="en-US" altLang="ko-KR" sz="1400" dirty="0"/>
              <a:t>"}</a:t>
            </a:r>
          </a:p>
          <a:p>
            <a:r>
              <a:rPr lang="en-US" altLang="ko-KR" sz="1400" dirty="0"/>
              <a:t>  return </a:t>
            </a:r>
            <a:r>
              <a:rPr lang="en-US" altLang="ko-KR" sz="1400" dirty="0" err="1"/>
              <a:t>JsonResponse</a:t>
            </a:r>
            <a:r>
              <a:rPr lang="en-US" altLang="ko-KR" sz="1400" dirty="0"/>
              <a:t>(context)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0E41DA-6E61-ED6C-B846-B09739CB47A8}"/>
              </a:ext>
            </a:extLst>
          </p:cNvPr>
          <p:cNvSpPr txBox="1"/>
          <p:nvPr/>
        </p:nvSpPr>
        <p:spPr>
          <a:xfrm>
            <a:off x="9383696" y="6550223"/>
            <a:ext cx="280830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https://spoonhasi.tistory.com/2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8D3C7C-0D17-0635-717C-4B686C2DAA77}"/>
              </a:ext>
            </a:extLst>
          </p:cNvPr>
          <p:cNvSpPr txBox="1"/>
          <p:nvPr/>
        </p:nvSpPr>
        <p:spPr>
          <a:xfrm>
            <a:off x="195628" y="4764133"/>
            <a:ext cx="5572568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let </a:t>
            </a:r>
            <a:r>
              <a:rPr lang="en-US" altLang="ko-KR" dirty="0" err="1">
                <a:solidFill>
                  <a:srgbClr val="FF0000"/>
                </a:solidFill>
              </a:rPr>
              <a:t>jData</a:t>
            </a:r>
            <a:r>
              <a:rPr lang="en-US" altLang="ko-KR" dirty="0">
                <a:solidFill>
                  <a:srgbClr val="FF0000"/>
                </a:solidFill>
              </a:rPr>
              <a:t> = </a:t>
            </a:r>
            <a:r>
              <a:rPr lang="en-US" altLang="ko-KR" dirty="0" err="1">
                <a:solidFill>
                  <a:srgbClr val="FF0000"/>
                </a:solidFill>
              </a:rPr>
              <a:t>JSON.parse</a:t>
            </a:r>
            <a:r>
              <a:rPr lang="en-US" altLang="ko-KR" dirty="0">
                <a:solidFill>
                  <a:srgbClr val="FF0000"/>
                </a:solidFill>
              </a:rPr>
              <a:t>(</a:t>
            </a:r>
            <a:r>
              <a:rPr lang="en-US" altLang="ko-KR" dirty="0" err="1">
                <a:solidFill>
                  <a:srgbClr val="FF0000"/>
                </a:solidFill>
              </a:rPr>
              <a:t>data.board</a:t>
            </a:r>
            <a:r>
              <a:rPr lang="en-US" altLang="ko-KR" dirty="0">
                <a:solidFill>
                  <a:srgbClr val="FF0000"/>
                </a:solidFill>
              </a:rPr>
              <a:t>);</a:t>
            </a:r>
          </a:p>
          <a:p>
            <a:r>
              <a:rPr lang="en-US" altLang="ko-KR" dirty="0"/>
              <a:t>console.log(</a:t>
            </a:r>
            <a:r>
              <a:rPr lang="en-US" altLang="ko-KR" dirty="0" err="1"/>
              <a:t>jData</a:t>
            </a:r>
            <a:r>
              <a:rPr lang="en-US" altLang="ko-KR" dirty="0"/>
              <a:t>[0].pk);</a:t>
            </a:r>
          </a:p>
          <a:p>
            <a:r>
              <a:rPr lang="en-US" altLang="ko-KR" dirty="0"/>
              <a:t> console.log(</a:t>
            </a:r>
            <a:r>
              <a:rPr lang="en-US" altLang="ko-KR" dirty="0" err="1"/>
              <a:t>jData</a:t>
            </a:r>
            <a:r>
              <a:rPr lang="en-US" altLang="ko-KR" dirty="0"/>
              <a:t>[0].</a:t>
            </a:r>
            <a:r>
              <a:rPr lang="en-US" altLang="ko-KR" dirty="0" err="1"/>
              <a:t>fields.btitle</a:t>
            </a:r>
            <a:r>
              <a:rPr lang="en-US" altLang="ko-KR" dirty="0"/>
              <a:t>);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6317A50-4DBC-6EC4-3ED9-39952E9B0665}"/>
              </a:ext>
            </a:extLst>
          </p:cNvPr>
          <p:cNvSpPr/>
          <p:nvPr/>
        </p:nvSpPr>
        <p:spPr>
          <a:xfrm>
            <a:off x="4339272" y="4764133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html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021956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80EB46-A41F-42D1-925C-1E1D34396238}"/>
              </a:ext>
            </a:extLst>
          </p:cNvPr>
          <p:cNvSpPr txBox="1"/>
          <p:nvPr/>
        </p:nvSpPr>
        <p:spPr>
          <a:xfrm>
            <a:off x="948528" y="227654"/>
            <a:ext cx="873527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ajax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댓글리스트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5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– </a:t>
            </a:r>
            <a:r>
              <a:rPr lang="ko-KR" altLang="en-US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파일업로드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추가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75297CD-9753-4A7F-A617-C272413A0538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15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74B1E6-0CBD-47FF-9E1A-807CBFBAA370}"/>
              </a:ext>
            </a:extLst>
          </p:cNvPr>
          <p:cNvSpPr/>
          <p:nvPr/>
        </p:nvSpPr>
        <p:spPr>
          <a:xfrm>
            <a:off x="405538" y="1176227"/>
            <a:ext cx="6020429" cy="5588393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sz="2000" b="1" spc="-150" dirty="0">
                <a:solidFill>
                  <a:schemeClr val="accent3">
                    <a:lumMod val="50000"/>
                  </a:schemeClr>
                </a:solidFill>
              </a:rPr>
              <a:t># Ajax</a:t>
            </a:r>
            <a:r>
              <a:rPr lang="ko-KR" altLang="en-US" sz="2000" b="1" spc="-150" dirty="0">
                <a:solidFill>
                  <a:schemeClr val="accent3">
                    <a:lumMod val="50000"/>
                  </a:schemeClr>
                </a:solidFill>
              </a:rPr>
              <a:t> 에서 이미지 파일 업로드 방법</a:t>
            </a:r>
            <a:br>
              <a:rPr lang="en-US" altLang="ko-KR" sz="2000" b="1" spc="-150" dirty="0">
                <a:solidFill>
                  <a:schemeClr val="accent3">
                    <a:lumMod val="50000"/>
                  </a:schemeClr>
                </a:solidFill>
              </a:rPr>
            </a:br>
            <a:endParaRPr lang="en-US" altLang="ko-KR" sz="2000" b="1" spc="-15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en-US" altLang="ko-KR" dirty="0">
                <a:solidFill>
                  <a:srgbClr val="FF0000"/>
                </a:solidFill>
              </a:rPr>
              <a:t>&lt;script </a:t>
            </a:r>
            <a:r>
              <a:rPr lang="en-US" altLang="ko-KR" dirty="0" err="1">
                <a:solidFill>
                  <a:srgbClr val="FF0000"/>
                </a:solidFill>
              </a:rPr>
              <a:t>src</a:t>
            </a:r>
            <a:r>
              <a:rPr lang="en-US" altLang="ko-KR" dirty="0">
                <a:solidFill>
                  <a:srgbClr val="FF0000"/>
                </a:solidFill>
              </a:rPr>
              <a:t>="http://code.jquery.com/jquery-latest.min.js"&gt;&lt;/script&gt;</a:t>
            </a:r>
            <a:endParaRPr lang="ko-KR" altLang="en-US" dirty="0">
              <a:solidFill>
                <a:srgbClr val="FF0000"/>
              </a:solidFill>
            </a:endParaRPr>
          </a:p>
          <a:p>
            <a:r>
              <a:rPr lang="en-US" altLang="ko-KR" sz="1800" dirty="0"/>
              <a:t>&lt;script type=</a:t>
            </a:r>
            <a:r>
              <a:rPr lang="en-US" altLang="ko-KR" sz="1800" i="1" dirty="0"/>
              <a:t>"text/</a:t>
            </a:r>
            <a:r>
              <a:rPr lang="en-US" altLang="ko-KR" sz="1800" i="1" dirty="0" err="1"/>
              <a:t>javascript</a:t>
            </a:r>
            <a:r>
              <a:rPr lang="en-US" altLang="ko-KR" sz="1800" i="1" dirty="0"/>
              <a:t>"&gt;</a:t>
            </a:r>
          </a:p>
          <a:p>
            <a:r>
              <a:rPr lang="en-US" altLang="ko-KR" sz="1800" dirty="0"/>
              <a:t>    $(</a:t>
            </a:r>
            <a:r>
              <a:rPr lang="en-US" altLang="ko-KR" sz="1800" b="1" dirty="0"/>
              <a:t>function(){</a:t>
            </a:r>
          </a:p>
          <a:p>
            <a:r>
              <a:rPr lang="en-US" altLang="ko-KR" b="1" dirty="0"/>
              <a:t>        </a:t>
            </a:r>
          </a:p>
          <a:p>
            <a:r>
              <a:rPr lang="en-US" altLang="ko-KR" b="1" dirty="0"/>
              <a:t>        //</a:t>
            </a:r>
            <a:r>
              <a:rPr lang="ko-KR" altLang="en-US" b="1" dirty="0"/>
              <a:t>이미지 파일 업로드 방법</a:t>
            </a:r>
            <a:endParaRPr lang="en-US" altLang="ko-KR" b="1" dirty="0"/>
          </a:p>
          <a:p>
            <a:r>
              <a:rPr lang="en-US" altLang="ko-KR" dirty="0"/>
              <a:t>        var</a:t>
            </a:r>
            <a:r>
              <a:rPr lang="en-US" altLang="ko-KR" sz="1800" b="1" dirty="0"/>
              <a:t> </a:t>
            </a:r>
            <a:r>
              <a:rPr lang="en-US" altLang="ko-KR" dirty="0"/>
              <a:t>data = new </a:t>
            </a:r>
            <a:r>
              <a:rPr lang="en-US" altLang="ko-KR" dirty="0" err="1"/>
              <a:t>FormData</a:t>
            </a:r>
            <a:r>
              <a:rPr lang="en-US" altLang="ko-KR" dirty="0"/>
              <a:t>($(‘#</a:t>
            </a:r>
            <a:r>
              <a:rPr lang="en-US" altLang="ko-KR" dirty="0" err="1"/>
              <a:t>mfrm</a:t>
            </a:r>
            <a:r>
              <a:rPr lang="en-US" altLang="ko-KR" dirty="0"/>
              <a:t>')[0]);</a:t>
            </a:r>
          </a:p>
          <a:p>
            <a:r>
              <a:rPr lang="en-US" altLang="ko-KR" dirty="0"/>
              <a:t>        </a:t>
            </a:r>
            <a:r>
              <a:rPr lang="en-US" altLang="ko-KR" dirty="0" err="1"/>
              <a:t>data.append</a:t>
            </a:r>
            <a:r>
              <a:rPr lang="en-US" altLang="ko-KR" dirty="0"/>
              <a:t>("</a:t>
            </a:r>
            <a:r>
              <a:rPr lang="en-US" altLang="ko-KR" dirty="0" err="1"/>
              <a:t>img_file</a:t>
            </a:r>
            <a:r>
              <a:rPr lang="en-US" altLang="ko-KR" dirty="0"/>
              <a:t>", $('#</a:t>
            </a:r>
            <a:r>
              <a:rPr lang="en-US" altLang="ko-KR" dirty="0" err="1"/>
              <a:t>img_file</a:t>
            </a:r>
            <a:r>
              <a:rPr lang="en-US" altLang="ko-KR" dirty="0"/>
              <a:t>')[0].files[0]);</a:t>
            </a:r>
          </a:p>
          <a:p>
            <a:r>
              <a:rPr lang="en-US" altLang="ko-KR" sz="1800" dirty="0"/>
              <a:t>            </a:t>
            </a:r>
          </a:p>
          <a:p>
            <a:r>
              <a:rPr lang="en-US" altLang="ko-KR" dirty="0"/>
              <a:t>        </a:t>
            </a:r>
            <a:r>
              <a:rPr lang="en-US" altLang="ko-KR" sz="1800" dirty="0"/>
              <a:t>$.ajax({</a:t>
            </a:r>
          </a:p>
          <a:p>
            <a:r>
              <a:rPr lang="en-US" altLang="ko-KR" sz="1800" dirty="0"/>
              <a:t>                url: “/board/</a:t>
            </a:r>
            <a:r>
              <a:rPr lang="en-US" altLang="ko-KR" sz="1800" dirty="0" err="1"/>
              <a:t>boardList</a:t>
            </a:r>
            <a:r>
              <a:rPr lang="en-US" altLang="ko-KR" sz="1800" dirty="0"/>
              <a:t>",</a:t>
            </a:r>
          </a:p>
          <a:p>
            <a:r>
              <a:rPr lang="en-US" altLang="ko-KR" sz="1800" dirty="0"/>
              <a:t>                type: "POST",</a:t>
            </a:r>
          </a:p>
          <a:p>
            <a:r>
              <a:rPr lang="en-US" altLang="ko-KR" sz="1800" dirty="0"/>
              <a:t>                </a:t>
            </a:r>
            <a:r>
              <a:rPr lang="en-US" altLang="ko-KR" sz="1800" dirty="0" err="1"/>
              <a:t>processData</a:t>
            </a:r>
            <a:r>
              <a:rPr lang="en-US" altLang="ko-KR" sz="1800" dirty="0"/>
              <a:t> : false,</a:t>
            </a:r>
          </a:p>
          <a:p>
            <a:r>
              <a:rPr lang="en-US" altLang="ko-KR" sz="1800" dirty="0"/>
              <a:t>                </a:t>
            </a:r>
            <a:r>
              <a:rPr lang="en-US" altLang="ko-KR" sz="1800" dirty="0" err="1"/>
              <a:t>contentType</a:t>
            </a:r>
            <a:r>
              <a:rPr lang="en-US" altLang="ko-KR" sz="1800" dirty="0"/>
              <a:t> : false,</a:t>
            </a:r>
          </a:p>
          <a:p>
            <a:r>
              <a:rPr lang="en-US" altLang="ko-KR" dirty="0"/>
              <a:t>                </a:t>
            </a:r>
            <a:r>
              <a:rPr lang="en-US" altLang="ko-KR" sz="1800" dirty="0"/>
              <a:t>data: </a:t>
            </a:r>
            <a:r>
              <a:rPr lang="en-US" altLang="ko-KR" dirty="0"/>
              <a:t>data</a:t>
            </a:r>
            <a:r>
              <a:rPr lang="en-US" altLang="ko-KR" sz="1800" dirty="0"/>
              <a:t>,</a:t>
            </a:r>
          </a:p>
          <a:p>
            <a:r>
              <a:rPr lang="en-US" altLang="ko-KR" sz="1800" dirty="0"/>
              <a:t>                success: function(data){</a:t>
            </a:r>
          </a:p>
          <a:p>
            <a:r>
              <a:rPr lang="en-US" altLang="ko-KR" dirty="0"/>
              <a:t>                     // </a:t>
            </a:r>
            <a:r>
              <a:rPr lang="ko-KR" altLang="en-US" dirty="0"/>
              <a:t>생략</a:t>
            </a:r>
            <a:r>
              <a:rPr lang="en-US" altLang="ko-KR" dirty="0"/>
              <a:t>~</a:t>
            </a:r>
          </a:p>
          <a:p>
            <a:r>
              <a:rPr lang="en-US" altLang="ko-KR" sz="1800" dirty="0"/>
              <a:t>                }</a:t>
            </a:r>
          </a:p>
          <a:p>
            <a:r>
              <a:rPr lang="en-US" altLang="ko-KR" sz="1800" dirty="0"/>
              <a:t>                </a:t>
            </a:r>
            <a:endParaRPr lang="en-US" altLang="ko-KR" sz="1100" dirty="0">
              <a:latin typeface="맑은 고딕" panose="020B0503020000020004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1D42943-2E38-403A-A952-FC36E4FD1405}"/>
              </a:ext>
            </a:extLst>
          </p:cNvPr>
          <p:cNvSpPr/>
          <p:nvPr/>
        </p:nvSpPr>
        <p:spPr>
          <a:xfrm>
            <a:off x="4997043" y="1148751"/>
            <a:ext cx="1428924" cy="373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html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8FCDEDB-F519-48D5-9761-B931BF941228}"/>
              </a:ext>
            </a:extLst>
          </p:cNvPr>
          <p:cNvSpPr txBox="1"/>
          <p:nvPr/>
        </p:nvSpPr>
        <p:spPr>
          <a:xfrm>
            <a:off x="7611541" y="6596390"/>
            <a:ext cx="458045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https://velog.io/@ansalstmd/Django-Ajax-%EC%97%B0%EB%8F%99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C764A0-DA2E-4FB2-B873-2BF87C3DD73B}"/>
              </a:ext>
            </a:extLst>
          </p:cNvPr>
          <p:cNvSpPr txBox="1"/>
          <p:nvPr/>
        </p:nvSpPr>
        <p:spPr>
          <a:xfrm>
            <a:off x="6495946" y="1788430"/>
            <a:ext cx="5517090" cy="22467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*  new </a:t>
            </a:r>
            <a:r>
              <a:rPr lang="en-US" altLang="ko-KR" sz="1400" dirty="0" err="1"/>
              <a:t>FormData</a:t>
            </a:r>
            <a:r>
              <a:rPr lang="en-US" altLang="ko-KR" sz="1400" dirty="0"/>
              <a:t>($(‘#</a:t>
            </a:r>
            <a:r>
              <a:rPr lang="en-US" altLang="ko-KR" sz="1400" dirty="0" err="1"/>
              <a:t>mfrm</a:t>
            </a:r>
            <a:r>
              <a:rPr lang="en-US" altLang="ko-KR" sz="1400" dirty="0"/>
              <a:t>')[0])</a:t>
            </a:r>
            <a:br>
              <a:rPr lang="en-US" altLang="ko-KR" sz="1400" dirty="0"/>
            </a:br>
            <a:r>
              <a:rPr lang="ko-KR" altLang="en-US" sz="1400" b="0" i="0" dirty="0">
                <a:solidFill>
                  <a:srgbClr val="212529"/>
                </a:solidFill>
                <a:effectLst/>
                <a:latin typeface="-apple-system"/>
              </a:rPr>
              <a:t>웹페이지의 </a:t>
            </a:r>
            <a:r>
              <a:rPr lang="en-US" altLang="ko-KR" sz="1400" b="0" i="0" dirty="0">
                <a:solidFill>
                  <a:srgbClr val="212529"/>
                </a:solidFill>
                <a:effectLst/>
                <a:latin typeface="-apple-system"/>
              </a:rPr>
              <a:t>Form </a:t>
            </a:r>
            <a:r>
              <a:rPr lang="ko-KR" altLang="en-US" sz="1400" b="0" i="0" dirty="0">
                <a:solidFill>
                  <a:srgbClr val="212529"/>
                </a:solidFill>
                <a:effectLst/>
                <a:latin typeface="-apple-system"/>
              </a:rPr>
              <a:t>태그에서 </a:t>
            </a:r>
            <a:r>
              <a:rPr lang="en-US" altLang="ko-KR" sz="1400" b="0" i="0" dirty="0">
                <a:solidFill>
                  <a:srgbClr val="212529"/>
                </a:solidFill>
                <a:effectLst/>
                <a:latin typeface="-apple-system"/>
              </a:rPr>
              <a:t>id</a:t>
            </a:r>
            <a:r>
              <a:rPr lang="ko-KR" altLang="en-US" sz="1400" b="0" i="0" dirty="0">
                <a:solidFill>
                  <a:srgbClr val="212529"/>
                </a:solidFill>
                <a:effectLst/>
                <a:latin typeface="-apple-system"/>
              </a:rPr>
              <a:t>이름 사용되는 모든 값을 나타냄</a:t>
            </a:r>
            <a:r>
              <a:rPr lang="en-US" altLang="ko-KR" sz="1400" b="0" i="0" dirty="0">
                <a:solidFill>
                  <a:srgbClr val="212529"/>
                </a:solidFill>
                <a:effectLst/>
                <a:latin typeface="-apple-system"/>
              </a:rPr>
              <a:t>.</a:t>
            </a:r>
          </a:p>
          <a:p>
            <a:endParaRPr lang="en-US" altLang="ko-KR" sz="1400" dirty="0"/>
          </a:p>
          <a:p>
            <a:r>
              <a:rPr lang="en-US" altLang="ko-KR" sz="1400" dirty="0"/>
              <a:t>* $('#</a:t>
            </a:r>
            <a:r>
              <a:rPr lang="en-US" altLang="ko-KR" sz="1400" dirty="0" err="1"/>
              <a:t>img_file</a:t>
            </a:r>
            <a:r>
              <a:rPr lang="en-US" altLang="ko-KR" sz="1400" dirty="0"/>
              <a:t>')[0].files[0]</a:t>
            </a:r>
            <a:br>
              <a:rPr lang="en-US" altLang="ko-KR" sz="1400" dirty="0"/>
            </a:br>
            <a:r>
              <a:rPr lang="en-US" altLang="ko-KR" sz="1400" dirty="0" err="1"/>
              <a:t>img_file</a:t>
            </a:r>
            <a:r>
              <a:rPr lang="ko-KR" altLang="en-US" sz="1400" dirty="0"/>
              <a:t>변수에 첨부파일 정보 나타냄</a:t>
            </a:r>
            <a:r>
              <a:rPr lang="en-US" altLang="ko-KR" sz="1400" dirty="0"/>
              <a:t>.</a:t>
            </a:r>
            <a:br>
              <a:rPr lang="en-US" altLang="ko-KR" sz="1400" dirty="0"/>
            </a:br>
            <a:br>
              <a:rPr lang="en-US" altLang="ko-KR" sz="1400" dirty="0"/>
            </a:br>
            <a:r>
              <a:rPr lang="en-US" altLang="ko-KR" sz="1400" dirty="0"/>
              <a:t>id = </a:t>
            </a:r>
            <a:r>
              <a:rPr lang="en-US" altLang="ko-KR" sz="1400" dirty="0" err="1"/>
              <a:t>request.POST.get</a:t>
            </a:r>
            <a:r>
              <a:rPr lang="en-US" altLang="ko-KR" sz="1400" dirty="0"/>
              <a:t>('id', None) </a:t>
            </a:r>
          </a:p>
          <a:p>
            <a:r>
              <a:rPr lang="en-US" altLang="ko-KR" sz="1400" dirty="0" err="1"/>
              <a:t>bfile</a:t>
            </a:r>
            <a:r>
              <a:rPr lang="en-US" altLang="ko-KR" sz="1400" dirty="0"/>
              <a:t> = </a:t>
            </a:r>
            <a:r>
              <a:rPr lang="en-US" altLang="ko-KR" sz="1400" dirty="0" err="1"/>
              <a:t>request.FILES.get</a:t>
            </a:r>
            <a:r>
              <a:rPr lang="en-US" altLang="ko-KR" sz="1400" dirty="0"/>
              <a:t>('</a:t>
            </a:r>
            <a:r>
              <a:rPr lang="en-US" altLang="ko-KR" sz="1400" dirty="0" err="1"/>
              <a:t>bfile</a:t>
            </a:r>
            <a:r>
              <a:rPr lang="en-US" altLang="ko-KR" sz="1400" dirty="0"/>
              <a:t>',‘’)</a:t>
            </a:r>
            <a:br>
              <a:rPr lang="en-US" altLang="ko-KR" sz="1400" dirty="0"/>
            </a:br>
            <a:br>
              <a:rPr lang="en-US" altLang="ko-KR" sz="1400" dirty="0"/>
            </a:br>
            <a:r>
              <a:rPr lang="en-US" altLang="ko-KR" sz="1400" dirty="0" err="1"/>
              <a:t>bfile</a:t>
            </a:r>
            <a:r>
              <a:rPr lang="en-US" altLang="ko-KR" sz="1400" dirty="0"/>
              <a:t> = </a:t>
            </a:r>
            <a:r>
              <a:rPr lang="en-US" altLang="ko-KR" sz="1400" dirty="0" err="1"/>
              <a:t>models.ImageField</a:t>
            </a:r>
            <a:r>
              <a:rPr lang="en-US" altLang="ko-KR" sz="1400" dirty="0"/>
              <a:t>(</a:t>
            </a:r>
            <a:r>
              <a:rPr lang="en-US" altLang="ko-KR" sz="1400" dirty="0" err="1"/>
              <a:t>upload_to</a:t>
            </a:r>
            <a:r>
              <a:rPr lang="en-US" altLang="ko-KR" sz="1400" dirty="0"/>
              <a:t>="</a:t>
            </a:r>
            <a:r>
              <a:rPr lang="en-US" altLang="ko-KR" sz="1400" dirty="0" err="1"/>
              <a:t>board",null</a:t>
            </a:r>
            <a:r>
              <a:rPr lang="en-US" altLang="ko-KR" sz="1400" dirty="0"/>
              <a:t>=True)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EEB20C6-A3D3-40F5-9A0E-96000B2BF4FE}"/>
              </a:ext>
            </a:extLst>
          </p:cNvPr>
          <p:cNvSpPr/>
          <p:nvPr/>
        </p:nvSpPr>
        <p:spPr>
          <a:xfrm>
            <a:off x="948528" y="3090567"/>
            <a:ext cx="4990878" cy="11039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68BC15C5-727F-4FEE-9F3C-7D344024D11A}"/>
              </a:ext>
            </a:extLst>
          </p:cNvPr>
          <p:cNvCxnSpPr>
            <a:cxnSpLocks/>
            <a:stCxn id="17" idx="3"/>
            <a:endCxn id="16" idx="1"/>
          </p:cNvCxnSpPr>
          <p:nvPr/>
        </p:nvCxnSpPr>
        <p:spPr>
          <a:xfrm flipV="1">
            <a:off x="5939406" y="2911815"/>
            <a:ext cx="556540" cy="730716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159547F-CA8A-4612-8A95-12E8E6E8603D}"/>
              </a:ext>
            </a:extLst>
          </p:cNvPr>
          <p:cNvSpPr/>
          <p:nvPr/>
        </p:nvSpPr>
        <p:spPr>
          <a:xfrm>
            <a:off x="1435089" y="5145055"/>
            <a:ext cx="2801351" cy="8422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4A69B8F-79B2-4CAE-A43A-342CA2D9F909}"/>
              </a:ext>
            </a:extLst>
          </p:cNvPr>
          <p:cNvSpPr txBox="1"/>
          <p:nvPr/>
        </p:nvSpPr>
        <p:spPr>
          <a:xfrm>
            <a:off x="6495946" y="4515486"/>
            <a:ext cx="5517090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*  </a:t>
            </a:r>
            <a:r>
              <a:rPr lang="en-US" altLang="ko-KR" sz="1400" dirty="0" err="1"/>
              <a:t>processData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contentType</a:t>
            </a:r>
            <a:r>
              <a:rPr lang="en-US" altLang="ko-KR" sz="1400" dirty="0"/>
              <a:t> : </a:t>
            </a:r>
            <a:r>
              <a:rPr lang="ko-KR" altLang="en-US" sz="1400" dirty="0"/>
              <a:t>모두 </a:t>
            </a:r>
            <a:r>
              <a:rPr lang="en-US" altLang="ko-KR" sz="1400" dirty="0"/>
              <a:t>false </a:t>
            </a:r>
            <a:r>
              <a:rPr lang="ko-KR" altLang="en-US" sz="1400" dirty="0"/>
              <a:t>로 해야 파일 전송 됨</a:t>
            </a:r>
            <a:r>
              <a:rPr lang="en-US" altLang="ko-KR" sz="1400" dirty="0"/>
              <a:t>.</a:t>
            </a:r>
          </a:p>
        </p:txBody>
      </p:sp>
      <p:cxnSp>
        <p:nvCxnSpPr>
          <p:cNvPr id="24" name="연결선: 꺾임 23">
            <a:extLst>
              <a:ext uri="{FF2B5EF4-FFF2-40B4-BE49-F238E27FC236}">
                <a16:creationId xmlns:a16="http://schemas.microsoft.com/office/drawing/2014/main" id="{FA6FA2B8-A03C-4007-AE20-F7867E17B1A6}"/>
              </a:ext>
            </a:extLst>
          </p:cNvPr>
          <p:cNvCxnSpPr>
            <a:cxnSpLocks/>
            <a:stCxn id="21" idx="3"/>
            <a:endCxn id="23" idx="1"/>
          </p:cNvCxnSpPr>
          <p:nvPr/>
        </p:nvCxnSpPr>
        <p:spPr>
          <a:xfrm flipV="1">
            <a:off x="4236440" y="4669375"/>
            <a:ext cx="2259506" cy="896812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8084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80EB46-A41F-42D1-925C-1E1D34396238}"/>
              </a:ext>
            </a:extLst>
          </p:cNvPr>
          <p:cNvSpPr txBox="1"/>
          <p:nvPr/>
        </p:nvSpPr>
        <p:spPr>
          <a:xfrm>
            <a:off x="948528" y="227654"/>
            <a:ext cx="873527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ajax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댓글리스트 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-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예제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75297CD-9753-4A7F-A617-C272413A0538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15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2930" y="1200834"/>
            <a:ext cx="5962698" cy="222816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1F48393-0EB5-49D9-8F7E-4FDB762C91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2930" y="3566762"/>
            <a:ext cx="5947492" cy="1404603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63872A55-1CF4-493B-B58F-73EBD99F2507}"/>
              </a:ext>
            </a:extLst>
          </p:cNvPr>
          <p:cNvGraphicFramePr>
            <a:graphicFrameLocks noGrp="1"/>
          </p:cNvGraphicFramePr>
          <p:nvPr/>
        </p:nvGraphicFramePr>
        <p:xfrm>
          <a:off x="6032929" y="5109127"/>
          <a:ext cx="5947491" cy="1371600"/>
        </p:xfrm>
        <a:graphic>
          <a:graphicData uri="http://schemas.openxmlformats.org/drawingml/2006/table">
            <a:tbl>
              <a:tblPr/>
              <a:tblGrid>
                <a:gridCol w="1635214">
                  <a:extLst>
                    <a:ext uri="{9D8B030D-6E8A-4147-A177-3AD203B41FA5}">
                      <a16:colId xmlns:a16="http://schemas.microsoft.com/office/drawing/2014/main" val="2164978708"/>
                    </a:ext>
                  </a:extLst>
                </a:gridCol>
                <a:gridCol w="4312277">
                  <a:extLst>
                    <a:ext uri="{9D8B030D-6E8A-4147-A177-3AD203B41FA5}">
                      <a16:colId xmlns:a16="http://schemas.microsoft.com/office/drawing/2014/main" val="41104017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050" dirty="0" err="1">
                          <a:effectLst/>
                        </a:rPr>
                        <a:t>메소드</a:t>
                      </a:r>
                      <a:endParaRPr lang="ko-KR" altLang="en-US" sz="1050" dirty="0">
                        <a:effectLst/>
                      </a:endParaRPr>
                    </a:p>
                  </a:txBody>
                  <a:tcPr marL="123825" marR="123825" marT="57150" marB="5715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050">
                          <a:effectLst/>
                        </a:rPr>
                        <a:t>설명</a:t>
                      </a:r>
                    </a:p>
                  </a:txBody>
                  <a:tcPr marL="123825" marR="123825" marT="57150" marB="5715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896107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50">
                          <a:effectLst/>
                        </a:rPr>
                        <a:t>.append()</a:t>
                      </a:r>
                    </a:p>
                  </a:txBody>
                  <a:tcPr marL="123825" marR="123825" marT="57150" marB="5715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50" dirty="0">
                          <a:effectLst/>
                        </a:rPr>
                        <a:t>선택된 요소의 마지막에 새로운 요소나 콘텐츠를 추가한다</a:t>
                      </a:r>
                      <a:r>
                        <a:rPr lang="en-US" altLang="ko-KR" sz="1050" dirty="0">
                          <a:effectLst/>
                        </a:rPr>
                        <a:t>.</a:t>
                      </a:r>
                    </a:p>
                  </a:txBody>
                  <a:tcPr marL="123825" marR="123825" marT="57150" marB="5715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93086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50">
                          <a:effectLst/>
                        </a:rPr>
                        <a:t>.prepend()</a:t>
                      </a:r>
                    </a:p>
                  </a:txBody>
                  <a:tcPr marL="123825" marR="123825" marT="57150" marB="5715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50" dirty="0">
                          <a:effectLst/>
                        </a:rPr>
                        <a:t>선택된 요소의 첫번째에 새로운 요소나 콘텐츠를 추가한다</a:t>
                      </a:r>
                      <a:r>
                        <a:rPr lang="en-US" altLang="ko-KR" sz="1050" dirty="0">
                          <a:effectLst/>
                        </a:rPr>
                        <a:t>.</a:t>
                      </a:r>
                    </a:p>
                  </a:txBody>
                  <a:tcPr marL="123825" marR="123825" marT="57150" marB="5715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530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50">
                          <a:effectLst/>
                        </a:rPr>
                        <a:t>.appendTo()</a:t>
                      </a:r>
                    </a:p>
                  </a:txBody>
                  <a:tcPr marL="123825" marR="123825" marT="57150" marB="5715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50">
                          <a:effectLst/>
                        </a:rPr>
                        <a:t>선택된 요소를 해당 요소의 마지막에 추가한다</a:t>
                      </a:r>
                      <a:r>
                        <a:rPr lang="en-US" altLang="ko-KR" sz="1050">
                          <a:effectLst/>
                        </a:rPr>
                        <a:t>.</a:t>
                      </a:r>
                    </a:p>
                  </a:txBody>
                  <a:tcPr marL="123825" marR="123825" marT="57150" marB="5715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309478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50" dirty="0">
                          <a:effectLst/>
                        </a:rPr>
                        <a:t>.</a:t>
                      </a:r>
                      <a:r>
                        <a:rPr lang="en-US" sz="1050" dirty="0" err="1">
                          <a:effectLst/>
                        </a:rPr>
                        <a:t>prependTo</a:t>
                      </a:r>
                      <a:r>
                        <a:rPr lang="en-US" sz="1050" dirty="0">
                          <a:effectLst/>
                        </a:rPr>
                        <a:t>()</a:t>
                      </a:r>
                    </a:p>
                  </a:txBody>
                  <a:tcPr marL="123825" marR="123825" marT="57150" marB="5715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50" dirty="0">
                          <a:effectLst/>
                        </a:rPr>
                        <a:t>선택된 요소를 해당 요소의 첫번째에 추가한다</a:t>
                      </a:r>
                      <a:r>
                        <a:rPr lang="en-US" altLang="ko-KR" sz="1050" dirty="0">
                          <a:effectLst/>
                        </a:rPr>
                        <a:t>.</a:t>
                      </a:r>
                    </a:p>
                  </a:txBody>
                  <a:tcPr marL="123825" marR="123825" marT="57150" marB="5715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7869080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DCD8902D-B142-44EE-B695-58B23B880920}"/>
              </a:ext>
            </a:extLst>
          </p:cNvPr>
          <p:cNvSpPr txBox="1"/>
          <p:nvPr/>
        </p:nvSpPr>
        <p:spPr>
          <a:xfrm>
            <a:off x="460696" y="1024008"/>
            <a:ext cx="5207466" cy="5678478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spAutoFit/>
          </a:bodyPr>
          <a:lstStyle/>
          <a:p>
            <a:pPr algn="l"/>
            <a:r>
              <a:rPr lang="en-US" altLang="ko-KR" sz="1100" b="1" dirty="0">
                <a:solidFill>
                  <a:srgbClr val="7F0055"/>
                </a:solidFill>
                <a:latin typeface="Consolas" panose="020B0609020204030204" pitchFamily="49" charset="0"/>
              </a:rPr>
              <a:t>function</a:t>
            </a:r>
            <a:r>
              <a:rPr lang="en-US" altLang="ko-KR" sz="11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send_api</a:t>
            </a:r>
            <a:r>
              <a:rPr lang="en-US" altLang="ko-KR" sz="1100" b="1" dirty="0">
                <a:solidFill>
                  <a:srgbClr val="000000"/>
                </a:solidFill>
                <a:latin typeface="Consolas" panose="020B0609020204030204" pitchFamily="49" charset="0"/>
              </a:rPr>
              <a:t>(){</a:t>
            </a:r>
          </a:p>
          <a:p>
            <a:pPr algn="l"/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 $.ajax({</a:t>
            </a:r>
          </a:p>
          <a:p>
            <a:pPr algn="l"/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    url:</a:t>
            </a:r>
            <a:r>
              <a:rPr lang="en-US" altLang="ko-KR" sz="1100" dirty="0">
                <a:solidFill>
                  <a:srgbClr val="2A00FF"/>
                </a:solidFill>
                <a:latin typeface="Consolas" panose="020B0609020204030204" pitchFamily="49" charset="0"/>
              </a:rPr>
              <a:t>“/ajax_data"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pPr algn="l"/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sz="11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dataType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100" dirty="0">
                <a:solidFill>
                  <a:srgbClr val="2A00FF"/>
                </a:solidFill>
                <a:latin typeface="Consolas" panose="020B0609020204030204" pitchFamily="49" charset="0"/>
              </a:rPr>
              <a:t>"json"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pPr algn="l"/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    success: </a:t>
            </a:r>
            <a:r>
              <a:rPr lang="en-US" altLang="ko-KR" sz="1100" b="1" dirty="0">
                <a:solidFill>
                  <a:srgbClr val="7F0055"/>
                </a:solidFill>
                <a:latin typeface="Consolas" panose="020B0609020204030204" pitchFamily="49" charset="0"/>
              </a:rPr>
              <a:t>function</a:t>
            </a:r>
            <a:r>
              <a:rPr lang="en-US" altLang="ko-KR" sz="1100" b="1" dirty="0">
                <a:solidFill>
                  <a:srgbClr val="000000"/>
                </a:solidFill>
                <a:latin typeface="Consolas" panose="020B0609020204030204" pitchFamily="49" charset="0"/>
              </a:rPr>
              <a:t>(data) {</a:t>
            </a:r>
          </a:p>
          <a:p>
            <a:pPr algn="l"/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    alert(</a:t>
            </a:r>
            <a:r>
              <a:rPr lang="en-US" altLang="ko-KR" sz="1100" dirty="0">
                <a:solidFill>
                  <a:srgbClr val="2A00FF"/>
                </a:solidFill>
                <a:latin typeface="Consolas" panose="020B0609020204030204" pitchFamily="49" charset="0"/>
              </a:rPr>
              <a:t>"</a:t>
            </a:r>
            <a:r>
              <a:rPr lang="ko-KR" altLang="en-US" sz="1100" dirty="0">
                <a:solidFill>
                  <a:srgbClr val="2A00FF"/>
                </a:solidFill>
                <a:latin typeface="Consolas" panose="020B0609020204030204" pitchFamily="49" charset="0"/>
              </a:rPr>
              <a:t>성공</a:t>
            </a:r>
            <a:r>
              <a:rPr lang="en-US" altLang="ko-KR" sz="1100" dirty="0">
                <a:solidFill>
                  <a:srgbClr val="2A00FF"/>
                </a:solidFill>
                <a:latin typeface="Consolas" panose="020B0609020204030204" pitchFamily="49" charset="0"/>
              </a:rPr>
              <a:t>"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algn="l"/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sz="1100" dirty="0">
                <a:solidFill>
                  <a:srgbClr val="3F7F5F"/>
                </a:solidFill>
                <a:latin typeface="Consolas" panose="020B0609020204030204" pitchFamily="49" charset="0"/>
              </a:rPr>
              <a:t>// json</a:t>
            </a:r>
            <a:r>
              <a:rPr lang="ko-KR" altLang="en-US" sz="1100" dirty="0">
                <a:solidFill>
                  <a:srgbClr val="3F7F5F"/>
                </a:solidFill>
                <a:latin typeface="Consolas" panose="020B0609020204030204" pitchFamily="49" charset="0"/>
              </a:rPr>
              <a:t>에서</a:t>
            </a:r>
            <a:endParaRPr lang="en-US" altLang="ko-KR" sz="1100" dirty="0">
              <a:solidFill>
                <a:srgbClr val="3F7F5F"/>
              </a:solidFill>
              <a:latin typeface="Consolas" panose="020B0609020204030204" pitchFamily="49" charset="0"/>
            </a:endParaRPr>
          </a:p>
          <a:p>
            <a:pPr algn="l"/>
            <a:r>
              <a:rPr lang="en-US" altLang="ko-KR" sz="1100" b="1" dirty="0">
                <a:solidFill>
                  <a:srgbClr val="7F0055"/>
                </a:solidFill>
                <a:latin typeface="Consolas" panose="020B0609020204030204" pitchFamily="49" charset="0"/>
              </a:rPr>
              <a:t>        var</a:t>
            </a:r>
            <a:r>
              <a:rPr lang="en-US" altLang="ko-KR" sz="1100" b="1" dirty="0">
                <a:solidFill>
                  <a:srgbClr val="000000"/>
                </a:solidFill>
                <a:latin typeface="Consolas" panose="020B0609020204030204" pitchFamily="49" charset="0"/>
              </a:rPr>
              <a:t> html;</a:t>
            </a:r>
          </a:p>
          <a:p>
            <a:pPr algn="l"/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sz="1100" b="1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100" b="1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data.length</a:t>
            </a:r>
            <a:r>
              <a:rPr lang="en-US" altLang="ko-KR" sz="1100" b="1" dirty="0">
                <a:solidFill>
                  <a:srgbClr val="000000"/>
                </a:solidFill>
                <a:latin typeface="Consolas" panose="020B0609020204030204" pitchFamily="49" charset="0"/>
              </a:rPr>
              <a:t>&gt;=1){</a:t>
            </a:r>
          </a:p>
          <a:p>
            <a:pPr algn="l"/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sz="1100" b="1" dirty="0">
                <a:solidFill>
                  <a:srgbClr val="7F0055"/>
                </a:solidFill>
                <a:latin typeface="Consolas" panose="020B0609020204030204" pitchFamily="49" charset="0"/>
              </a:rPr>
              <a:t>for</a:t>
            </a:r>
            <a:r>
              <a:rPr lang="en-US" altLang="ko-KR" sz="1100" b="1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b="1" dirty="0">
                <a:solidFill>
                  <a:srgbClr val="7F0055"/>
                </a:solidFill>
                <a:latin typeface="Consolas" panose="020B0609020204030204" pitchFamily="49" charset="0"/>
              </a:rPr>
              <a:t>var</a:t>
            </a:r>
            <a:r>
              <a:rPr lang="en-US" altLang="ko-KR" sz="11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ko-KR" sz="11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b="1" dirty="0">
                <a:solidFill>
                  <a:srgbClr val="7F0055"/>
                </a:solidFill>
                <a:latin typeface="Consolas" panose="020B0609020204030204" pitchFamily="49" charset="0"/>
              </a:rPr>
              <a:t>in</a:t>
            </a:r>
            <a:r>
              <a:rPr lang="en-US" altLang="ko-KR" sz="11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arr</a:t>
            </a:r>
            <a:r>
              <a:rPr lang="en-US" altLang="ko-KR" sz="1100" b="1" dirty="0">
                <a:solidFill>
                  <a:srgbClr val="000000"/>
                </a:solidFill>
                <a:latin typeface="Consolas" panose="020B0609020204030204" pitchFamily="49" charset="0"/>
              </a:rPr>
              <a:t>){</a:t>
            </a:r>
          </a:p>
          <a:p>
            <a:pPr algn="l"/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html += </a:t>
            </a:r>
            <a:r>
              <a:rPr lang="en-US" altLang="ko-KR" sz="1100" dirty="0">
                <a:solidFill>
                  <a:srgbClr val="2A00FF"/>
                </a:solidFill>
                <a:latin typeface="Consolas" panose="020B0609020204030204" pitchFamily="49" charset="0"/>
              </a:rPr>
              <a:t>'&lt;tr&gt;'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algn="l"/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html += </a:t>
            </a:r>
            <a:r>
              <a:rPr lang="en-US" altLang="ko-KR" sz="1100" dirty="0">
                <a:solidFill>
                  <a:srgbClr val="2A00FF"/>
                </a:solidFill>
                <a:latin typeface="Consolas" panose="020B0609020204030204" pitchFamily="49" charset="0"/>
              </a:rPr>
              <a:t>'&lt;td&gt;’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+data[</a:t>
            </a:r>
            <a:r>
              <a:rPr lang="en-US" altLang="ko-KR" sz="11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].bid+</a:t>
            </a:r>
            <a:r>
              <a:rPr lang="en-US" altLang="ko-KR" sz="1100" dirty="0">
                <a:solidFill>
                  <a:srgbClr val="2A00FF"/>
                </a:solidFill>
                <a:latin typeface="Consolas" panose="020B0609020204030204" pitchFamily="49" charset="0"/>
              </a:rPr>
              <a:t>'&lt;/td&gt;'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algn="l"/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html += </a:t>
            </a:r>
            <a:r>
              <a:rPr lang="en-US" altLang="ko-KR" sz="1100" dirty="0">
                <a:solidFill>
                  <a:srgbClr val="2A00FF"/>
                </a:solidFill>
                <a:latin typeface="Consolas" panose="020B0609020204030204" pitchFamily="49" charset="0"/>
              </a:rPr>
              <a:t>'&lt;td&gt;'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+data[</a:t>
            </a:r>
            <a:r>
              <a:rPr lang="en-US" altLang="ko-KR" sz="11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ko-KR" sz="1100" dirty="0" err="1">
                <a:solidFill>
                  <a:srgbClr val="000000"/>
                </a:solidFill>
                <a:latin typeface="Consolas" panose="020B0609020204030204" pitchFamily="49" charset="0"/>
              </a:rPr>
              <a:t>bname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en-US" altLang="ko-KR" sz="1100" dirty="0">
                <a:solidFill>
                  <a:srgbClr val="2A00FF"/>
                </a:solidFill>
                <a:latin typeface="Consolas" panose="020B0609020204030204" pitchFamily="49" charset="0"/>
              </a:rPr>
              <a:t>'&lt;/td&gt;'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algn="l"/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html += </a:t>
            </a:r>
            <a:r>
              <a:rPr lang="en-US" altLang="ko-KR" sz="1100" dirty="0">
                <a:solidFill>
                  <a:srgbClr val="2A00FF"/>
                </a:solidFill>
                <a:latin typeface="Consolas" panose="020B0609020204030204" pitchFamily="49" charset="0"/>
              </a:rPr>
              <a:t>'&lt;td&gt;'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+data[</a:t>
            </a:r>
            <a:r>
              <a:rPr lang="en-US" altLang="ko-KR" sz="11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ko-KR" sz="1100" dirty="0" err="1">
                <a:solidFill>
                  <a:srgbClr val="000000"/>
                </a:solidFill>
                <a:latin typeface="Consolas" panose="020B0609020204030204" pitchFamily="49" charset="0"/>
              </a:rPr>
              <a:t>bnname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en-US" altLang="ko-KR" sz="1100" dirty="0">
                <a:solidFill>
                  <a:srgbClr val="2A00FF"/>
                </a:solidFill>
                <a:latin typeface="Consolas" panose="020B0609020204030204" pitchFamily="49" charset="0"/>
              </a:rPr>
              <a:t>'&lt;/td&gt;'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algn="l"/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html += </a:t>
            </a:r>
            <a:r>
              <a:rPr lang="en-US" altLang="ko-KR" sz="1100" dirty="0">
                <a:solidFill>
                  <a:srgbClr val="2A00FF"/>
                </a:solidFill>
                <a:latin typeface="Consolas" panose="020B0609020204030204" pitchFamily="49" charset="0"/>
              </a:rPr>
              <a:t>'&lt;td&gt;'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+data[</a:t>
            </a:r>
            <a:r>
              <a:rPr lang="en-US" altLang="ko-KR" sz="11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ko-KR" sz="1100" dirty="0" err="1">
                <a:solidFill>
                  <a:srgbClr val="000000"/>
                </a:solidFill>
                <a:latin typeface="Consolas" panose="020B0609020204030204" pitchFamily="49" charset="0"/>
              </a:rPr>
              <a:t>btitle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en-US" altLang="ko-KR" sz="1100" dirty="0">
                <a:solidFill>
                  <a:srgbClr val="2A00FF"/>
                </a:solidFill>
                <a:latin typeface="Consolas" panose="020B0609020204030204" pitchFamily="49" charset="0"/>
              </a:rPr>
              <a:t>'&lt;/td&gt;'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algn="l"/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html += </a:t>
            </a:r>
            <a:r>
              <a:rPr lang="en-US" altLang="ko-KR" sz="1100" dirty="0">
                <a:solidFill>
                  <a:srgbClr val="2A00FF"/>
                </a:solidFill>
                <a:latin typeface="Consolas" panose="020B0609020204030204" pitchFamily="49" charset="0"/>
              </a:rPr>
              <a:t>'&lt;td&gt;'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+data[</a:t>
            </a:r>
            <a:r>
              <a:rPr lang="en-US" altLang="ko-KR" sz="11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ko-KR" sz="1100" dirty="0" err="1">
                <a:solidFill>
                  <a:srgbClr val="000000"/>
                </a:solidFill>
                <a:latin typeface="Consolas" panose="020B0609020204030204" pitchFamily="49" charset="0"/>
              </a:rPr>
              <a:t>bcontent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en-US" altLang="ko-KR" sz="1100" dirty="0">
                <a:solidFill>
                  <a:srgbClr val="2A00FF"/>
                </a:solidFill>
                <a:latin typeface="Consolas" panose="020B0609020204030204" pitchFamily="49" charset="0"/>
              </a:rPr>
              <a:t>'&lt;/td&gt;'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algn="l"/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html += </a:t>
            </a:r>
            <a:r>
              <a:rPr lang="en-US" altLang="ko-KR" sz="1100" dirty="0">
                <a:solidFill>
                  <a:srgbClr val="2A00FF"/>
                </a:solidFill>
                <a:latin typeface="Consolas" panose="020B0609020204030204" pitchFamily="49" charset="0"/>
              </a:rPr>
              <a:t>'&lt;td&gt;'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+data[</a:t>
            </a:r>
            <a:r>
              <a:rPr lang="en-US" altLang="ko-KR" sz="11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ko-KR" sz="1100" dirty="0" err="1">
                <a:solidFill>
                  <a:srgbClr val="000000"/>
                </a:solidFill>
                <a:latin typeface="Consolas" panose="020B0609020204030204" pitchFamily="49" charset="0"/>
              </a:rPr>
              <a:t>bdate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en-US" altLang="ko-KR" sz="1100" dirty="0">
                <a:solidFill>
                  <a:srgbClr val="2A00FF"/>
                </a:solidFill>
                <a:latin typeface="Consolas" panose="020B0609020204030204" pitchFamily="49" charset="0"/>
              </a:rPr>
              <a:t>'&lt;/td&gt;'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algn="l"/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html += </a:t>
            </a:r>
            <a:r>
              <a:rPr lang="en-US" altLang="ko-KR" sz="1100" dirty="0">
                <a:solidFill>
                  <a:srgbClr val="2A00FF"/>
                </a:solidFill>
                <a:latin typeface="Consolas" panose="020B0609020204030204" pitchFamily="49" charset="0"/>
              </a:rPr>
              <a:t>'&lt;td&gt;'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+data[</a:t>
            </a:r>
            <a:r>
              <a:rPr lang="en-US" altLang="ko-KR" sz="11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ko-KR" sz="1100" dirty="0" err="1">
                <a:solidFill>
                  <a:srgbClr val="000000"/>
                </a:solidFill>
                <a:latin typeface="Consolas" panose="020B0609020204030204" pitchFamily="49" charset="0"/>
              </a:rPr>
              <a:t>bgroup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en-US" altLang="ko-KR" sz="1100" dirty="0">
                <a:solidFill>
                  <a:srgbClr val="2A00FF"/>
                </a:solidFill>
                <a:latin typeface="Consolas" panose="020B0609020204030204" pitchFamily="49" charset="0"/>
              </a:rPr>
              <a:t>'&lt;/td&gt;'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algn="l"/>
            <a:r>
              <a:rPr lang="nn-NO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html += </a:t>
            </a:r>
            <a:r>
              <a:rPr lang="nn-NO" altLang="ko-KR" sz="1100" dirty="0">
                <a:solidFill>
                  <a:srgbClr val="2A00FF"/>
                </a:solidFill>
                <a:latin typeface="Consolas" panose="020B0609020204030204" pitchFamily="49" charset="0"/>
              </a:rPr>
              <a:t>'&lt;td&gt;'</a:t>
            </a:r>
            <a:r>
              <a:rPr lang="nn-NO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data</a:t>
            </a:r>
            <a:r>
              <a:rPr lang="nn-NO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[i].bstep+</a:t>
            </a:r>
            <a:r>
              <a:rPr lang="nn-NO" altLang="ko-KR" sz="1100" dirty="0">
                <a:solidFill>
                  <a:srgbClr val="2A00FF"/>
                </a:solidFill>
                <a:latin typeface="Consolas" panose="020B0609020204030204" pitchFamily="49" charset="0"/>
              </a:rPr>
              <a:t>'&lt;/td&gt;'</a:t>
            </a:r>
            <a:r>
              <a:rPr lang="nn-NO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algn="l"/>
            <a:r>
              <a:rPr lang="ko-KR" alt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altLang="ko-KR" sz="1100" dirty="0">
                <a:solidFill>
                  <a:srgbClr val="3F7F5F"/>
                </a:solidFill>
                <a:latin typeface="Consolas" panose="020B0609020204030204" pitchFamily="49" charset="0"/>
              </a:rPr>
              <a:t>//....</a:t>
            </a:r>
          </a:p>
          <a:p>
            <a:pPr algn="l"/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html += </a:t>
            </a:r>
            <a:r>
              <a:rPr lang="en-US" altLang="ko-KR" sz="1100" dirty="0">
                <a:solidFill>
                  <a:srgbClr val="2A00FF"/>
                </a:solidFill>
                <a:latin typeface="Consolas" panose="020B0609020204030204" pitchFamily="49" charset="0"/>
              </a:rPr>
              <a:t>'&lt;/tr&gt;'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algn="l"/>
            <a:r>
              <a:rPr lang="ko-KR" alt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algn="l"/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    }</a:t>
            </a:r>
            <a:r>
              <a:rPr lang="en-US" altLang="ko-KR" sz="1100" b="1" dirty="0">
                <a:solidFill>
                  <a:srgbClr val="7F0055"/>
                </a:solidFill>
                <a:latin typeface="Consolas" panose="020B0609020204030204" pitchFamily="49" charset="0"/>
              </a:rPr>
              <a:t>else</a:t>
            </a:r>
            <a:r>
              <a:rPr lang="en-US" altLang="ko-KR" sz="1100" b="1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algn="l"/>
            <a:r>
              <a:rPr lang="ko-KR" alt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html=</a:t>
            </a:r>
            <a:r>
              <a:rPr lang="en-US" altLang="ko-KR" sz="1100" dirty="0">
                <a:solidFill>
                  <a:srgbClr val="2A00FF"/>
                </a:solidFill>
                <a:latin typeface="Consolas" panose="020B0609020204030204" pitchFamily="49" charset="0"/>
              </a:rPr>
              <a:t>"&lt;tr&gt;&lt;td&gt;</a:t>
            </a:r>
            <a:r>
              <a:rPr lang="ko-KR" altLang="en-US" sz="1100" dirty="0">
                <a:solidFill>
                  <a:srgbClr val="2A00FF"/>
                </a:solidFill>
                <a:latin typeface="Consolas" panose="020B0609020204030204" pitchFamily="49" charset="0"/>
              </a:rPr>
              <a:t>데이터 없음</a:t>
            </a:r>
            <a:r>
              <a:rPr lang="en-US" altLang="ko-KR" sz="1100" dirty="0">
                <a:solidFill>
                  <a:srgbClr val="2A00FF"/>
                </a:solidFill>
                <a:latin typeface="Consolas" panose="020B0609020204030204" pitchFamily="49" charset="0"/>
              </a:rPr>
              <a:t>&lt;/td&gt;&lt;/tr&gt;"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algn="l"/>
            <a:r>
              <a:rPr lang="ko-KR" alt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algn="l"/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    $(</a:t>
            </a:r>
            <a:r>
              <a:rPr lang="en-US" altLang="ko-KR" sz="1100" dirty="0">
                <a:solidFill>
                  <a:srgbClr val="2A00FF"/>
                </a:solidFill>
                <a:latin typeface="Consolas" panose="020B0609020204030204" pitchFamily="49" charset="0"/>
              </a:rPr>
              <a:t>'#data'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).html(html);</a:t>
            </a:r>
          </a:p>
          <a:p>
            <a:pPr algn="l"/>
            <a:r>
              <a:rPr lang="ko-KR" alt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},</a:t>
            </a:r>
          </a:p>
          <a:p>
            <a:pPr algn="l"/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    error: </a:t>
            </a:r>
            <a:r>
              <a:rPr lang="en-US" altLang="ko-KR" sz="1100" b="1" dirty="0">
                <a:solidFill>
                  <a:srgbClr val="7F0055"/>
                </a:solidFill>
                <a:latin typeface="Consolas" panose="020B0609020204030204" pitchFamily="49" charset="0"/>
              </a:rPr>
              <a:t>function</a:t>
            </a:r>
            <a:r>
              <a:rPr lang="en-US" altLang="ko-KR" sz="1100" b="1" dirty="0">
                <a:solidFill>
                  <a:srgbClr val="000000"/>
                </a:solidFill>
                <a:latin typeface="Consolas" panose="020B0609020204030204" pitchFamily="49" charset="0"/>
              </a:rPr>
              <a:t>(error) {</a:t>
            </a:r>
          </a:p>
          <a:p>
            <a:pPr algn="l"/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alert(“error”);</a:t>
            </a:r>
          </a:p>
          <a:p>
            <a:pPr algn="l"/>
            <a:r>
              <a:rPr lang="ko-KR" alt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algn="l"/>
            <a:r>
              <a:rPr lang="ko-KR" alt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});</a:t>
            </a:r>
          </a:p>
          <a:p>
            <a:pPr algn="l"/>
            <a:r>
              <a:rPr lang="en-US" altLang="ko-KR" sz="11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ko-KR" altLang="en-US" sz="500" dirty="0"/>
          </a:p>
        </p:txBody>
      </p:sp>
    </p:spTree>
    <p:extLst>
      <p:ext uri="{BB962C8B-B14F-4D97-AF65-F5344CB8AC3E}">
        <p14:creationId xmlns:p14="http://schemas.microsoft.com/office/powerpoint/2010/main" val="1886911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82845-908D-930D-F6E8-B26C422C8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C0E6F2D5-A4E3-C666-3F4D-D503D87B6109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3A5275E-346B-4E30-69A6-7F85F1069E4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BE6E327-4A7E-F623-4390-2B3E27F41FEB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21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97CD2F-1E15-1E20-9D3A-A5A78D002AAF}"/>
              </a:ext>
            </a:extLst>
          </p:cNvPr>
          <p:cNvSpPr txBox="1"/>
          <p:nvPr/>
        </p:nvSpPr>
        <p:spPr>
          <a:xfrm>
            <a:off x="4424709" y="2980067"/>
            <a:ext cx="334258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 err="1"/>
              <a:t>차트그리기</a:t>
            </a:r>
            <a:endParaRPr lang="en-US" altLang="ko-KR" sz="5400" b="1" dirty="0"/>
          </a:p>
          <a:p>
            <a:pPr algn="ctr"/>
            <a:r>
              <a:rPr lang="en-US" altLang="ko-KR" sz="5400" b="1" dirty="0"/>
              <a:t>chart.js</a:t>
            </a:r>
            <a:endParaRPr lang="ko-KR" altLang="en-US" sz="5400" b="1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3FE45E34-71CC-8FAD-7C4D-4AE8113D9F02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3183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6950" y="1800225"/>
            <a:ext cx="8153400" cy="4812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80EB46-A41F-42D1-925C-1E1D34396238}"/>
              </a:ext>
            </a:extLst>
          </p:cNvPr>
          <p:cNvSpPr txBox="1"/>
          <p:nvPr/>
        </p:nvSpPr>
        <p:spPr>
          <a:xfrm>
            <a:off x="660400" y="203587"/>
            <a:ext cx="111260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>
                <a:solidFill>
                  <a:schemeClr val="tx1">
                    <a:lumMod val="85000"/>
                    <a:lumOff val="15000"/>
                  </a:schemeClr>
                </a:solidFill>
              </a:rPr>
              <a:t>화면</a:t>
            </a:r>
            <a:endParaRPr lang="ko-KR" altLang="en-US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75297CD-9753-4A7F-A617-C272413A0538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2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66988F2-1040-4825-85D3-3365834C73C8}"/>
              </a:ext>
            </a:extLst>
          </p:cNvPr>
          <p:cNvSpPr/>
          <p:nvPr/>
        </p:nvSpPr>
        <p:spPr>
          <a:xfrm>
            <a:off x="2527516" y="1790700"/>
            <a:ext cx="1006260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2422740" y="1152525"/>
            <a:ext cx="823234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/>
              <a:t>1. </a:t>
            </a:r>
            <a:r>
              <a:rPr lang="ko-KR" altLang="en-US" dirty="0"/>
              <a:t>버튼 </a:t>
            </a:r>
            <a:r>
              <a:rPr lang="ko-KR" altLang="en-US" dirty="0" err="1"/>
              <a:t>클릭시</a:t>
            </a:r>
            <a:r>
              <a:rPr lang="ko-KR" altLang="en-US" dirty="0"/>
              <a:t> 차트 그려짐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89429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4CFB6-1141-DC5A-2D5A-F2F4FC1F3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50706874-E441-4B13-76EA-069A0597A916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CB81EA6C-9444-4CFC-DDE4-015BED10793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1AE4E4A-7003-0F58-6DFD-935149219A1F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19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E501FE0-59B9-C07B-66A9-9DCCA253B3A1}"/>
              </a:ext>
            </a:extLst>
          </p:cNvPr>
          <p:cNvSpPr txBox="1"/>
          <p:nvPr/>
        </p:nvSpPr>
        <p:spPr>
          <a:xfrm>
            <a:off x="4383030" y="2980067"/>
            <a:ext cx="3425938" cy="15388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/>
              <a:t>메일보내기</a:t>
            </a:r>
            <a:br>
              <a:rPr lang="en-US" altLang="ko-KR" sz="5400" b="1" dirty="0"/>
            </a:br>
            <a:r>
              <a:rPr lang="en-US" altLang="ko-KR" sz="4000" b="1" dirty="0"/>
              <a:t> (</a:t>
            </a:r>
            <a:r>
              <a:rPr lang="en-US" altLang="ko-KR" sz="4000" b="1" dirty="0" err="1"/>
              <a:t>naver</a:t>
            </a:r>
            <a:r>
              <a:rPr lang="ko-KR" altLang="en-US" sz="4000" b="1" dirty="0"/>
              <a:t>메일</a:t>
            </a:r>
            <a:r>
              <a:rPr lang="en-US" altLang="ko-KR" sz="4000" b="1" dirty="0"/>
              <a:t>)</a:t>
            </a:r>
            <a:endParaRPr lang="ko-KR" altLang="en-US" sz="5400" b="1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A3695C3A-A88B-1CC2-2212-65954D2BFCD8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4275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C01F21C-E964-484E-9C2F-05A8566E72E2}"/>
              </a:ext>
            </a:extLst>
          </p:cNvPr>
          <p:cNvSpPr txBox="1"/>
          <p:nvPr/>
        </p:nvSpPr>
        <p:spPr>
          <a:xfrm>
            <a:off x="982511" y="203587"/>
            <a:ext cx="8130232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네이버 이메일 보내기 설정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1</a:t>
            </a:r>
            <a:endParaRPr lang="ko-KR" altLang="en-US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6B0EA6-08D4-48D7-B44A-7C6DC6BE176B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19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AFC784-21FA-4E44-B1C5-77BEEA5A9849}"/>
              </a:ext>
            </a:extLst>
          </p:cNvPr>
          <p:cNvSpPr/>
          <p:nvPr/>
        </p:nvSpPr>
        <p:spPr>
          <a:xfrm>
            <a:off x="416358" y="976509"/>
            <a:ext cx="10937442" cy="79742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네이버 설정</a:t>
            </a:r>
            <a:endParaRPr lang="en-US" altLang="ko-KR" sz="2400" spc="-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26" name="Picture 2" descr="https://blog.kakaocdn.net/dn/byXyTH/btq3hvLmunA/gtxDF3ViBizKe98PUwJxkK/img.png"/>
          <p:cNvPicPr>
            <a:picLocks noChangeAspect="1" noChangeArrowheads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416358" y="1956702"/>
            <a:ext cx="8288730" cy="441666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803D29DE-0526-4D22-8D4B-99C40EFC1B62}"/>
              </a:ext>
            </a:extLst>
          </p:cNvPr>
          <p:cNvSpPr/>
          <p:nvPr/>
        </p:nvSpPr>
        <p:spPr>
          <a:xfrm>
            <a:off x="4465321" y="3171376"/>
            <a:ext cx="1066800" cy="2667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03D29DE-0526-4D22-8D4B-99C40EFC1B62}"/>
              </a:ext>
            </a:extLst>
          </p:cNvPr>
          <p:cNvSpPr/>
          <p:nvPr/>
        </p:nvSpPr>
        <p:spPr>
          <a:xfrm>
            <a:off x="3633217" y="3620910"/>
            <a:ext cx="1066800" cy="2667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03D29DE-0526-4D22-8D4B-99C40EFC1B62}"/>
              </a:ext>
            </a:extLst>
          </p:cNvPr>
          <p:cNvSpPr/>
          <p:nvPr/>
        </p:nvSpPr>
        <p:spPr>
          <a:xfrm>
            <a:off x="2566416" y="4863754"/>
            <a:ext cx="3093719" cy="3117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03D29DE-0526-4D22-8D4B-99C40EFC1B62}"/>
              </a:ext>
            </a:extLst>
          </p:cNvPr>
          <p:cNvSpPr/>
          <p:nvPr/>
        </p:nvSpPr>
        <p:spPr>
          <a:xfrm>
            <a:off x="1959865" y="5224886"/>
            <a:ext cx="298703" cy="24322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C4AE5BBD-D8D1-4EEC-902E-C4A31697D618}"/>
              </a:ext>
            </a:extLst>
          </p:cNvPr>
          <p:cNvSpPr/>
          <p:nvPr/>
        </p:nvSpPr>
        <p:spPr>
          <a:xfrm>
            <a:off x="8833975" y="1956702"/>
            <a:ext cx="3153810" cy="160043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* </a:t>
            </a:r>
            <a:r>
              <a:rPr lang="ko-KR" altLang="en-US" sz="1400" dirty="0"/>
              <a:t>환경설정</a:t>
            </a:r>
            <a:br>
              <a:rPr lang="en-US" altLang="ko-KR" sz="1400" dirty="0"/>
            </a:br>
            <a:r>
              <a:rPr lang="en-US" altLang="ko-KR" sz="1400" dirty="0"/>
              <a:t>- </a:t>
            </a:r>
            <a:r>
              <a:rPr lang="ko-KR" altLang="en-US" sz="1400" dirty="0"/>
              <a:t>내 </a:t>
            </a:r>
            <a:r>
              <a:rPr lang="ko-KR" altLang="en-US" sz="1400" dirty="0" err="1"/>
              <a:t>메일함</a:t>
            </a:r>
            <a:r>
              <a:rPr lang="ko-KR" altLang="en-US" sz="1400" dirty="0"/>
              <a:t> 톱니 모양을 클릭</a:t>
            </a:r>
            <a:br>
              <a:rPr lang="en-US" altLang="ko-KR" sz="1400" dirty="0"/>
            </a:br>
            <a:br>
              <a:rPr lang="en-US" altLang="ko-KR" sz="1400" dirty="0"/>
            </a:br>
            <a:r>
              <a:rPr lang="en-US" altLang="ko-KR" sz="1400" dirty="0"/>
              <a:t>1. POP/IMAP </a:t>
            </a:r>
            <a:r>
              <a:rPr lang="ko-KR" altLang="en-US" sz="1400" dirty="0"/>
              <a:t>설정</a:t>
            </a:r>
            <a:br>
              <a:rPr lang="en-US" altLang="ko-KR" sz="1400" dirty="0"/>
            </a:br>
            <a:r>
              <a:rPr lang="en-US" altLang="ko-KR" sz="1400" dirty="0"/>
              <a:t>2. IMAP/SMTP </a:t>
            </a:r>
            <a:r>
              <a:rPr lang="ko-KR" altLang="en-US" sz="1400" dirty="0"/>
              <a:t>설정</a:t>
            </a:r>
            <a:br>
              <a:rPr lang="en-US" altLang="ko-KR" sz="1400" dirty="0"/>
            </a:br>
            <a:r>
              <a:rPr lang="en-US" altLang="ko-KR" sz="1400" dirty="0"/>
              <a:t>3. IMAP/SMTP </a:t>
            </a:r>
            <a:r>
              <a:rPr lang="ko-KR" altLang="en-US" sz="1400" dirty="0"/>
              <a:t>사용 </a:t>
            </a:r>
            <a:r>
              <a:rPr lang="en-US" altLang="ko-KR" sz="1400" dirty="0"/>
              <a:t>&gt; </a:t>
            </a:r>
            <a:r>
              <a:rPr lang="ko-KR" altLang="en-US" sz="1400" dirty="0"/>
              <a:t>사용함 클릭</a:t>
            </a:r>
            <a:br>
              <a:rPr lang="en-US" altLang="ko-KR" sz="1400" dirty="0"/>
            </a:br>
            <a:r>
              <a:rPr lang="en-US" altLang="ko-KR" sz="1400" dirty="0"/>
              <a:t>4. </a:t>
            </a:r>
            <a:r>
              <a:rPr lang="ko-KR" altLang="en-US" sz="1400" dirty="0"/>
              <a:t>저장</a:t>
            </a:r>
            <a:endParaRPr lang="en-US" altLang="ko-KR" sz="1400" dirty="0"/>
          </a:p>
        </p:txBody>
      </p:sp>
      <p:sp>
        <p:nvSpPr>
          <p:cNvPr id="2" name="직사각형 1"/>
          <p:cNvSpPr/>
          <p:nvPr/>
        </p:nvSpPr>
        <p:spPr>
          <a:xfrm>
            <a:off x="9827250" y="6596390"/>
            <a:ext cx="236475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100" dirty="0"/>
              <a:t>https://maxtime1004.tistory.com/40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975" y="4523754"/>
            <a:ext cx="2724531" cy="32905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3975" y="4953762"/>
            <a:ext cx="942975" cy="51435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803D29DE-0526-4D22-8D4B-99C40EFC1B62}"/>
              </a:ext>
            </a:extLst>
          </p:cNvPr>
          <p:cNvSpPr/>
          <p:nvPr/>
        </p:nvSpPr>
        <p:spPr>
          <a:xfrm>
            <a:off x="8839036" y="5181854"/>
            <a:ext cx="1246795" cy="2862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4AE5BBD-D8D1-4EEC-902E-C4A31697D618}"/>
              </a:ext>
            </a:extLst>
          </p:cNvPr>
          <p:cNvSpPr/>
          <p:nvPr/>
        </p:nvSpPr>
        <p:spPr>
          <a:xfrm>
            <a:off x="8833975" y="5576307"/>
            <a:ext cx="3153810" cy="523220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* </a:t>
            </a:r>
            <a:r>
              <a:rPr lang="ko-KR" altLang="en-US" sz="1400" dirty="0" err="1"/>
              <a:t>하단부분</a:t>
            </a:r>
            <a:r>
              <a:rPr lang="ko-KR" altLang="en-US" sz="1400" dirty="0"/>
              <a:t> 정보</a:t>
            </a:r>
            <a:br>
              <a:rPr lang="en-US" altLang="ko-KR" sz="1400" dirty="0"/>
            </a:br>
            <a:r>
              <a:rPr lang="en-US" altLang="ko-KR" sz="1400" dirty="0"/>
              <a:t> - </a:t>
            </a:r>
            <a:r>
              <a:rPr lang="ko-KR" altLang="en-US" sz="1400" dirty="0"/>
              <a:t>메일 프로그램 환경 설정 안내</a:t>
            </a:r>
            <a:endParaRPr lang="en-US" altLang="ko-KR" sz="1400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803D29DE-0526-4D22-8D4B-99C40EFC1B62}"/>
              </a:ext>
            </a:extLst>
          </p:cNvPr>
          <p:cNvSpPr/>
          <p:nvPr/>
        </p:nvSpPr>
        <p:spPr>
          <a:xfrm>
            <a:off x="416358" y="6415444"/>
            <a:ext cx="7191450" cy="3792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cxnSp>
        <p:nvCxnSpPr>
          <p:cNvPr id="27" name="연결선: 꺾임 12">
            <a:extLst>
              <a:ext uri="{FF2B5EF4-FFF2-40B4-BE49-F238E27FC236}">
                <a16:creationId xmlns:a16="http://schemas.microsoft.com/office/drawing/2014/main" id="{56A54C84-1962-4866-932B-7332AC2A87F9}"/>
              </a:ext>
            </a:extLst>
          </p:cNvPr>
          <p:cNvCxnSpPr>
            <a:cxnSpLocks/>
            <a:stCxn id="26" idx="3"/>
            <a:endCxn id="3" idx="1"/>
          </p:cNvCxnSpPr>
          <p:nvPr/>
        </p:nvCxnSpPr>
        <p:spPr>
          <a:xfrm flipV="1">
            <a:off x="7607808" y="4688279"/>
            <a:ext cx="1226167" cy="1916808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6175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715A7-27B2-88F2-519E-8234CDDEA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1D802CF2-6BDE-50C2-23B9-E2BECFA05A34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2B7F8CCF-7BC8-F107-D64F-578839FEBB70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CE490CDD-2331-309F-3D95-5FA30E9BC67B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4E94DDA-CE69-F5A5-C91A-29C124746658}"/>
              </a:ext>
            </a:extLst>
          </p:cNvPr>
          <p:cNvSpPr txBox="1"/>
          <p:nvPr/>
        </p:nvSpPr>
        <p:spPr>
          <a:xfrm>
            <a:off x="982511" y="203587"/>
            <a:ext cx="8130232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네이버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2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단계 인증 및 </a:t>
            </a:r>
            <a:r>
              <a:rPr lang="ko-KR" altLang="en-US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토큰키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비밀번호 관리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CC8677-BC42-C01F-A42A-0EF0BE6AEFDA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19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820E842-DD55-9EB7-1FD0-8780F803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26332" y="1998177"/>
            <a:ext cx="5313734" cy="2772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5D3C85-66D9-973A-E958-DBBFC7C8B139}"/>
              </a:ext>
            </a:extLst>
          </p:cNvPr>
          <p:cNvSpPr txBox="1"/>
          <p:nvPr/>
        </p:nvSpPr>
        <p:spPr>
          <a:xfrm>
            <a:off x="219892" y="3583823"/>
            <a:ext cx="540584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rgbClr val="222222"/>
                </a:solidFill>
                <a:effectLst/>
                <a:latin typeface="HelveticaNeue"/>
              </a:rPr>
              <a:t>2. </a:t>
            </a:r>
            <a:r>
              <a:rPr lang="ko-KR" altLang="en-US" sz="1400" b="0" i="0" dirty="0">
                <a:solidFill>
                  <a:srgbClr val="222222"/>
                </a:solidFill>
                <a:effectLst/>
                <a:latin typeface="HelveticaNeue"/>
              </a:rPr>
              <a:t>메뉴 위치</a:t>
            </a:r>
            <a:r>
              <a:rPr lang="en-US" altLang="ko-KR" sz="1400" b="0" i="0" dirty="0">
                <a:solidFill>
                  <a:srgbClr val="222222"/>
                </a:solidFill>
                <a:effectLst/>
                <a:latin typeface="HelveticaNeue"/>
              </a:rPr>
              <a:t>: </a:t>
            </a:r>
            <a:r>
              <a:rPr lang="ko-KR" altLang="en-US" sz="1400" b="0" i="0" dirty="0">
                <a:solidFill>
                  <a:srgbClr val="222222"/>
                </a:solidFill>
                <a:effectLst/>
                <a:latin typeface="HelveticaNeue"/>
              </a:rPr>
              <a:t>네이버</a:t>
            </a:r>
            <a:r>
              <a:rPr lang="en-US" altLang="ko-KR" sz="1400" b="0" i="0" dirty="0">
                <a:solidFill>
                  <a:srgbClr val="222222"/>
                </a:solidFill>
                <a:effectLst/>
                <a:latin typeface="HelveticaNeue"/>
              </a:rPr>
              <a:t>ID &gt; </a:t>
            </a:r>
            <a:r>
              <a:rPr lang="ko-KR" altLang="en-US" sz="1400" b="0" i="0" dirty="0">
                <a:solidFill>
                  <a:srgbClr val="222222"/>
                </a:solidFill>
                <a:effectLst/>
                <a:latin typeface="HelveticaNeue"/>
              </a:rPr>
              <a:t>보안설정 </a:t>
            </a:r>
            <a:r>
              <a:rPr lang="en-US" altLang="ko-KR" sz="1400" b="0" i="0" dirty="0">
                <a:solidFill>
                  <a:srgbClr val="222222"/>
                </a:solidFill>
                <a:effectLst/>
                <a:latin typeface="HelveticaNeue"/>
              </a:rPr>
              <a:t>&gt; </a:t>
            </a:r>
            <a:r>
              <a:rPr lang="ko-KR" altLang="en-US" sz="1400" b="0" i="0" dirty="0">
                <a:solidFill>
                  <a:srgbClr val="222222"/>
                </a:solidFill>
                <a:effectLst/>
                <a:latin typeface="HelveticaNeue"/>
              </a:rPr>
              <a:t>기본보안설정 </a:t>
            </a:r>
            <a:r>
              <a:rPr lang="en-US" altLang="ko-KR" sz="1400" b="0" i="0" dirty="0">
                <a:solidFill>
                  <a:srgbClr val="222222"/>
                </a:solidFill>
                <a:effectLst/>
                <a:latin typeface="HelveticaNeue"/>
              </a:rPr>
              <a:t>&gt; 2</a:t>
            </a:r>
            <a:r>
              <a:rPr lang="ko-KR" altLang="en-US" sz="1400" b="0" i="0" dirty="0">
                <a:solidFill>
                  <a:srgbClr val="222222"/>
                </a:solidFill>
                <a:effectLst/>
                <a:latin typeface="HelveticaNeue"/>
              </a:rPr>
              <a:t>단계 인증 </a:t>
            </a:r>
            <a:r>
              <a:rPr lang="en-US" altLang="ko-KR" sz="1400" b="0" i="0" dirty="0">
                <a:solidFill>
                  <a:srgbClr val="222222"/>
                </a:solidFill>
                <a:effectLst/>
                <a:latin typeface="HelveticaNeue"/>
              </a:rPr>
              <a:t>&gt; </a:t>
            </a:r>
            <a:r>
              <a:rPr lang="ko-KR" altLang="en-US" sz="1400" b="0" i="0" dirty="0">
                <a:solidFill>
                  <a:srgbClr val="222222"/>
                </a:solidFill>
                <a:effectLst/>
                <a:latin typeface="HelveticaNeue"/>
              </a:rPr>
              <a:t>관리</a:t>
            </a:r>
            <a:endParaRPr lang="ko-KR" altLang="en-US" sz="1400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14EFB506-63E6-C505-8FCE-9C07E5D82DF0}"/>
              </a:ext>
            </a:extLst>
          </p:cNvPr>
          <p:cNvGrpSpPr/>
          <p:nvPr/>
        </p:nvGrpSpPr>
        <p:grpSpPr>
          <a:xfrm>
            <a:off x="319934" y="1444929"/>
            <a:ext cx="2709871" cy="1693669"/>
            <a:chOff x="547135" y="1089933"/>
            <a:chExt cx="2709871" cy="1693669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0697DB51-2F86-B201-2FE5-9F621E5EC1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135" y="1089933"/>
              <a:ext cx="2709871" cy="1693669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F739788F-950B-D19A-4BC0-245425F3B4B5}"/>
                </a:ext>
              </a:extLst>
            </p:cNvPr>
            <p:cNvSpPr/>
            <p:nvPr/>
          </p:nvSpPr>
          <p:spPr>
            <a:xfrm>
              <a:off x="1902070" y="1936767"/>
              <a:ext cx="449244" cy="170707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 w="38100">
                  <a:solidFill>
                    <a:schemeClr val="tx1"/>
                  </a:solidFill>
                </a:ln>
                <a:noFill/>
              </a:endParaRPr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CDD46AE5-C77D-384C-9209-BA97F13E44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00" y="4007467"/>
            <a:ext cx="5125992" cy="228470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AACB5DCC-1E13-8029-0D5B-23EE09B33426}"/>
              </a:ext>
            </a:extLst>
          </p:cNvPr>
          <p:cNvSpPr/>
          <p:nvPr/>
        </p:nvSpPr>
        <p:spPr>
          <a:xfrm>
            <a:off x="2299088" y="4871672"/>
            <a:ext cx="3157103" cy="2054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11C1F45-B800-5E07-272A-3D96CBA6BF5D}"/>
              </a:ext>
            </a:extLst>
          </p:cNvPr>
          <p:cNvSpPr/>
          <p:nvPr/>
        </p:nvSpPr>
        <p:spPr>
          <a:xfrm>
            <a:off x="331206" y="6007280"/>
            <a:ext cx="651306" cy="2054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CF0C34-DD04-40C1-5775-E0654436A1CB}"/>
              </a:ext>
            </a:extLst>
          </p:cNvPr>
          <p:cNvSpPr txBox="1"/>
          <p:nvPr/>
        </p:nvSpPr>
        <p:spPr>
          <a:xfrm>
            <a:off x="6026332" y="1592949"/>
            <a:ext cx="540584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rgbClr val="222222"/>
                </a:solidFill>
                <a:effectLst/>
                <a:latin typeface="HelveticaNeue"/>
              </a:rPr>
              <a:t>3. </a:t>
            </a:r>
            <a:r>
              <a:rPr lang="ko-KR" altLang="en-US" sz="1400" b="0" i="0" dirty="0">
                <a:solidFill>
                  <a:srgbClr val="222222"/>
                </a:solidFill>
                <a:effectLst/>
                <a:latin typeface="HelveticaNeue"/>
              </a:rPr>
              <a:t>비밀번호 생성</a:t>
            </a:r>
            <a:endParaRPr lang="ko-KR" alt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762FE0-0AAE-2725-805A-A9B09E1A0C46}"/>
              </a:ext>
            </a:extLst>
          </p:cNvPr>
          <p:cNvSpPr txBox="1"/>
          <p:nvPr/>
        </p:nvSpPr>
        <p:spPr>
          <a:xfrm>
            <a:off x="219892" y="1077138"/>
            <a:ext cx="540584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rgbClr val="222222"/>
                </a:solidFill>
                <a:effectLst/>
                <a:latin typeface="HelveticaNeue"/>
              </a:rPr>
              <a:t>1. </a:t>
            </a:r>
            <a:r>
              <a:rPr lang="ko-KR" altLang="en-US" sz="1400" b="0" i="0" dirty="0" err="1">
                <a:solidFill>
                  <a:srgbClr val="222222"/>
                </a:solidFill>
                <a:effectLst/>
                <a:latin typeface="HelveticaNeue"/>
              </a:rPr>
              <a:t>로그인후</a:t>
            </a:r>
            <a:r>
              <a:rPr lang="ko-KR" altLang="en-US" sz="1400" b="0" i="0" dirty="0">
                <a:solidFill>
                  <a:srgbClr val="222222"/>
                </a:solidFill>
                <a:effectLst/>
                <a:latin typeface="HelveticaNeue"/>
              </a:rPr>
              <a:t> 닉네임 </a:t>
            </a:r>
            <a:r>
              <a:rPr lang="en-US" altLang="ko-KR" sz="1400" b="0" i="0" dirty="0">
                <a:solidFill>
                  <a:srgbClr val="222222"/>
                </a:solidFill>
                <a:effectLst/>
                <a:latin typeface="HelveticaNeue"/>
              </a:rPr>
              <a:t>&gt; </a:t>
            </a:r>
            <a:r>
              <a:rPr lang="ko-KR" altLang="en-US" sz="1400" b="0" i="0" dirty="0">
                <a:solidFill>
                  <a:srgbClr val="222222"/>
                </a:solidFill>
                <a:effectLst/>
                <a:latin typeface="HelveticaNeue"/>
              </a:rPr>
              <a:t>보안설정 클릭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EA2CA63-A77A-5EAA-AB4F-C6C6A70A21EE}"/>
              </a:ext>
            </a:extLst>
          </p:cNvPr>
          <p:cNvSpPr/>
          <p:nvPr/>
        </p:nvSpPr>
        <p:spPr>
          <a:xfrm>
            <a:off x="8031893" y="2933177"/>
            <a:ext cx="2383558" cy="30641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F7D195BE-9D0A-E9B7-3AD1-E1C34611322E}"/>
              </a:ext>
            </a:extLst>
          </p:cNvPr>
          <p:cNvSpPr/>
          <p:nvPr/>
        </p:nvSpPr>
        <p:spPr>
          <a:xfrm>
            <a:off x="8031893" y="3618412"/>
            <a:ext cx="702804" cy="30641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ED919D6-F346-681A-4E02-FE2472BBEDCF}"/>
              </a:ext>
            </a:extLst>
          </p:cNvPr>
          <p:cNvSpPr/>
          <p:nvPr/>
        </p:nvSpPr>
        <p:spPr>
          <a:xfrm>
            <a:off x="8031892" y="3996017"/>
            <a:ext cx="2845113" cy="30641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F18F768-E048-D6F1-94E7-3875CCA9903C}"/>
              </a:ext>
            </a:extLst>
          </p:cNvPr>
          <p:cNvSpPr txBox="1"/>
          <p:nvPr/>
        </p:nvSpPr>
        <p:spPr>
          <a:xfrm>
            <a:off x="6026332" y="4815712"/>
            <a:ext cx="540584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b="0" i="0" dirty="0">
                <a:solidFill>
                  <a:srgbClr val="222222"/>
                </a:solidFill>
                <a:effectLst/>
                <a:latin typeface="HelveticaNeue"/>
              </a:rPr>
              <a:t>비밀번호는 처음 외에는 </a:t>
            </a:r>
            <a:r>
              <a:rPr lang="ko-KR" altLang="en-US" sz="1400" b="0" i="0" dirty="0" err="1">
                <a:solidFill>
                  <a:srgbClr val="222222"/>
                </a:solidFill>
                <a:effectLst/>
                <a:latin typeface="HelveticaNeue"/>
              </a:rPr>
              <a:t>볼수</a:t>
            </a:r>
            <a:r>
              <a:rPr lang="ko-KR" altLang="en-US" sz="1400" b="0" i="0" dirty="0">
                <a:solidFill>
                  <a:srgbClr val="222222"/>
                </a:solidFill>
                <a:effectLst/>
                <a:latin typeface="HelveticaNeue"/>
              </a:rPr>
              <a:t> 없음</a:t>
            </a:r>
            <a:r>
              <a:rPr lang="en-US" altLang="ko-KR" sz="1400" b="0" i="0" dirty="0">
                <a:solidFill>
                  <a:srgbClr val="222222"/>
                </a:solidFill>
                <a:effectLst/>
                <a:latin typeface="HelveticaNeue"/>
              </a:rPr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4724622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C01F21C-E964-484E-9C2F-05A8566E72E2}"/>
              </a:ext>
            </a:extLst>
          </p:cNvPr>
          <p:cNvSpPr txBox="1"/>
          <p:nvPr/>
        </p:nvSpPr>
        <p:spPr>
          <a:xfrm>
            <a:off x="982511" y="203587"/>
            <a:ext cx="8130232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Selenium –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네이버 이메일 보내기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2 (text </a:t>
            </a:r>
            <a:r>
              <a:rPr lang="ko-KR" altLang="en-US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내용보내기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)</a:t>
            </a:r>
            <a:endParaRPr lang="ko-KR" altLang="en-US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6B0EA6-08D4-48D7-B44A-7C6DC6BE176B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12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67A735A-E186-4540-A006-65F08F36A34A}"/>
              </a:ext>
            </a:extLst>
          </p:cNvPr>
          <p:cNvSpPr/>
          <p:nvPr/>
        </p:nvSpPr>
        <p:spPr>
          <a:xfrm>
            <a:off x="111761" y="1034584"/>
            <a:ext cx="6974840" cy="567711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import </a:t>
            </a:r>
            <a:r>
              <a:rPr lang="en-US" altLang="ko-KR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smtplib</a:t>
            </a:r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                            </a:t>
            </a:r>
          </a:p>
          <a:p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from </a:t>
            </a:r>
            <a:r>
              <a:rPr lang="en-US" altLang="ko-KR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email.mime.text</a:t>
            </a:r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import </a:t>
            </a:r>
            <a:r>
              <a:rPr lang="en-US" altLang="ko-KR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MIMEText</a:t>
            </a:r>
            <a:endParaRPr lang="en-US" altLang="ko-KR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endParaRPr lang="en-US" altLang="ko-KR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en-US" altLang="ko-KR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smtpName</a:t>
            </a:r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= "smtp.naver.com"                  </a:t>
            </a:r>
          </a:p>
          <a:p>
            <a:r>
              <a:rPr lang="en-US" altLang="ko-KR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smtpPort</a:t>
            </a:r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=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포트번호                              </a:t>
            </a:r>
          </a:p>
          <a:p>
            <a:endParaRPr lang="ko-KR" altLang="en-US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en-US" altLang="ko-KR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sendEmail</a:t>
            </a:r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= "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나의 네이버 계정</a:t>
            </a:r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"</a:t>
            </a:r>
          </a:p>
          <a:p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password = "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나의 네이버 비밀번호</a:t>
            </a:r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"</a:t>
            </a:r>
          </a:p>
          <a:p>
            <a:r>
              <a:rPr lang="en-US" altLang="ko-KR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recvEmail</a:t>
            </a:r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= "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받는 사람 이메일</a:t>
            </a:r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"</a:t>
            </a:r>
          </a:p>
          <a:p>
            <a:endParaRPr lang="en-US" altLang="ko-KR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title = "</a:t>
            </a:r>
            <a:r>
              <a:rPr lang="ko-KR" altLang="en-US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파이썬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이메일보내기</a:t>
            </a:r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"                                </a:t>
            </a:r>
          </a:p>
          <a:p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content = "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이메일을 보내줍니다</a:t>
            </a:r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."                                </a:t>
            </a:r>
          </a:p>
          <a:p>
            <a:endParaRPr lang="en-US" altLang="ko-KR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msg = </a:t>
            </a:r>
            <a:r>
              <a:rPr lang="en-US" altLang="ko-KR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MIMEText</a:t>
            </a:r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(content)     #</a:t>
            </a:r>
            <a:r>
              <a:rPr lang="en-US" altLang="ko-KR" dirty="0"/>
              <a:t>msg = </a:t>
            </a:r>
            <a:r>
              <a:rPr lang="en-US" altLang="ko-KR" dirty="0" err="1"/>
              <a:t>MIMEText</a:t>
            </a:r>
            <a:r>
              <a:rPr lang="en-US" altLang="ko-KR" dirty="0"/>
              <a:t>(</a:t>
            </a:r>
            <a:r>
              <a:rPr lang="en-US" altLang="ko-KR" dirty="0" err="1"/>
              <a:t>text,'html</a:t>
            </a:r>
            <a:r>
              <a:rPr lang="en-US" altLang="ko-KR" dirty="0"/>
              <a:t>')</a:t>
            </a:r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                     </a:t>
            </a:r>
          </a:p>
          <a:p>
            <a:r>
              <a:rPr lang="en-US" altLang="ko-KR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msg</a:t>
            </a:r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['From'] = </a:t>
            </a:r>
            <a:r>
              <a:rPr lang="en-US" altLang="ko-KR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sendEmail</a:t>
            </a:r>
            <a:endParaRPr lang="en-US" altLang="ko-KR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en-US" altLang="ko-KR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msg</a:t>
            </a:r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['To'] = </a:t>
            </a:r>
            <a:r>
              <a:rPr lang="en-US" altLang="ko-KR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recvEmail</a:t>
            </a:r>
            <a:endParaRPr lang="en-US" altLang="ko-KR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en-US" altLang="ko-KR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msg</a:t>
            </a:r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['Subject'] = title                   </a:t>
            </a:r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9494" y="1499056"/>
            <a:ext cx="942975" cy="5143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C4AE5BBD-D8D1-4EEC-902E-C4A31697D618}"/>
              </a:ext>
            </a:extLst>
          </p:cNvPr>
          <p:cNvSpPr/>
          <p:nvPr/>
        </p:nvSpPr>
        <p:spPr>
          <a:xfrm>
            <a:off x="7279494" y="1054984"/>
            <a:ext cx="4525409" cy="307777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* </a:t>
            </a:r>
            <a:r>
              <a:rPr lang="ko-KR" altLang="en-US" sz="1400" dirty="0"/>
              <a:t>환경설정 하단 부분에 포트 정보가 있음</a:t>
            </a:r>
            <a:r>
              <a:rPr lang="en-US" altLang="ko-KR" sz="1400" dirty="0"/>
              <a:t>. 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4AE5BBD-D8D1-4EEC-902E-C4A31697D618}"/>
              </a:ext>
            </a:extLst>
          </p:cNvPr>
          <p:cNvSpPr/>
          <p:nvPr/>
        </p:nvSpPr>
        <p:spPr>
          <a:xfrm>
            <a:off x="7233339" y="2898954"/>
            <a:ext cx="4571563" cy="307777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* </a:t>
            </a:r>
            <a:r>
              <a:rPr lang="ko-KR" altLang="en-US" sz="1400" dirty="0" err="1"/>
              <a:t>읽어들인</a:t>
            </a:r>
            <a:r>
              <a:rPr lang="ko-KR" altLang="en-US" sz="1400" dirty="0"/>
              <a:t> 파일의 텍스트를 </a:t>
            </a:r>
            <a:r>
              <a:rPr lang="en-US" altLang="ko-KR" sz="1400" dirty="0"/>
              <a:t>MIME </a:t>
            </a:r>
            <a:r>
              <a:rPr lang="ko-KR" altLang="en-US" sz="1400" dirty="0"/>
              <a:t>객체화</a:t>
            </a:r>
            <a:endParaRPr lang="en-US" altLang="ko-KR" sz="1400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803D29DE-0526-4D22-8D4B-99C40EFC1B62}"/>
              </a:ext>
            </a:extLst>
          </p:cNvPr>
          <p:cNvSpPr/>
          <p:nvPr/>
        </p:nvSpPr>
        <p:spPr>
          <a:xfrm>
            <a:off x="121920" y="4668940"/>
            <a:ext cx="2996184" cy="120150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cxnSp>
        <p:nvCxnSpPr>
          <p:cNvPr id="27" name="연결선: 꺾임 12">
            <a:extLst>
              <a:ext uri="{FF2B5EF4-FFF2-40B4-BE49-F238E27FC236}">
                <a16:creationId xmlns:a16="http://schemas.microsoft.com/office/drawing/2014/main" id="{56A54C84-1962-4866-932B-7332AC2A87F9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 flipV="1">
            <a:off x="3118104" y="3052843"/>
            <a:ext cx="4115235" cy="2216851"/>
          </a:xfrm>
          <a:prstGeom prst="bentConnector3">
            <a:avLst>
              <a:gd name="adj1" fmla="val 81319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3D29DE-0526-4D22-8D4B-99C40EFC1B62}"/>
              </a:ext>
            </a:extLst>
          </p:cNvPr>
          <p:cNvSpPr/>
          <p:nvPr/>
        </p:nvSpPr>
        <p:spPr>
          <a:xfrm>
            <a:off x="121920" y="2196144"/>
            <a:ext cx="2996184" cy="29102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cxnSp>
        <p:nvCxnSpPr>
          <p:cNvPr id="29" name="연결선: 꺾임 12">
            <a:extLst>
              <a:ext uri="{FF2B5EF4-FFF2-40B4-BE49-F238E27FC236}">
                <a16:creationId xmlns:a16="http://schemas.microsoft.com/office/drawing/2014/main" id="{56A54C84-1962-4866-932B-7332AC2A87F9}"/>
              </a:ext>
            </a:extLst>
          </p:cNvPr>
          <p:cNvCxnSpPr>
            <a:cxnSpLocks/>
            <a:stCxn id="28" idx="3"/>
            <a:endCxn id="17" idx="1"/>
          </p:cNvCxnSpPr>
          <p:nvPr/>
        </p:nvCxnSpPr>
        <p:spPr>
          <a:xfrm flipV="1">
            <a:off x="3118104" y="1756231"/>
            <a:ext cx="4161390" cy="585425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F625AB9-37D9-430E-0671-A4FAE242B1D5}"/>
              </a:ext>
            </a:extLst>
          </p:cNvPr>
          <p:cNvSpPr txBox="1"/>
          <p:nvPr/>
        </p:nvSpPr>
        <p:spPr>
          <a:xfrm>
            <a:off x="7285589" y="3764029"/>
            <a:ext cx="3263537" cy="286232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/>
              <a:t>text = f"""</a:t>
            </a:r>
          </a:p>
          <a:p>
            <a:r>
              <a:rPr lang="en-US" altLang="ko-KR" dirty="0"/>
              <a:t>    &lt;html&gt;</a:t>
            </a:r>
          </a:p>
          <a:p>
            <a:r>
              <a:rPr lang="en-US" altLang="ko-KR" dirty="0"/>
              <a:t>    &lt;body&gt;</a:t>
            </a:r>
          </a:p>
          <a:p>
            <a:r>
              <a:rPr lang="en-US" altLang="ko-KR" dirty="0"/>
              <a:t>        &lt;h2&gt;{title}&lt;/h2&gt;</a:t>
            </a:r>
          </a:p>
          <a:p>
            <a:r>
              <a:rPr lang="en-US" altLang="ko-KR" dirty="0"/>
              <a:t>        &lt;p&gt;</a:t>
            </a:r>
            <a:r>
              <a:rPr lang="ko-KR" altLang="en-US" dirty="0"/>
              <a:t>메일 </a:t>
            </a:r>
            <a:r>
              <a:rPr lang="en-US" altLang="ko-KR" dirty="0"/>
              <a:t>html</a:t>
            </a:r>
            <a:r>
              <a:rPr lang="ko-KR" altLang="en-US" dirty="0"/>
              <a:t>전송</a:t>
            </a:r>
            <a:r>
              <a:rPr lang="en-US" altLang="ko-KR" dirty="0"/>
              <a:t>&lt;/p&gt;</a:t>
            </a:r>
          </a:p>
          <a:p>
            <a:r>
              <a:rPr lang="en-US" altLang="ko-KR" dirty="0"/>
              <a:t>    &lt;/body&gt;</a:t>
            </a:r>
          </a:p>
          <a:p>
            <a:r>
              <a:rPr lang="en-US" altLang="ko-KR" dirty="0"/>
              <a:t>    &lt;/html&gt;</a:t>
            </a:r>
          </a:p>
          <a:p>
            <a:r>
              <a:rPr lang="en-US" altLang="ko-KR" dirty="0"/>
              <a:t>    """</a:t>
            </a:r>
          </a:p>
          <a:p>
            <a:endParaRPr lang="en-US" altLang="ko-KR" dirty="0"/>
          </a:p>
          <a:p>
            <a:r>
              <a:rPr lang="en-US" altLang="ko-KR" dirty="0"/>
              <a:t>msg = </a:t>
            </a:r>
            <a:r>
              <a:rPr lang="en-US" altLang="ko-KR" dirty="0" err="1"/>
              <a:t>MIMEText</a:t>
            </a:r>
            <a:r>
              <a:rPr lang="en-US" altLang="ko-KR" dirty="0"/>
              <a:t>(</a:t>
            </a:r>
            <a:r>
              <a:rPr lang="en-US" altLang="ko-KR" dirty="0" err="1"/>
              <a:t>text,'html</a:t>
            </a:r>
            <a:r>
              <a:rPr lang="en-US" altLang="ko-KR" dirty="0"/>
              <a:t>')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26FA8A8-5F70-6FE9-996F-3674547AF179}"/>
              </a:ext>
            </a:extLst>
          </p:cNvPr>
          <p:cNvSpPr/>
          <p:nvPr/>
        </p:nvSpPr>
        <p:spPr>
          <a:xfrm>
            <a:off x="7233339" y="3379307"/>
            <a:ext cx="4571563" cy="307777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* html</a:t>
            </a:r>
            <a:r>
              <a:rPr lang="ko-KR" altLang="en-US" sz="1400" dirty="0"/>
              <a:t> 소스 추가 보내기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9303676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C01F21C-E964-484E-9C2F-05A8566E72E2}"/>
              </a:ext>
            </a:extLst>
          </p:cNvPr>
          <p:cNvSpPr txBox="1"/>
          <p:nvPr/>
        </p:nvSpPr>
        <p:spPr>
          <a:xfrm>
            <a:off x="982511" y="203587"/>
            <a:ext cx="8130232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네이버 이메일 보내기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3</a:t>
            </a:r>
            <a:endParaRPr lang="ko-KR" altLang="en-US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6B0EA6-08D4-48D7-B44A-7C6DC6BE176B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19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67A735A-E186-4540-A006-65F08F36A34A}"/>
              </a:ext>
            </a:extLst>
          </p:cNvPr>
          <p:cNvSpPr/>
          <p:nvPr/>
        </p:nvSpPr>
        <p:spPr>
          <a:xfrm>
            <a:off x="111761" y="1034584"/>
            <a:ext cx="6974840" cy="567711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br>
              <a:rPr lang="ko-KR" altLang="en-US" dirty="0"/>
            </a:br>
            <a:r>
              <a:rPr lang="en-US" altLang="ko-KR" dirty="0"/>
              <a:t># </a:t>
            </a:r>
            <a:r>
              <a:rPr lang="ko-KR" altLang="en-US" dirty="0"/>
              <a:t>메일 서버 정보 </a:t>
            </a:r>
            <a:r>
              <a:rPr lang="en-US" altLang="ko-KR" dirty="0"/>
              <a:t>smtp.naver.com/587</a:t>
            </a:r>
          </a:p>
          <a:p>
            <a:r>
              <a:rPr lang="en-US" altLang="ko-KR" dirty="0"/>
              <a:t>s = </a:t>
            </a:r>
            <a:r>
              <a:rPr lang="en-US" altLang="ko-KR" dirty="0" err="1"/>
              <a:t>smtplib.SMTP</a:t>
            </a:r>
            <a:r>
              <a:rPr lang="en-US" altLang="ko-KR" dirty="0"/>
              <a:t>(</a:t>
            </a:r>
            <a:r>
              <a:rPr lang="en-US" altLang="ko-KR" dirty="0" err="1"/>
              <a:t>smtpName</a:t>
            </a:r>
            <a:r>
              <a:rPr lang="en-US" altLang="ko-KR" dirty="0"/>
              <a:t> , </a:t>
            </a:r>
            <a:r>
              <a:rPr lang="en-US" altLang="ko-KR" dirty="0" err="1"/>
              <a:t>smtpPort</a:t>
            </a:r>
            <a:r>
              <a:rPr lang="en-US" altLang="ko-KR" dirty="0"/>
              <a:t>)         </a:t>
            </a:r>
          </a:p>
          <a:p>
            <a:r>
              <a:rPr lang="en-US" altLang="ko-KR" dirty="0"/>
              <a:t># </a:t>
            </a:r>
            <a:r>
              <a:rPr lang="ko-KR" altLang="en-US" dirty="0"/>
              <a:t>메일 서버 접근</a:t>
            </a:r>
          </a:p>
          <a:p>
            <a:r>
              <a:rPr lang="en-US" altLang="ko-KR" dirty="0" err="1"/>
              <a:t>s.starttls</a:t>
            </a:r>
            <a:r>
              <a:rPr lang="en-US" altLang="ko-KR" dirty="0"/>
              <a:t>()    </a:t>
            </a:r>
          </a:p>
          <a:p>
            <a:r>
              <a:rPr lang="en-US" altLang="ko-KR" dirty="0"/>
              <a:t># </a:t>
            </a:r>
            <a:r>
              <a:rPr lang="ko-KR" altLang="en-US" dirty="0"/>
              <a:t>메일 서버 로그인                            </a:t>
            </a:r>
          </a:p>
          <a:p>
            <a:r>
              <a:rPr lang="en-US" altLang="ko-KR" dirty="0" err="1"/>
              <a:t>s.login</a:t>
            </a:r>
            <a:r>
              <a:rPr lang="en-US" altLang="ko-KR" dirty="0"/>
              <a:t>(</a:t>
            </a:r>
            <a:r>
              <a:rPr lang="en-US" altLang="ko-KR" dirty="0" err="1"/>
              <a:t>sendEmail</a:t>
            </a:r>
            <a:r>
              <a:rPr lang="en-US" altLang="ko-KR" dirty="0"/>
              <a:t> , password)   </a:t>
            </a:r>
          </a:p>
          <a:p>
            <a:r>
              <a:rPr lang="en-US" altLang="ko-KR" dirty="0"/>
              <a:t># </a:t>
            </a:r>
            <a:r>
              <a:rPr lang="ko-KR" altLang="en-US" dirty="0"/>
              <a:t>메일 발송              </a:t>
            </a:r>
          </a:p>
          <a:p>
            <a:r>
              <a:rPr lang="en-US" altLang="ko-KR" dirty="0" err="1"/>
              <a:t>s.sendmail</a:t>
            </a:r>
            <a:r>
              <a:rPr lang="en-US" altLang="ko-KR" dirty="0"/>
              <a:t>(</a:t>
            </a:r>
            <a:r>
              <a:rPr lang="en-US" altLang="ko-KR" dirty="0" err="1"/>
              <a:t>sendEmail</a:t>
            </a:r>
            <a:r>
              <a:rPr lang="en-US" altLang="ko-KR" dirty="0"/>
              <a:t>, </a:t>
            </a:r>
            <a:r>
              <a:rPr lang="en-US" altLang="ko-KR" dirty="0" err="1"/>
              <a:t>recvEmail</a:t>
            </a:r>
            <a:r>
              <a:rPr lang="en-US" altLang="ko-KR" dirty="0"/>
              <a:t>, </a:t>
            </a:r>
            <a:r>
              <a:rPr lang="en-US" altLang="ko-KR" dirty="0" err="1"/>
              <a:t>msg.as_string</a:t>
            </a:r>
            <a:r>
              <a:rPr lang="en-US" altLang="ko-KR" dirty="0"/>
              <a:t>()) </a:t>
            </a:r>
          </a:p>
          <a:p>
            <a:r>
              <a:rPr lang="en-US" altLang="ko-KR" dirty="0"/>
              <a:t># </a:t>
            </a:r>
            <a:r>
              <a:rPr lang="ko-KR" altLang="en-US" dirty="0"/>
              <a:t>메일 닫기</a:t>
            </a:r>
          </a:p>
          <a:p>
            <a:r>
              <a:rPr lang="en-US" altLang="ko-KR" dirty="0" err="1"/>
              <a:t>s.close</a:t>
            </a:r>
            <a:r>
              <a:rPr lang="en-US" altLang="ko-KR" dirty="0"/>
              <a:t>()  </a:t>
            </a:r>
          </a:p>
          <a:p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700388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868EB-140D-0B4A-1851-A53E3C4A5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E0C2D20-6B1D-8F4E-17C3-7C916937515E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BF132E79-14A8-1963-146C-2F14FDC4AA91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EFF4CCC8-5FCC-2C0F-0136-E225EC161A2B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D319873-ABD8-B74C-0D1C-167DB85A1FF0}"/>
              </a:ext>
            </a:extLst>
          </p:cNvPr>
          <p:cNvSpPr txBox="1"/>
          <p:nvPr/>
        </p:nvSpPr>
        <p:spPr>
          <a:xfrm>
            <a:off x="982511" y="203587"/>
            <a:ext cx="8130232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예제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9ADBF06-237D-EBC9-9A31-449AF7A71ADE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19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B3149B8-EE22-C764-BB00-186D2EC3E9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775" y="1005580"/>
            <a:ext cx="4834995" cy="5770801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27BB07D-0893-318B-E5D7-50105115E1F6}"/>
              </a:ext>
            </a:extLst>
          </p:cNvPr>
          <p:cNvSpPr/>
          <p:nvPr/>
        </p:nvSpPr>
        <p:spPr>
          <a:xfrm>
            <a:off x="5519704" y="4540056"/>
            <a:ext cx="6082824" cy="738664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* </a:t>
            </a:r>
            <a:r>
              <a:rPr lang="en-US" altLang="ko-KR" sz="1400" dirty="0" err="1"/>
              <a:t>msg.as_string</a:t>
            </a:r>
            <a:br>
              <a:rPr lang="en-US" altLang="ko-KR" sz="1400" dirty="0"/>
            </a:br>
            <a:r>
              <a:rPr lang="ko-KR" altLang="en-US" sz="1400" dirty="0"/>
              <a:t>발신자</a:t>
            </a:r>
            <a:r>
              <a:rPr lang="en-US" altLang="ko-KR" sz="1400" dirty="0"/>
              <a:t>, </a:t>
            </a:r>
            <a:r>
              <a:rPr lang="ko-KR" altLang="en-US" sz="1400" dirty="0"/>
              <a:t>수신자</a:t>
            </a:r>
            <a:r>
              <a:rPr lang="en-US" altLang="ko-KR" sz="1400" dirty="0"/>
              <a:t>, </a:t>
            </a:r>
            <a:r>
              <a:rPr lang="ko-KR" altLang="en-US" sz="1400" dirty="0"/>
              <a:t>제목</a:t>
            </a:r>
            <a:r>
              <a:rPr lang="en-US" altLang="ko-KR" sz="1400" dirty="0"/>
              <a:t>, </a:t>
            </a:r>
            <a:r>
              <a:rPr lang="ko-KR" altLang="en-US" sz="1400" dirty="0"/>
              <a:t>본문 등의 필드를 갖고 있는 </a:t>
            </a:r>
            <a:r>
              <a:rPr lang="en-US" altLang="ko-KR" sz="1400" dirty="0" err="1"/>
              <a:t>MIMEText</a:t>
            </a:r>
            <a:r>
              <a:rPr lang="en-US" altLang="ko-KR" sz="1400" dirty="0"/>
              <a:t> </a:t>
            </a:r>
            <a:r>
              <a:rPr lang="ko-KR" altLang="en-US" sz="1400" dirty="0"/>
              <a:t>객체를 문자열로 변환한다</a:t>
            </a:r>
            <a:r>
              <a:rPr lang="en-US" altLang="ko-KR" sz="1400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E27A40-7EA0-ACEB-ACE3-EF87247B9689}"/>
              </a:ext>
            </a:extLst>
          </p:cNvPr>
          <p:cNvSpPr txBox="1"/>
          <p:nvPr/>
        </p:nvSpPr>
        <p:spPr>
          <a:xfrm>
            <a:off x="8633604" y="6596390"/>
            <a:ext cx="355839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https://www.youtube.com/watch?v=bmm2sSY-Ye8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58DB4D2-C48D-45A5-3588-6EA47B571C6E}"/>
              </a:ext>
            </a:extLst>
          </p:cNvPr>
          <p:cNvSpPr/>
          <p:nvPr/>
        </p:nvSpPr>
        <p:spPr>
          <a:xfrm>
            <a:off x="5519704" y="3653119"/>
            <a:ext cx="6082824" cy="738664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* </a:t>
            </a:r>
            <a:r>
              <a:rPr lang="en-US" altLang="ko-KR" sz="1400" dirty="0" err="1"/>
              <a:t>strattls</a:t>
            </a:r>
            <a:br>
              <a:rPr lang="en-US" altLang="ko-KR" sz="1400" dirty="0"/>
            </a:br>
            <a:r>
              <a:rPr lang="en-US" altLang="ko-KR" sz="1400" dirty="0"/>
              <a:t>TLS </a:t>
            </a:r>
            <a:r>
              <a:rPr lang="ko-KR" altLang="en-US" sz="1400" dirty="0"/>
              <a:t>보안연결을 시작</a:t>
            </a:r>
            <a:br>
              <a:rPr lang="en-US" altLang="ko-KR" sz="1400" dirty="0"/>
            </a:br>
            <a:r>
              <a:rPr lang="en-US" altLang="ko-KR" sz="1400" dirty="0"/>
              <a:t>TLS</a:t>
            </a:r>
            <a:r>
              <a:rPr lang="ko-KR" altLang="en-US" sz="1400" dirty="0"/>
              <a:t>는 인터넷 연결을 통해 전송 중인 이메일에 대한 무단 액세스를 방지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7131785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C01F21C-E964-484E-9C2F-05A8566E72E2}"/>
              </a:ext>
            </a:extLst>
          </p:cNvPr>
          <p:cNvSpPr txBox="1"/>
          <p:nvPr/>
        </p:nvSpPr>
        <p:spPr>
          <a:xfrm>
            <a:off x="982511" y="203587"/>
            <a:ext cx="8130232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네이버 이메일 파일첨부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1</a:t>
            </a:r>
            <a:endParaRPr lang="ko-KR" altLang="en-US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6B0EA6-08D4-48D7-B44A-7C6DC6BE176B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19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67A735A-E186-4540-A006-65F08F36A34A}"/>
              </a:ext>
            </a:extLst>
          </p:cNvPr>
          <p:cNvSpPr/>
          <p:nvPr/>
        </p:nvSpPr>
        <p:spPr>
          <a:xfrm>
            <a:off x="111760" y="1034584"/>
            <a:ext cx="7011415" cy="567711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dirty="0"/>
              <a:t>import </a:t>
            </a:r>
            <a:r>
              <a:rPr lang="en-US" altLang="ko-KR" dirty="0" err="1"/>
              <a:t>smtplib</a:t>
            </a:r>
            <a:endParaRPr lang="en-US" altLang="ko-KR" dirty="0"/>
          </a:p>
          <a:p>
            <a:r>
              <a:rPr lang="en-US" altLang="ko-KR" dirty="0"/>
              <a:t>from </a:t>
            </a:r>
            <a:r>
              <a:rPr lang="en-US" altLang="ko-KR" dirty="0" err="1"/>
              <a:t>email.mime.text</a:t>
            </a:r>
            <a:r>
              <a:rPr lang="en-US" altLang="ko-KR" dirty="0"/>
              <a:t> import </a:t>
            </a:r>
            <a:r>
              <a:rPr lang="en-US" altLang="ko-KR" dirty="0" err="1"/>
              <a:t>MIMEText</a:t>
            </a:r>
            <a:endParaRPr lang="en-US" altLang="ko-KR" dirty="0"/>
          </a:p>
          <a:p>
            <a:r>
              <a:rPr lang="en-US" altLang="ko-KR" dirty="0"/>
              <a:t>from </a:t>
            </a:r>
            <a:r>
              <a:rPr lang="en-US" altLang="ko-KR" dirty="0" err="1"/>
              <a:t>email.mime.multipart</a:t>
            </a:r>
            <a:r>
              <a:rPr lang="en-US" altLang="ko-KR" dirty="0"/>
              <a:t> import </a:t>
            </a:r>
            <a:r>
              <a:rPr lang="en-US" altLang="ko-KR" dirty="0" err="1"/>
              <a:t>MIMEMultipart</a:t>
            </a:r>
            <a:endParaRPr lang="en-US" altLang="ko-KR" dirty="0"/>
          </a:p>
          <a:p>
            <a:r>
              <a:rPr lang="en-US" altLang="ko-KR" dirty="0"/>
              <a:t>from </a:t>
            </a:r>
            <a:r>
              <a:rPr lang="en-US" altLang="ko-KR" dirty="0" err="1"/>
              <a:t>email.mime.base</a:t>
            </a:r>
            <a:r>
              <a:rPr lang="en-US" altLang="ko-KR" dirty="0"/>
              <a:t> import </a:t>
            </a:r>
            <a:r>
              <a:rPr lang="en-US" altLang="ko-KR" dirty="0" err="1"/>
              <a:t>MIMEBase</a:t>
            </a:r>
            <a:endParaRPr lang="en-US" altLang="ko-KR" dirty="0"/>
          </a:p>
          <a:p>
            <a:r>
              <a:rPr lang="en-US" altLang="ko-KR" dirty="0"/>
              <a:t>from email import encoders</a:t>
            </a:r>
          </a:p>
          <a:p>
            <a:br>
              <a:rPr lang="en-US" altLang="ko-KR" dirty="0"/>
            </a:br>
            <a:r>
              <a:rPr lang="en-US" altLang="ko-KR" dirty="0" err="1"/>
              <a:t>smtpName</a:t>
            </a:r>
            <a:r>
              <a:rPr lang="ko-KR" altLang="en-US" dirty="0"/>
              <a:t> </a:t>
            </a:r>
            <a:r>
              <a:rPr lang="en-US" altLang="ko-KR" dirty="0"/>
              <a:t>= "smtp.naver.com"</a:t>
            </a:r>
            <a:endParaRPr lang="ko-KR" altLang="en-US" dirty="0"/>
          </a:p>
          <a:p>
            <a:r>
              <a:rPr lang="en-US" altLang="ko-KR" dirty="0" err="1"/>
              <a:t>smtpPort</a:t>
            </a:r>
            <a:r>
              <a:rPr lang="ko-KR" altLang="en-US" dirty="0"/>
              <a:t> </a:t>
            </a:r>
            <a:r>
              <a:rPr lang="en-US" altLang="ko-KR" dirty="0"/>
              <a:t>= 587</a:t>
            </a:r>
            <a:endParaRPr lang="ko-KR" altLang="en-US" dirty="0"/>
          </a:p>
          <a:p>
            <a:r>
              <a:rPr lang="en-US" altLang="ko-KR" dirty="0" err="1"/>
              <a:t>sendEmail</a:t>
            </a:r>
            <a:r>
              <a:rPr lang="ko-KR" altLang="en-US" dirty="0"/>
              <a:t> </a:t>
            </a:r>
            <a:r>
              <a:rPr lang="en-US" altLang="ko-KR" dirty="0"/>
              <a:t>= "onulee@naver.com"</a:t>
            </a:r>
            <a:endParaRPr lang="ko-KR" altLang="en-US" dirty="0"/>
          </a:p>
          <a:p>
            <a:r>
              <a:rPr lang="en-US" altLang="ko-KR" dirty="0"/>
              <a:t>password</a:t>
            </a:r>
            <a:r>
              <a:rPr lang="ko-KR" altLang="en-US" dirty="0"/>
              <a:t> </a:t>
            </a:r>
            <a:r>
              <a:rPr lang="en-US" altLang="ko-KR" dirty="0"/>
              <a:t>= "1111"</a:t>
            </a:r>
            <a:endParaRPr lang="ko-KR" altLang="en-US" dirty="0"/>
          </a:p>
          <a:p>
            <a:r>
              <a:rPr lang="en-US" altLang="ko-KR" dirty="0" err="1"/>
              <a:t>recvEmail</a:t>
            </a:r>
            <a:r>
              <a:rPr lang="ko-KR" altLang="en-US" dirty="0"/>
              <a:t> </a:t>
            </a:r>
            <a:r>
              <a:rPr lang="en-US" altLang="ko-KR" dirty="0"/>
              <a:t>= "onulee@naver.com"</a:t>
            </a:r>
            <a:endParaRPr lang="ko-KR" altLang="en-US" dirty="0"/>
          </a:p>
          <a:p>
            <a:br>
              <a:rPr lang="ko-KR" altLang="en-US" dirty="0"/>
            </a:br>
            <a:r>
              <a:rPr lang="en-US" altLang="ko-KR" dirty="0"/>
              <a:t>title</a:t>
            </a:r>
            <a:r>
              <a:rPr lang="ko-KR" altLang="en-US" dirty="0"/>
              <a:t> </a:t>
            </a:r>
            <a:r>
              <a:rPr lang="en-US" altLang="ko-KR" dirty="0"/>
              <a:t>= "</a:t>
            </a:r>
            <a:r>
              <a:rPr lang="ko-KR" altLang="en-US" dirty="0" err="1"/>
              <a:t>파이썬</a:t>
            </a:r>
            <a:r>
              <a:rPr lang="ko-KR" altLang="en-US" dirty="0"/>
              <a:t> 파일 첨부</a:t>
            </a:r>
            <a:r>
              <a:rPr lang="en-US" altLang="ko-KR" dirty="0"/>
              <a:t>"</a:t>
            </a:r>
            <a:endParaRPr lang="ko-KR" altLang="en-US" dirty="0"/>
          </a:p>
          <a:p>
            <a:r>
              <a:rPr lang="en-US" altLang="ko-KR" dirty="0"/>
              <a:t>content</a:t>
            </a:r>
            <a:r>
              <a:rPr lang="ko-KR" altLang="en-US" dirty="0"/>
              <a:t> </a:t>
            </a:r>
            <a:r>
              <a:rPr lang="en-US" altLang="ko-KR" dirty="0"/>
              <a:t>= "</a:t>
            </a:r>
            <a:r>
              <a:rPr lang="ko-KR" altLang="en-US" dirty="0" err="1"/>
              <a:t>파이썬</a:t>
            </a:r>
            <a:r>
              <a:rPr lang="ko-KR" altLang="en-US" dirty="0"/>
              <a:t> 이메일 파일 첨부 소스 코드입니다</a:t>
            </a:r>
            <a:r>
              <a:rPr lang="en-US" altLang="ko-KR" dirty="0"/>
              <a:t>."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4AE5BBD-D8D1-4EEC-902E-C4A31697D618}"/>
              </a:ext>
            </a:extLst>
          </p:cNvPr>
          <p:cNvSpPr/>
          <p:nvPr/>
        </p:nvSpPr>
        <p:spPr>
          <a:xfrm>
            <a:off x="7279494" y="1576217"/>
            <a:ext cx="4525409" cy="307777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* </a:t>
            </a:r>
            <a:r>
              <a:rPr lang="ko-KR" altLang="en-US" sz="1400" dirty="0"/>
              <a:t>파일 첨부에 필요한 라이브러리</a:t>
            </a:r>
            <a:r>
              <a:rPr lang="en-US" altLang="ko-KR" sz="1400" dirty="0"/>
              <a:t> 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03D29DE-0526-4D22-8D4B-99C40EFC1B62}"/>
              </a:ext>
            </a:extLst>
          </p:cNvPr>
          <p:cNvSpPr/>
          <p:nvPr/>
        </p:nvSpPr>
        <p:spPr>
          <a:xfrm>
            <a:off x="121920" y="1608205"/>
            <a:ext cx="5181600" cy="90639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cxnSp>
        <p:nvCxnSpPr>
          <p:cNvPr id="10" name="연결선: 꺾임 12">
            <a:extLst>
              <a:ext uri="{FF2B5EF4-FFF2-40B4-BE49-F238E27FC236}">
                <a16:creationId xmlns:a16="http://schemas.microsoft.com/office/drawing/2014/main" id="{56A54C84-1962-4866-932B-7332AC2A87F9}"/>
              </a:ext>
            </a:extLst>
          </p:cNvPr>
          <p:cNvCxnSpPr>
            <a:cxnSpLocks/>
            <a:stCxn id="9" idx="3"/>
            <a:endCxn id="8" idx="1"/>
          </p:cNvCxnSpPr>
          <p:nvPr/>
        </p:nvCxnSpPr>
        <p:spPr>
          <a:xfrm flipV="1">
            <a:off x="5303520" y="1730106"/>
            <a:ext cx="1975974" cy="331297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3894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C01F21C-E964-484E-9C2F-05A8566E72E2}"/>
              </a:ext>
            </a:extLst>
          </p:cNvPr>
          <p:cNvSpPr txBox="1"/>
          <p:nvPr/>
        </p:nvSpPr>
        <p:spPr>
          <a:xfrm>
            <a:off x="982511" y="203587"/>
            <a:ext cx="8130232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네이버 이메일 파일첨부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2</a:t>
            </a:r>
            <a:endParaRPr lang="ko-KR" altLang="en-US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6B0EA6-08D4-48D7-B44A-7C6DC6BE176B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19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67A735A-E186-4540-A006-65F08F36A34A}"/>
              </a:ext>
            </a:extLst>
          </p:cNvPr>
          <p:cNvSpPr/>
          <p:nvPr/>
        </p:nvSpPr>
        <p:spPr>
          <a:xfrm>
            <a:off x="111760" y="1034584"/>
            <a:ext cx="7011415" cy="567711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dirty="0"/>
              <a:t># MIME</a:t>
            </a:r>
            <a:r>
              <a:rPr lang="ko-KR" altLang="en-US" dirty="0"/>
              <a:t>객체화</a:t>
            </a:r>
          </a:p>
          <a:p>
            <a:r>
              <a:rPr lang="en-US" altLang="ko-KR" dirty="0" err="1"/>
              <a:t>msg</a:t>
            </a:r>
            <a:r>
              <a:rPr lang="en-US" altLang="ko-KR" dirty="0"/>
              <a:t> = </a:t>
            </a:r>
            <a:r>
              <a:rPr lang="en-US" altLang="ko-KR" dirty="0" err="1"/>
              <a:t>MIMEMultipart</a:t>
            </a:r>
            <a:r>
              <a:rPr lang="en-US" altLang="ko-KR" dirty="0"/>
              <a:t>('alternative')</a:t>
            </a:r>
          </a:p>
          <a:p>
            <a:r>
              <a:rPr lang="en-US" altLang="ko-KR" dirty="0"/>
              <a:t># </a:t>
            </a:r>
            <a:r>
              <a:rPr lang="ko-KR" altLang="en-US" dirty="0" err="1"/>
              <a:t>내용부분</a:t>
            </a:r>
            <a:endParaRPr lang="ko-KR" altLang="en-US" dirty="0"/>
          </a:p>
          <a:p>
            <a:r>
              <a:rPr lang="en-US" altLang="ko-KR" dirty="0"/>
              <a:t>part2 = </a:t>
            </a:r>
            <a:r>
              <a:rPr lang="en-US" altLang="ko-KR" dirty="0" err="1"/>
              <a:t>MIMEText</a:t>
            </a:r>
            <a:r>
              <a:rPr lang="en-US" altLang="ko-KR" dirty="0"/>
              <a:t>(content)</a:t>
            </a:r>
          </a:p>
          <a:p>
            <a:r>
              <a:rPr lang="en-US" altLang="ko-KR" dirty="0" err="1"/>
              <a:t>msg.attach</a:t>
            </a:r>
            <a:r>
              <a:rPr lang="en-US" altLang="ko-KR" dirty="0"/>
              <a:t>(part2)</a:t>
            </a:r>
          </a:p>
          <a:p>
            <a:r>
              <a:rPr lang="en-US" altLang="ko-KR" dirty="0" err="1"/>
              <a:t>msg</a:t>
            </a:r>
            <a:r>
              <a:rPr lang="en-US" altLang="ko-KR" dirty="0"/>
              <a:t>['From'] = </a:t>
            </a:r>
            <a:r>
              <a:rPr lang="en-US" altLang="ko-KR" dirty="0" err="1"/>
              <a:t>sendEmail</a:t>
            </a:r>
            <a:endParaRPr lang="en-US" altLang="ko-KR" dirty="0"/>
          </a:p>
          <a:p>
            <a:r>
              <a:rPr lang="en-US" altLang="ko-KR" dirty="0" err="1"/>
              <a:t>msg</a:t>
            </a:r>
            <a:r>
              <a:rPr lang="en-US" altLang="ko-KR" dirty="0"/>
              <a:t>['To'] = </a:t>
            </a:r>
            <a:r>
              <a:rPr lang="en-US" altLang="ko-KR" dirty="0" err="1"/>
              <a:t>recvEmail</a:t>
            </a:r>
            <a:endParaRPr lang="en-US" altLang="ko-KR" dirty="0"/>
          </a:p>
          <a:p>
            <a:r>
              <a:rPr lang="en-US" altLang="ko-KR" dirty="0" err="1"/>
              <a:t>msg</a:t>
            </a:r>
            <a:r>
              <a:rPr lang="en-US" altLang="ko-KR" dirty="0"/>
              <a:t>['Subject'] = title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4AE5BBD-D8D1-4EEC-902E-C4A31697D618}"/>
              </a:ext>
            </a:extLst>
          </p:cNvPr>
          <p:cNvSpPr/>
          <p:nvPr/>
        </p:nvSpPr>
        <p:spPr>
          <a:xfrm>
            <a:off x="7279494" y="1576217"/>
            <a:ext cx="4525409" cy="738664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*  </a:t>
            </a:r>
            <a:r>
              <a:rPr lang="ko-KR" altLang="en-US" sz="1400" dirty="0" err="1"/>
              <a:t>파일첨부에</a:t>
            </a:r>
            <a:r>
              <a:rPr lang="ko-KR" altLang="en-US" sz="1400" dirty="0"/>
              <a:t> 필요한 </a:t>
            </a:r>
            <a:r>
              <a:rPr lang="en-US" altLang="ko-KR" sz="1400" dirty="0"/>
              <a:t>MIME</a:t>
            </a:r>
            <a:r>
              <a:rPr lang="ko-KR" altLang="en-US" sz="1400" dirty="0"/>
              <a:t>설정</a:t>
            </a:r>
            <a:br>
              <a:rPr lang="en-US" altLang="ko-KR" sz="1400" dirty="0"/>
            </a:br>
            <a:br>
              <a:rPr lang="en-US" altLang="ko-KR" sz="1400" dirty="0"/>
            </a:br>
            <a:r>
              <a:rPr lang="en-US" altLang="ko-KR" sz="1400" dirty="0"/>
              <a:t>* </a:t>
            </a:r>
            <a:r>
              <a:rPr lang="en-US" altLang="ko-KR" sz="1400" dirty="0" err="1"/>
              <a:t>MIMEText</a:t>
            </a:r>
            <a:r>
              <a:rPr lang="en-US" altLang="ko-KR" sz="1400" dirty="0"/>
              <a:t> </a:t>
            </a:r>
            <a:r>
              <a:rPr lang="ko-KR" altLang="en-US" sz="1400" dirty="0"/>
              <a:t>설정</a:t>
            </a:r>
            <a:endParaRPr lang="en-US" altLang="ko-KR" sz="1400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03D29DE-0526-4D22-8D4B-99C40EFC1B62}"/>
              </a:ext>
            </a:extLst>
          </p:cNvPr>
          <p:cNvSpPr/>
          <p:nvPr/>
        </p:nvSpPr>
        <p:spPr>
          <a:xfrm>
            <a:off x="121920" y="1371601"/>
            <a:ext cx="5181600" cy="1143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cxnSp>
        <p:nvCxnSpPr>
          <p:cNvPr id="10" name="연결선: 꺾임 12">
            <a:extLst>
              <a:ext uri="{FF2B5EF4-FFF2-40B4-BE49-F238E27FC236}">
                <a16:creationId xmlns:a16="http://schemas.microsoft.com/office/drawing/2014/main" id="{56A54C84-1962-4866-932B-7332AC2A87F9}"/>
              </a:ext>
            </a:extLst>
          </p:cNvPr>
          <p:cNvCxnSpPr>
            <a:cxnSpLocks/>
            <a:stCxn id="9" idx="3"/>
            <a:endCxn id="8" idx="1"/>
          </p:cNvCxnSpPr>
          <p:nvPr/>
        </p:nvCxnSpPr>
        <p:spPr>
          <a:xfrm>
            <a:off x="5303520" y="1943101"/>
            <a:ext cx="1975974" cy="2448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94928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C01F21C-E964-484E-9C2F-05A8566E72E2}"/>
              </a:ext>
            </a:extLst>
          </p:cNvPr>
          <p:cNvSpPr txBox="1"/>
          <p:nvPr/>
        </p:nvSpPr>
        <p:spPr>
          <a:xfrm>
            <a:off x="982511" y="203587"/>
            <a:ext cx="8130232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네이버 이메일 파일첨부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3</a:t>
            </a:r>
            <a:endParaRPr lang="ko-KR" altLang="en-US" sz="3300" spc="-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6B0EA6-08D4-48D7-B44A-7C6DC6BE176B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19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67A735A-E186-4540-A006-65F08F36A34A}"/>
              </a:ext>
            </a:extLst>
          </p:cNvPr>
          <p:cNvSpPr/>
          <p:nvPr/>
        </p:nvSpPr>
        <p:spPr>
          <a:xfrm>
            <a:off x="111760" y="1034584"/>
            <a:ext cx="7011415" cy="567711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dirty="0"/>
              <a:t># </a:t>
            </a:r>
            <a:r>
              <a:rPr lang="ko-KR" altLang="en-US" dirty="0"/>
              <a:t>파일첨부</a:t>
            </a:r>
          </a:p>
          <a:p>
            <a:r>
              <a:rPr lang="en-US" altLang="ko-KR" dirty="0"/>
              <a:t>part = </a:t>
            </a:r>
            <a:r>
              <a:rPr lang="en-US" altLang="ko-KR" dirty="0" err="1"/>
              <a:t>MIMEBase</a:t>
            </a:r>
            <a:r>
              <a:rPr lang="en-US" altLang="ko-KR" dirty="0"/>
              <a:t>('</a:t>
            </a:r>
            <a:r>
              <a:rPr lang="en-US" altLang="ko-KR" dirty="0" err="1"/>
              <a:t>application',"octet</a:t>
            </a:r>
            <a:r>
              <a:rPr lang="en-US" altLang="ko-KR" dirty="0"/>
              <a:t>-stream")</a:t>
            </a:r>
          </a:p>
          <a:p>
            <a:r>
              <a:rPr lang="en-US" altLang="ko-KR" dirty="0"/>
              <a:t># </a:t>
            </a:r>
            <a:r>
              <a:rPr lang="ko-KR" altLang="en-US" dirty="0"/>
              <a:t>파일 </a:t>
            </a:r>
            <a:r>
              <a:rPr lang="ko-KR" altLang="en-US" dirty="0" err="1"/>
              <a:t>읽어오기</a:t>
            </a:r>
            <a:endParaRPr lang="ko-KR" altLang="en-US" dirty="0"/>
          </a:p>
          <a:p>
            <a:r>
              <a:rPr lang="en-US" altLang="ko-KR" dirty="0"/>
              <a:t>with open("</a:t>
            </a:r>
            <a:r>
              <a:rPr lang="ko-KR" altLang="en-US" dirty="0"/>
              <a:t>시가총액</a:t>
            </a:r>
            <a:r>
              <a:rPr lang="en-US" altLang="ko-KR" dirty="0"/>
              <a:t>_20220216.csv","rb") as f:</a:t>
            </a:r>
          </a:p>
          <a:p>
            <a:r>
              <a:rPr lang="en-US" altLang="ko-KR" dirty="0"/>
              <a:t>    # part</a:t>
            </a:r>
            <a:r>
              <a:rPr lang="ko-KR" altLang="en-US" dirty="0"/>
              <a:t>에 담기</a:t>
            </a:r>
          </a:p>
          <a:p>
            <a:r>
              <a:rPr lang="ko-KR" altLang="en-US" dirty="0"/>
              <a:t>    </a:t>
            </a:r>
            <a:r>
              <a:rPr lang="en-US" altLang="ko-KR" dirty="0" err="1"/>
              <a:t>part.set_payload</a:t>
            </a:r>
            <a:r>
              <a:rPr lang="en-US" altLang="ko-KR" dirty="0"/>
              <a:t>(</a:t>
            </a:r>
            <a:r>
              <a:rPr lang="en-US" altLang="ko-KR" dirty="0" err="1"/>
              <a:t>f.read</a:t>
            </a:r>
            <a:r>
              <a:rPr lang="en-US" altLang="ko-KR" dirty="0"/>
              <a:t>())</a:t>
            </a:r>
          </a:p>
          <a:p>
            <a:r>
              <a:rPr lang="en-US" altLang="ko-KR" dirty="0"/>
              <a:t># </a:t>
            </a:r>
            <a:r>
              <a:rPr lang="ko-KR" altLang="en-US" dirty="0"/>
              <a:t>파일 </a:t>
            </a:r>
            <a:r>
              <a:rPr lang="ko-KR" altLang="en-US" dirty="0" err="1"/>
              <a:t>첨부할수</a:t>
            </a:r>
            <a:r>
              <a:rPr lang="ko-KR" altLang="en-US" dirty="0"/>
              <a:t> 있는 형태로 </a:t>
            </a:r>
            <a:r>
              <a:rPr lang="ko-KR" altLang="en-US" dirty="0" err="1"/>
              <a:t>인코딩</a:t>
            </a:r>
            <a:endParaRPr lang="ko-KR" altLang="en-US" dirty="0"/>
          </a:p>
          <a:p>
            <a:r>
              <a:rPr lang="en-US" altLang="ko-KR" dirty="0"/>
              <a:t>encoders.encode_base64(part) </a:t>
            </a:r>
          </a:p>
          <a:p>
            <a:r>
              <a:rPr lang="en-US" altLang="ko-KR" dirty="0"/>
              <a:t># header</a:t>
            </a:r>
            <a:r>
              <a:rPr lang="ko-KR" altLang="en-US" dirty="0"/>
              <a:t>정보 정의</a:t>
            </a:r>
          </a:p>
          <a:p>
            <a:r>
              <a:rPr lang="en-US" altLang="ko-KR" dirty="0" err="1"/>
              <a:t>part.add_header</a:t>
            </a:r>
            <a:r>
              <a:rPr lang="en-US" altLang="ko-KR" dirty="0"/>
              <a:t>('Content-</a:t>
            </a:r>
            <a:r>
              <a:rPr lang="en-US" altLang="ko-KR" dirty="0" err="1"/>
              <a:t>Disposition','attachment',filename</a:t>
            </a:r>
            <a:r>
              <a:rPr lang="en-US" altLang="ko-KR" dirty="0"/>
              <a:t>="</a:t>
            </a:r>
            <a:r>
              <a:rPr lang="ko-KR" altLang="en-US" dirty="0"/>
              <a:t>시가총액</a:t>
            </a:r>
            <a:r>
              <a:rPr lang="en-US" altLang="ko-KR" dirty="0"/>
              <a:t>_20220216.csv")</a:t>
            </a:r>
          </a:p>
          <a:p>
            <a:br>
              <a:rPr lang="en-US" altLang="ko-KR" dirty="0"/>
            </a:br>
            <a:r>
              <a:rPr lang="en-US" altLang="ko-KR" dirty="0" err="1"/>
              <a:t>msg.attach</a:t>
            </a:r>
            <a:r>
              <a:rPr lang="en-US" altLang="ko-KR" dirty="0"/>
              <a:t>(part)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4AE5BBD-D8D1-4EEC-902E-C4A31697D618}"/>
              </a:ext>
            </a:extLst>
          </p:cNvPr>
          <p:cNvSpPr/>
          <p:nvPr/>
        </p:nvSpPr>
        <p:spPr>
          <a:xfrm>
            <a:off x="7279494" y="1576217"/>
            <a:ext cx="4525409" cy="307777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*  </a:t>
            </a:r>
            <a:r>
              <a:rPr lang="ko-KR" altLang="en-US" sz="1400" dirty="0" err="1"/>
              <a:t>파일첨부에</a:t>
            </a:r>
            <a:r>
              <a:rPr lang="ko-KR" altLang="en-US" sz="1400" dirty="0"/>
              <a:t> 필요한 </a:t>
            </a:r>
            <a:r>
              <a:rPr lang="en-US" altLang="ko-KR" sz="1400" dirty="0"/>
              <a:t>MIME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4AE5BBD-D8D1-4EEC-902E-C4A31697D618}"/>
              </a:ext>
            </a:extLst>
          </p:cNvPr>
          <p:cNvSpPr/>
          <p:nvPr/>
        </p:nvSpPr>
        <p:spPr>
          <a:xfrm>
            <a:off x="7279494" y="3556549"/>
            <a:ext cx="4525409" cy="160043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*  Content-Disposition </a:t>
            </a:r>
            <a:r>
              <a:rPr lang="ko-KR" altLang="en-US" sz="1400" dirty="0"/>
              <a:t>헤더 추가</a:t>
            </a:r>
            <a:br>
              <a:rPr lang="en-US" altLang="ko-KR" sz="1400" dirty="0"/>
            </a:br>
            <a:br>
              <a:rPr lang="en-US" altLang="ko-KR" sz="1400" dirty="0"/>
            </a:br>
            <a:r>
              <a:rPr lang="en-US" altLang="ko-KR" sz="1400" dirty="0"/>
              <a:t>- </a:t>
            </a:r>
            <a:r>
              <a:rPr lang="ko-KR" altLang="en-US" sz="1400" dirty="0"/>
              <a:t>첨부파일에는 </a:t>
            </a:r>
            <a:r>
              <a:rPr lang="en-US" altLang="ko-KR" sz="1400" dirty="0"/>
              <a:t>Content-Disposition </a:t>
            </a:r>
            <a:r>
              <a:rPr lang="ko-KR" altLang="en-US" sz="1400" dirty="0"/>
              <a:t>헤더를 설정해야 </a:t>
            </a:r>
            <a:br>
              <a:rPr lang="en-US" altLang="ko-KR" sz="1400" dirty="0"/>
            </a:br>
            <a:r>
              <a:rPr lang="en-US" altLang="ko-KR" sz="1400" dirty="0"/>
              <a:t>  </a:t>
            </a:r>
            <a:r>
              <a:rPr lang="ko-KR" altLang="en-US" sz="1400" dirty="0"/>
              <a:t>첨부파일로 표현</a:t>
            </a:r>
            <a:r>
              <a:rPr lang="en-US" altLang="ko-KR" sz="1400" dirty="0"/>
              <a:t> </a:t>
            </a:r>
            <a:br>
              <a:rPr lang="en-US" altLang="ko-KR" sz="1400" dirty="0"/>
            </a:br>
            <a:r>
              <a:rPr lang="en-US" altLang="ko-KR" sz="1400" dirty="0"/>
              <a:t>   ( </a:t>
            </a:r>
            <a:r>
              <a:rPr lang="en-US" altLang="ko-KR" sz="1400" dirty="0" err="1"/>
              <a:t>gmail</a:t>
            </a:r>
            <a:r>
              <a:rPr lang="ko-KR" altLang="en-US" sz="1400" dirty="0"/>
              <a:t>은 없어도 </a:t>
            </a:r>
            <a:r>
              <a:rPr lang="ko-KR" altLang="en-US" sz="1400" dirty="0" err="1"/>
              <a:t>첨부목록에</a:t>
            </a:r>
            <a:r>
              <a:rPr lang="ko-KR" altLang="en-US" sz="1400" dirty="0"/>
              <a:t> 노출 </a:t>
            </a:r>
            <a:r>
              <a:rPr lang="en-US" altLang="ko-KR" sz="1400" dirty="0"/>
              <a:t>)</a:t>
            </a:r>
            <a:br>
              <a:rPr lang="en-US" altLang="ko-KR" sz="1400" dirty="0"/>
            </a:br>
            <a:br>
              <a:rPr lang="en-US" altLang="ko-KR" sz="1400" dirty="0"/>
            </a:br>
            <a:r>
              <a:rPr lang="en-US" altLang="ko-KR" sz="1400" dirty="0"/>
              <a:t>- text </a:t>
            </a:r>
            <a:r>
              <a:rPr lang="ko-KR" altLang="en-US" sz="1400" dirty="0"/>
              <a:t>발송은 설정이 </a:t>
            </a:r>
            <a:r>
              <a:rPr lang="ko-KR" altLang="en-US" sz="1400" dirty="0" err="1"/>
              <a:t>필요없음</a:t>
            </a:r>
            <a:r>
              <a:rPr lang="en-US" altLang="ko-KR" sz="1400" dirty="0"/>
              <a:t>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03D29DE-0526-4D22-8D4B-99C40EFC1B62}"/>
              </a:ext>
            </a:extLst>
          </p:cNvPr>
          <p:cNvSpPr/>
          <p:nvPr/>
        </p:nvSpPr>
        <p:spPr>
          <a:xfrm>
            <a:off x="121920" y="3529117"/>
            <a:ext cx="6818376" cy="65883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cxnSp>
        <p:nvCxnSpPr>
          <p:cNvPr id="11" name="연결선: 꺾임 12">
            <a:extLst>
              <a:ext uri="{FF2B5EF4-FFF2-40B4-BE49-F238E27FC236}">
                <a16:creationId xmlns:a16="http://schemas.microsoft.com/office/drawing/2014/main" id="{56A54C84-1962-4866-932B-7332AC2A87F9}"/>
              </a:ext>
            </a:extLst>
          </p:cNvPr>
          <p:cNvCxnSpPr>
            <a:cxnSpLocks/>
            <a:stCxn id="10" idx="3"/>
            <a:endCxn id="9" idx="1"/>
          </p:cNvCxnSpPr>
          <p:nvPr/>
        </p:nvCxnSpPr>
        <p:spPr>
          <a:xfrm>
            <a:off x="6940296" y="3858535"/>
            <a:ext cx="339198" cy="498233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4092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C9517-EF84-5DB0-CA20-5D988FB2A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BC4CA4AA-31D0-B19C-991F-8311938E2AD1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33C084D5-93EF-7532-81AE-B64AEB4B3A09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8B0D18CE-1626-C18E-ED5A-DEE3563A3BAF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3C1BE1A-7580-9AA3-FB7E-27E7FD31D258}"/>
              </a:ext>
            </a:extLst>
          </p:cNvPr>
          <p:cNvSpPr txBox="1"/>
          <p:nvPr/>
        </p:nvSpPr>
        <p:spPr>
          <a:xfrm>
            <a:off x="982511" y="203587"/>
            <a:ext cx="8130232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예제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A4B6217-C3F9-BF88-4FF4-5B64881CDFD6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19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BFE4D39-B76C-FB0B-E214-0B0169D2E4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200" y="941110"/>
            <a:ext cx="6002641" cy="587879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DED9F8A-2957-C567-5013-6B377DA48372}"/>
              </a:ext>
            </a:extLst>
          </p:cNvPr>
          <p:cNvSpPr/>
          <p:nvPr/>
        </p:nvSpPr>
        <p:spPr>
          <a:xfrm>
            <a:off x="6426200" y="2994197"/>
            <a:ext cx="5659408" cy="738664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* </a:t>
            </a:r>
            <a:r>
              <a:rPr lang="en-US" altLang="ko-KR" sz="1400" dirty="0" err="1"/>
              <a:t>MIMEMultipart</a:t>
            </a:r>
            <a:br>
              <a:rPr lang="en-US" altLang="ko-KR" sz="1400" dirty="0"/>
            </a:br>
            <a:r>
              <a:rPr lang="en-US" altLang="ko-KR" sz="1400" dirty="0"/>
              <a:t>Multipart </a:t>
            </a:r>
            <a:r>
              <a:rPr lang="ko-KR" altLang="en-US" sz="1400" dirty="0"/>
              <a:t>이메일 메시지를 생성하는 데 사용</a:t>
            </a:r>
            <a:br>
              <a:rPr lang="en-US" altLang="ko-KR" sz="1400" dirty="0"/>
            </a:br>
            <a:r>
              <a:rPr lang="ko-KR" altLang="en-US" sz="1400" dirty="0"/>
              <a:t>텍스트와 첨부파일을 함께 보내는 경우에 사용</a:t>
            </a:r>
            <a:endParaRPr lang="en-US" altLang="ko-KR" sz="140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6CD58AA-99A5-3BDA-5E6F-08AC9D05058A}"/>
              </a:ext>
            </a:extLst>
          </p:cNvPr>
          <p:cNvSpPr/>
          <p:nvPr/>
        </p:nvSpPr>
        <p:spPr>
          <a:xfrm>
            <a:off x="6426200" y="3830959"/>
            <a:ext cx="5659408" cy="523220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* </a:t>
            </a:r>
            <a:r>
              <a:rPr lang="en-US" altLang="ko-KR" sz="1400" dirty="0" err="1"/>
              <a:t>MIMEText</a:t>
            </a:r>
            <a:br>
              <a:rPr lang="en-US" altLang="ko-KR" sz="1400" dirty="0"/>
            </a:br>
            <a:r>
              <a:rPr lang="ko-KR" altLang="en-US" sz="1400" dirty="0"/>
              <a:t>텍스트 기반의 이메일 메시지를 생성하는 데 사용</a:t>
            </a:r>
            <a:endParaRPr lang="en-US" altLang="ko-KR" sz="140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7130FFC-3E46-AF40-3749-1199CE874AAA}"/>
              </a:ext>
            </a:extLst>
          </p:cNvPr>
          <p:cNvSpPr/>
          <p:nvPr/>
        </p:nvSpPr>
        <p:spPr>
          <a:xfrm>
            <a:off x="6426200" y="4452277"/>
            <a:ext cx="5659408" cy="523220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* </a:t>
            </a:r>
            <a:r>
              <a:rPr lang="en-US" altLang="ko-KR" sz="1400" dirty="0" err="1"/>
              <a:t>MIMEApplication</a:t>
            </a:r>
            <a:br>
              <a:rPr lang="en-US" altLang="ko-KR" sz="1400" dirty="0"/>
            </a:br>
            <a:r>
              <a:rPr lang="ko-KR" altLang="en-US" sz="1400" dirty="0"/>
              <a:t>첨부 파일을 다루는 데 사용</a:t>
            </a:r>
            <a:endParaRPr lang="en-US" altLang="ko-KR" sz="1400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072F78E-6C3A-B9B6-1A65-962D38D9FDC4}"/>
              </a:ext>
            </a:extLst>
          </p:cNvPr>
          <p:cNvSpPr/>
          <p:nvPr/>
        </p:nvSpPr>
        <p:spPr>
          <a:xfrm>
            <a:off x="6426200" y="5073595"/>
            <a:ext cx="5659408" cy="1169551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* Content-Disposition</a:t>
            </a:r>
            <a:br>
              <a:rPr lang="en-US" altLang="ko-KR" sz="1400" dirty="0"/>
            </a:br>
            <a:r>
              <a:rPr lang="ko-KR" altLang="en-US" sz="1400" dirty="0"/>
              <a:t>웹 서버가 클라이언트</a:t>
            </a:r>
            <a:r>
              <a:rPr lang="en-US" altLang="ko-KR" sz="1400" dirty="0"/>
              <a:t>(</a:t>
            </a:r>
            <a:r>
              <a:rPr lang="ko-KR" altLang="en-US" sz="1400" dirty="0"/>
              <a:t>브라우저</a:t>
            </a:r>
            <a:r>
              <a:rPr lang="en-US" altLang="ko-KR" sz="1400" dirty="0"/>
              <a:t>)</a:t>
            </a:r>
            <a:r>
              <a:rPr lang="ko-KR" altLang="en-US" sz="1400" dirty="0"/>
              <a:t>에게 전송하는 컨텐츠에 대한 처리 방법을 지정하는 헤더</a:t>
            </a:r>
            <a:br>
              <a:rPr lang="en-US" altLang="ko-KR" sz="1400" dirty="0"/>
            </a:br>
            <a:r>
              <a:rPr lang="ko-KR" altLang="en-US" sz="1400" dirty="0"/>
              <a:t>이 헤더를 사용하면 파일을 다운로드할 때</a:t>
            </a:r>
            <a:r>
              <a:rPr lang="en-US" altLang="ko-KR" sz="1400" dirty="0"/>
              <a:t>, </a:t>
            </a:r>
            <a:r>
              <a:rPr lang="ko-KR" altLang="en-US" sz="1400" dirty="0"/>
              <a:t>파일 이름과 다운로드 방식 등을 지정할 수 있다</a:t>
            </a:r>
            <a:r>
              <a:rPr lang="en-US" altLang="ko-KR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40305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C01F21C-E964-484E-9C2F-05A8566E72E2}"/>
              </a:ext>
            </a:extLst>
          </p:cNvPr>
          <p:cNvSpPr txBox="1"/>
          <p:nvPr/>
        </p:nvSpPr>
        <p:spPr>
          <a:xfrm>
            <a:off x="982511" y="203587"/>
            <a:ext cx="8130232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대량 메일 발송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6B0EA6-08D4-48D7-B44A-7C6DC6BE176B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19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67A735A-E186-4540-A006-65F08F36A34A}"/>
              </a:ext>
            </a:extLst>
          </p:cNvPr>
          <p:cNvSpPr/>
          <p:nvPr/>
        </p:nvSpPr>
        <p:spPr>
          <a:xfrm>
            <a:off x="111760" y="1034584"/>
            <a:ext cx="7651496" cy="567711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en-US" altLang="ko-KR" dirty="0"/>
              <a:t># </a:t>
            </a:r>
            <a:r>
              <a:rPr lang="ko-KR" altLang="en-US" dirty="0"/>
              <a:t>메일 서버 정보 </a:t>
            </a:r>
            <a:r>
              <a:rPr lang="en-US" altLang="ko-KR" dirty="0"/>
              <a:t>smtp.naver.com/587</a:t>
            </a:r>
          </a:p>
          <a:p>
            <a:r>
              <a:rPr lang="en-US" altLang="ko-KR" dirty="0"/>
              <a:t>s = </a:t>
            </a:r>
            <a:r>
              <a:rPr lang="en-US" altLang="ko-KR" dirty="0" err="1"/>
              <a:t>smtplib.SMTP</a:t>
            </a:r>
            <a:r>
              <a:rPr lang="en-US" altLang="ko-KR" dirty="0"/>
              <a:t>(</a:t>
            </a:r>
            <a:r>
              <a:rPr lang="en-US" altLang="ko-KR" dirty="0" err="1"/>
              <a:t>smtpName</a:t>
            </a:r>
            <a:r>
              <a:rPr lang="en-US" altLang="ko-KR" dirty="0"/>
              <a:t> , </a:t>
            </a:r>
            <a:r>
              <a:rPr lang="en-US" altLang="ko-KR" dirty="0" err="1"/>
              <a:t>smtpPort</a:t>
            </a:r>
            <a:r>
              <a:rPr lang="en-US" altLang="ko-KR" dirty="0"/>
              <a:t>)         </a:t>
            </a:r>
          </a:p>
          <a:p>
            <a:r>
              <a:rPr lang="en-US" altLang="ko-KR" dirty="0"/>
              <a:t># </a:t>
            </a:r>
            <a:r>
              <a:rPr lang="ko-KR" altLang="en-US" dirty="0"/>
              <a:t>메일 서버 접근</a:t>
            </a:r>
          </a:p>
          <a:p>
            <a:r>
              <a:rPr lang="en-US" altLang="ko-KR" dirty="0" err="1"/>
              <a:t>s.starttls</a:t>
            </a:r>
            <a:r>
              <a:rPr lang="en-US" altLang="ko-KR" dirty="0"/>
              <a:t>()    </a:t>
            </a:r>
          </a:p>
          <a:p>
            <a:r>
              <a:rPr lang="en-US" altLang="ko-KR" dirty="0"/>
              <a:t># </a:t>
            </a:r>
            <a:r>
              <a:rPr lang="ko-KR" altLang="en-US" dirty="0"/>
              <a:t>메일 서버 로그인                            </a:t>
            </a:r>
          </a:p>
          <a:p>
            <a:r>
              <a:rPr lang="en-US" altLang="ko-KR" dirty="0" err="1"/>
              <a:t>s.login</a:t>
            </a:r>
            <a:r>
              <a:rPr lang="en-US" altLang="ko-KR" dirty="0"/>
              <a:t>(</a:t>
            </a:r>
            <a:r>
              <a:rPr lang="en-US" altLang="ko-KR" dirty="0" err="1"/>
              <a:t>sendEmail</a:t>
            </a:r>
            <a:r>
              <a:rPr lang="en-US" altLang="ko-KR" dirty="0"/>
              <a:t> , password)   </a:t>
            </a:r>
          </a:p>
          <a:p>
            <a:r>
              <a:rPr lang="en-US" altLang="ko-KR" dirty="0"/>
              <a:t># </a:t>
            </a:r>
            <a:r>
              <a:rPr lang="ko-KR" altLang="en-US" dirty="0"/>
              <a:t>메일 발송              </a:t>
            </a:r>
          </a:p>
          <a:p>
            <a:r>
              <a:rPr lang="en-US" altLang="ko-KR" dirty="0" err="1"/>
              <a:t>s.sendmail</a:t>
            </a:r>
            <a:r>
              <a:rPr lang="en-US" altLang="ko-KR" dirty="0"/>
              <a:t>(</a:t>
            </a:r>
            <a:r>
              <a:rPr lang="en-US" altLang="ko-KR" dirty="0" err="1"/>
              <a:t>sendEmail</a:t>
            </a:r>
            <a:r>
              <a:rPr lang="en-US" altLang="ko-KR" dirty="0"/>
              <a:t>, </a:t>
            </a:r>
            <a:r>
              <a:rPr lang="en-US" altLang="ko-KR" dirty="0" err="1"/>
              <a:t>recvEmail</a:t>
            </a:r>
            <a:r>
              <a:rPr lang="en-US" altLang="ko-KR" dirty="0"/>
              <a:t>, </a:t>
            </a:r>
            <a:r>
              <a:rPr lang="en-US" altLang="ko-KR" dirty="0" err="1"/>
              <a:t>msg.as_string</a:t>
            </a:r>
            <a:r>
              <a:rPr lang="en-US" altLang="ko-KR" dirty="0"/>
              <a:t>()) </a:t>
            </a:r>
          </a:p>
          <a:p>
            <a:r>
              <a:rPr lang="en-US" altLang="ko-KR" dirty="0"/>
              <a:t># </a:t>
            </a:r>
            <a:r>
              <a:rPr lang="ko-KR" altLang="en-US" dirty="0"/>
              <a:t>메일 닫기</a:t>
            </a:r>
          </a:p>
          <a:p>
            <a:r>
              <a:rPr lang="en-US" altLang="ko-KR" dirty="0" err="1"/>
              <a:t>s.close</a:t>
            </a:r>
            <a:r>
              <a:rPr lang="en-US" altLang="ko-KR" dirty="0"/>
              <a:t>()</a:t>
            </a:r>
          </a:p>
          <a:p>
            <a:r>
              <a:rPr lang="en-US" altLang="ko-KR" dirty="0"/>
              <a:t>#--------------------------------------</a:t>
            </a:r>
          </a:p>
          <a:p>
            <a:r>
              <a:rPr lang="en-US" altLang="ko-KR" dirty="0"/>
              <a:t># </a:t>
            </a:r>
            <a:r>
              <a:rPr lang="ko-KR" altLang="en-US" dirty="0"/>
              <a:t>대량 메일 </a:t>
            </a:r>
            <a:r>
              <a:rPr lang="en-US" altLang="ko-KR" dirty="0"/>
              <a:t>list </a:t>
            </a:r>
            <a:r>
              <a:rPr lang="ko-KR" altLang="en-US" dirty="0"/>
              <a:t>이메일 구성</a:t>
            </a:r>
          </a:p>
          <a:p>
            <a:r>
              <a:rPr lang="en-US" altLang="ko-KR" dirty="0" err="1"/>
              <a:t>recvEmails</a:t>
            </a:r>
            <a:r>
              <a:rPr lang="en-US" altLang="ko-KR" dirty="0"/>
              <a:t> = ['horim159456@naver.com','vawav@naver.com','swaq11@naver.com']</a:t>
            </a:r>
          </a:p>
          <a:p>
            <a:br>
              <a:rPr lang="en-US" altLang="ko-KR" dirty="0"/>
            </a:br>
            <a:r>
              <a:rPr lang="en-US" altLang="ko-KR" dirty="0"/>
              <a:t># for</a:t>
            </a:r>
            <a:r>
              <a:rPr lang="ko-KR" altLang="en-US" dirty="0"/>
              <a:t>문 사용</a:t>
            </a:r>
          </a:p>
          <a:p>
            <a:r>
              <a:rPr lang="en-US" altLang="ko-KR" dirty="0"/>
              <a:t>for </a:t>
            </a:r>
            <a:r>
              <a:rPr lang="en-US" altLang="ko-KR" dirty="0" err="1"/>
              <a:t>recvEmail</a:t>
            </a:r>
            <a:r>
              <a:rPr lang="en-US" altLang="ko-KR" dirty="0"/>
              <a:t> in </a:t>
            </a:r>
            <a:r>
              <a:rPr lang="en-US" altLang="ko-KR" dirty="0" err="1"/>
              <a:t>recvEmails</a:t>
            </a:r>
            <a:r>
              <a:rPr lang="en-US" altLang="ko-KR" dirty="0"/>
              <a:t>:</a:t>
            </a:r>
          </a:p>
          <a:p>
            <a:r>
              <a:rPr lang="en-US" altLang="ko-KR" dirty="0"/>
              <a:t>    </a:t>
            </a:r>
            <a:r>
              <a:rPr lang="en-US" altLang="ko-KR" dirty="0" err="1"/>
              <a:t>msg</a:t>
            </a:r>
            <a:r>
              <a:rPr lang="en-US" altLang="ko-KR" dirty="0"/>
              <a:t>['To'] = </a:t>
            </a:r>
            <a:r>
              <a:rPr lang="en-US" altLang="ko-KR" dirty="0" err="1"/>
              <a:t>recvEmail</a:t>
            </a:r>
            <a:endParaRPr lang="en-US" altLang="ko-KR" dirty="0"/>
          </a:p>
          <a:p>
            <a:r>
              <a:rPr lang="en-US" altLang="ko-KR" dirty="0"/>
              <a:t>    </a:t>
            </a:r>
            <a:r>
              <a:rPr lang="en-US" altLang="ko-KR" dirty="0" err="1"/>
              <a:t>msg</a:t>
            </a:r>
            <a:r>
              <a:rPr lang="en-US" altLang="ko-KR" dirty="0"/>
              <a:t>['Subject'] = title</a:t>
            </a:r>
          </a:p>
          <a:p>
            <a:r>
              <a:rPr lang="en-US" altLang="ko-KR" dirty="0"/>
              <a:t> 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4AE5BBD-D8D1-4EEC-902E-C4A31697D618}"/>
              </a:ext>
            </a:extLst>
          </p:cNvPr>
          <p:cNvSpPr/>
          <p:nvPr/>
        </p:nvSpPr>
        <p:spPr>
          <a:xfrm>
            <a:off x="8385048" y="3556549"/>
            <a:ext cx="3419855" cy="523220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*  </a:t>
            </a:r>
            <a:r>
              <a:rPr lang="ko-KR" altLang="en-US" sz="1400" dirty="0"/>
              <a:t>메일주소를 </a:t>
            </a:r>
            <a:r>
              <a:rPr lang="en-US" altLang="ko-KR" sz="1400" dirty="0"/>
              <a:t>list</a:t>
            </a:r>
            <a:r>
              <a:rPr lang="ko-KR" altLang="en-US" sz="1400" dirty="0"/>
              <a:t>로 구성해서 </a:t>
            </a:r>
            <a:br>
              <a:rPr lang="en-US" altLang="ko-KR" sz="1400" dirty="0"/>
            </a:br>
            <a:r>
              <a:rPr lang="en-US" altLang="ko-KR" sz="1400" dirty="0"/>
              <a:t>    For</a:t>
            </a:r>
            <a:r>
              <a:rPr lang="ko-KR" altLang="en-US" sz="1400" dirty="0"/>
              <a:t>문으로 작성하면 됨</a:t>
            </a:r>
            <a:r>
              <a:rPr lang="en-US" altLang="ko-KR" sz="1400" dirty="0"/>
              <a:t>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03D29DE-0526-4D22-8D4B-99C40EFC1B62}"/>
              </a:ext>
            </a:extLst>
          </p:cNvPr>
          <p:cNvSpPr/>
          <p:nvPr/>
        </p:nvSpPr>
        <p:spPr>
          <a:xfrm>
            <a:off x="121920" y="4375056"/>
            <a:ext cx="7266432" cy="194185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38100">
                <a:solidFill>
                  <a:schemeClr val="tx1"/>
                </a:solidFill>
              </a:ln>
              <a:noFill/>
            </a:endParaRPr>
          </a:p>
        </p:txBody>
      </p:sp>
      <p:cxnSp>
        <p:nvCxnSpPr>
          <p:cNvPr id="10" name="연결선: 꺾임 12">
            <a:extLst>
              <a:ext uri="{FF2B5EF4-FFF2-40B4-BE49-F238E27FC236}">
                <a16:creationId xmlns:a16="http://schemas.microsoft.com/office/drawing/2014/main" id="{56A54C84-1962-4866-932B-7332AC2A87F9}"/>
              </a:ext>
            </a:extLst>
          </p:cNvPr>
          <p:cNvCxnSpPr>
            <a:cxnSpLocks/>
            <a:stCxn id="9" idx="3"/>
            <a:endCxn id="8" idx="1"/>
          </p:cNvCxnSpPr>
          <p:nvPr/>
        </p:nvCxnSpPr>
        <p:spPr>
          <a:xfrm flipV="1">
            <a:off x="7388352" y="3818159"/>
            <a:ext cx="996696" cy="1527824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4104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A456A-6157-55DA-EC5A-9A400A7F9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550F8E-E266-0DC7-B7CC-349F354B513E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B4DAC078-EA30-733D-899D-CAD5D5171881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35C2661-C4AF-4838-74FD-0F515CBBE94C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21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3685DA1-783F-FB1F-1D26-F53B19F975F5}"/>
              </a:ext>
            </a:extLst>
          </p:cNvPr>
          <p:cNvSpPr txBox="1"/>
          <p:nvPr/>
        </p:nvSpPr>
        <p:spPr>
          <a:xfrm>
            <a:off x="4108917" y="2980067"/>
            <a:ext cx="39741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/>
              <a:t>카카오로그인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D039EA9A-615D-F91F-78A0-EF750324357C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19792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직사각형 21">
            <a:extLst>
              <a:ext uri="{FF2B5EF4-FFF2-40B4-BE49-F238E27FC236}">
                <a16:creationId xmlns:a16="http://schemas.microsoft.com/office/drawing/2014/main" id="{3670C57E-00EC-44C3-9EB4-0A3542D0FD3C}"/>
              </a:ext>
            </a:extLst>
          </p:cNvPr>
          <p:cNvSpPr/>
          <p:nvPr/>
        </p:nvSpPr>
        <p:spPr>
          <a:xfrm>
            <a:off x="416358" y="1070215"/>
            <a:ext cx="11370103" cy="5490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카카오 개발자사이트</a:t>
            </a:r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</a:t>
            </a:r>
            <a:r>
              <a:rPr lang="ko-KR" altLang="en-US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링크  </a:t>
            </a:r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https://developers.kakao.com/</a:t>
            </a: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80EB46-A41F-42D1-925C-1E1D34396238}"/>
              </a:ext>
            </a:extLst>
          </p:cNvPr>
          <p:cNvSpPr txBox="1"/>
          <p:nvPr/>
        </p:nvSpPr>
        <p:spPr>
          <a:xfrm>
            <a:off x="660400" y="203587"/>
            <a:ext cx="111260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카카오 애플리케이션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설정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75297CD-9753-4A7F-A617-C272413A0538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1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/>
          <p:cNvSpPr/>
          <p:nvPr/>
        </p:nvSpPr>
        <p:spPr>
          <a:xfrm>
            <a:off x="416357" y="2152650"/>
            <a:ext cx="5979096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/>
              <a:t>1. </a:t>
            </a:r>
            <a:r>
              <a:rPr lang="ko-KR" altLang="en-US" dirty="0">
                <a:hlinkClick r:id="rId2"/>
              </a:rPr>
              <a:t>카카오 개발자사이트</a:t>
            </a:r>
            <a:r>
              <a:rPr lang="ko-KR" altLang="en-US" dirty="0"/>
              <a:t> 접속</a:t>
            </a:r>
            <a:endParaRPr lang="en-US" altLang="ko-KR" dirty="0"/>
          </a:p>
          <a:p>
            <a:r>
              <a:rPr lang="en-US" altLang="ko-KR" dirty="0"/>
              <a:t>(https://developers.kakao.com)</a:t>
            </a:r>
            <a:br>
              <a:rPr lang="en-US" altLang="ko-KR" dirty="0"/>
            </a:br>
            <a:br>
              <a:rPr lang="ko-KR" altLang="en-US" dirty="0"/>
            </a:br>
            <a:r>
              <a:rPr lang="en-US" altLang="ko-KR" dirty="0"/>
              <a:t>2. </a:t>
            </a:r>
            <a:r>
              <a:rPr lang="ko-KR" altLang="en-US" dirty="0"/>
              <a:t>개발자 등록 및 </a:t>
            </a:r>
            <a:r>
              <a:rPr lang="ko-KR" altLang="en-US" dirty="0" err="1"/>
              <a:t>앱</a:t>
            </a:r>
            <a:r>
              <a:rPr lang="ko-KR" altLang="en-US" dirty="0"/>
              <a:t> 생성</a:t>
            </a:r>
            <a:br>
              <a:rPr lang="ko-KR" altLang="en-US" dirty="0"/>
            </a:br>
            <a:br>
              <a:rPr lang="en-US" altLang="ko-KR" dirty="0"/>
            </a:br>
            <a:r>
              <a:rPr lang="en-US" altLang="ko-KR" dirty="0"/>
              <a:t>3. </a:t>
            </a:r>
            <a:r>
              <a:rPr lang="ko-KR" altLang="en-US" dirty="0"/>
              <a:t>웹 플랫폼 추가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ko-KR" altLang="en-US" dirty="0" err="1"/>
              <a:t>앱</a:t>
            </a:r>
            <a:r>
              <a:rPr lang="ko-KR" altLang="en-US" dirty="0"/>
              <a:t> 선택 </a:t>
            </a:r>
            <a:r>
              <a:rPr lang="en-US" altLang="ko-KR" dirty="0"/>
              <a:t>– [</a:t>
            </a:r>
            <a:r>
              <a:rPr lang="ko-KR" altLang="en-US" dirty="0"/>
              <a:t>플랫폼</a:t>
            </a:r>
            <a:r>
              <a:rPr lang="en-US" altLang="ko-KR" dirty="0"/>
              <a:t>] – [Web </a:t>
            </a:r>
            <a:r>
              <a:rPr lang="ko-KR" altLang="en-US" dirty="0"/>
              <a:t>플랫폼 등록</a:t>
            </a:r>
            <a:r>
              <a:rPr lang="en-US" altLang="ko-KR" dirty="0"/>
              <a:t>] – </a:t>
            </a:r>
            <a:r>
              <a:rPr lang="ko-KR" altLang="en-US" dirty="0"/>
              <a:t>사이트 도메인 등록</a:t>
            </a:r>
            <a:br>
              <a:rPr lang="ko-KR" altLang="en-US" dirty="0"/>
            </a:br>
            <a:br>
              <a:rPr lang="en-US" altLang="ko-KR" dirty="0"/>
            </a:br>
            <a:r>
              <a:rPr lang="en-US" altLang="ko-KR" dirty="0"/>
              <a:t>4. </a:t>
            </a:r>
            <a:r>
              <a:rPr lang="ko-KR" altLang="en-US" dirty="0"/>
              <a:t>사이트 도메인 등록</a:t>
            </a:r>
            <a:r>
              <a:rPr lang="en-US" altLang="ko-KR" dirty="0"/>
              <a:t>: [</a:t>
            </a:r>
            <a:r>
              <a:rPr lang="ko-KR" altLang="en-US" dirty="0"/>
              <a:t>웹</a:t>
            </a:r>
            <a:r>
              <a:rPr lang="en-US" altLang="ko-KR" dirty="0"/>
              <a:t>] </a:t>
            </a:r>
            <a:r>
              <a:rPr lang="ko-KR" altLang="en-US" dirty="0"/>
              <a:t>플랫폼을 선택하고</a:t>
            </a:r>
            <a:r>
              <a:rPr lang="en-US" altLang="ko-KR" dirty="0"/>
              <a:t>, </a:t>
            </a:r>
            <a:br>
              <a:rPr lang="en-US" altLang="ko-KR" dirty="0"/>
            </a:br>
            <a:r>
              <a:rPr lang="en-US" altLang="ko-KR" dirty="0"/>
              <a:t>[</a:t>
            </a:r>
            <a:r>
              <a:rPr lang="ko-KR" altLang="en-US" dirty="0"/>
              <a:t>사이트 도메인</a:t>
            </a:r>
            <a:r>
              <a:rPr lang="en-US" altLang="ko-KR" dirty="0"/>
              <a:t>] </a:t>
            </a:r>
            <a:r>
              <a:rPr lang="ko-KR" altLang="en-US" dirty="0"/>
              <a:t>을 등록</a:t>
            </a:r>
            <a:r>
              <a:rPr lang="en-US" altLang="ko-KR" dirty="0"/>
              <a:t> (</a:t>
            </a:r>
            <a:r>
              <a:rPr lang="ko-KR" altLang="en-US" dirty="0"/>
              <a:t>예</a:t>
            </a:r>
            <a:r>
              <a:rPr lang="en-US" altLang="ko-KR" dirty="0"/>
              <a:t>: http://localhost:8000)</a:t>
            </a:r>
            <a:br>
              <a:rPr lang="ko-KR" altLang="en-US" dirty="0"/>
            </a:br>
            <a:br>
              <a:rPr lang="en-US" altLang="ko-KR" dirty="0"/>
            </a:br>
            <a:r>
              <a:rPr lang="en-US" altLang="ko-KR" dirty="0"/>
              <a:t>5. </a:t>
            </a:r>
            <a:r>
              <a:rPr lang="ko-KR" altLang="en-US" dirty="0"/>
              <a:t>페이지 상단의 </a:t>
            </a:r>
            <a:r>
              <a:rPr lang="en-US" altLang="ko-KR" dirty="0"/>
              <a:t>[REST API </a:t>
            </a:r>
            <a:r>
              <a:rPr lang="ko-KR" altLang="en-US" dirty="0"/>
              <a:t>키</a:t>
            </a:r>
            <a:r>
              <a:rPr lang="en-US" altLang="ko-KR" dirty="0"/>
              <a:t>]</a:t>
            </a:r>
            <a:r>
              <a:rPr lang="ko-KR" altLang="en-US" dirty="0"/>
              <a:t>를 지도 </a:t>
            </a:r>
            <a:r>
              <a:rPr lang="en-US" altLang="ko-KR" dirty="0"/>
              <a:t>API</a:t>
            </a:r>
            <a:r>
              <a:rPr lang="ko-KR" altLang="en-US" dirty="0"/>
              <a:t>의 </a:t>
            </a:r>
            <a:r>
              <a:rPr lang="en-US" altLang="ko-KR" dirty="0" err="1"/>
              <a:t>appkey</a:t>
            </a:r>
            <a:r>
              <a:rPr lang="ko-KR" altLang="en-US" dirty="0"/>
              <a:t>로 </a:t>
            </a:r>
            <a:br>
              <a:rPr lang="en-US" altLang="ko-KR" dirty="0"/>
            </a:br>
            <a:r>
              <a:rPr lang="ko-KR" altLang="en-US" dirty="0"/>
              <a:t>사용</a:t>
            </a:r>
            <a:r>
              <a:rPr lang="en-US" altLang="ko-KR" dirty="0"/>
              <a:t>.</a:t>
            </a:r>
            <a:br>
              <a:rPr lang="ko-KR" altLang="en-US" dirty="0"/>
            </a:br>
            <a:br>
              <a:rPr lang="en-US" altLang="ko-KR" dirty="0"/>
            </a:br>
            <a:r>
              <a:rPr lang="en-US" altLang="ko-KR" dirty="0"/>
              <a:t>6. </a:t>
            </a:r>
            <a:r>
              <a:rPr lang="ko-KR" altLang="en-US" dirty="0" err="1"/>
              <a:t>앱을</a:t>
            </a:r>
            <a:r>
              <a:rPr lang="ko-KR" altLang="en-US" dirty="0"/>
              <a:t> 실행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1221" y="1776852"/>
            <a:ext cx="5225240" cy="979379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1469" y="2891340"/>
            <a:ext cx="2425470" cy="2166168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1469" y="5265933"/>
            <a:ext cx="5102983" cy="851456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1026" name="Picture 2" descr="https://blog.kakaocdn.net/dn/cx2JYq/btquT1PM4gC/9ttw7hrMNxu4AiTEOYFk8k/img.png"/>
          <p:cNvPicPr>
            <a:picLocks noChangeAspect="1" noChangeArrowheads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73841" y="2891340"/>
            <a:ext cx="2561046" cy="1384968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/>
          <p:cNvSpPr/>
          <p:nvPr/>
        </p:nvSpPr>
        <p:spPr>
          <a:xfrm>
            <a:off x="6588653" y="2111347"/>
            <a:ext cx="5173666" cy="5715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8EE70A-B5ED-D7A3-E67E-88A1865FFCEA}"/>
              </a:ext>
            </a:extLst>
          </p:cNvPr>
          <p:cNvSpPr txBox="1"/>
          <p:nvPr/>
        </p:nvSpPr>
        <p:spPr>
          <a:xfrm>
            <a:off x="6426200" y="5214607"/>
            <a:ext cx="5570531" cy="954107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ko-KR" altLang="en-US" sz="1400" b="0" i="0" dirty="0">
                <a:solidFill>
                  <a:srgbClr val="212529"/>
                </a:solidFill>
                <a:effectLst/>
                <a:latin typeface="Muli"/>
              </a:rPr>
              <a:t> 네이티브 앱 키</a:t>
            </a:r>
            <a:r>
              <a:rPr lang="en-US" altLang="ko-KR" sz="1400" b="0" i="0" dirty="0">
                <a:solidFill>
                  <a:srgbClr val="212529"/>
                </a:solidFill>
                <a:effectLst/>
                <a:latin typeface="Muli"/>
              </a:rPr>
              <a:t>: Android, iOS SDK</a:t>
            </a:r>
            <a:r>
              <a:rPr lang="ko-KR" altLang="en-US" sz="1400" b="0" i="0" dirty="0">
                <a:solidFill>
                  <a:srgbClr val="212529"/>
                </a:solidFill>
                <a:effectLst/>
                <a:latin typeface="Muli"/>
              </a:rPr>
              <a:t>에서 </a:t>
            </a:r>
            <a:r>
              <a:rPr lang="en-US" altLang="ko-KR" sz="1400" b="0" i="0" dirty="0">
                <a:solidFill>
                  <a:srgbClr val="212529"/>
                </a:solidFill>
                <a:effectLst/>
                <a:latin typeface="Muli"/>
              </a:rPr>
              <a:t>API</a:t>
            </a:r>
            <a:r>
              <a:rPr lang="ko-KR" altLang="en-US" sz="1400" b="0" i="0" dirty="0">
                <a:solidFill>
                  <a:srgbClr val="212529"/>
                </a:solidFill>
                <a:effectLst/>
                <a:latin typeface="Muli"/>
              </a:rPr>
              <a:t>를 호출할 때 사용</a:t>
            </a:r>
            <a:endParaRPr lang="en-US" altLang="ko-KR" sz="1400" b="0" i="0" dirty="0">
              <a:solidFill>
                <a:srgbClr val="212529"/>
              </a:solidFill>
              <a:effectLst/>
              <a:latin typeface="Muli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sz="1400" b="0" i="0" dirty="0">
                <a:solidFill>
                  <a:srgbClr val="212529"/>
                </a:solidFill>
                <a:effectLst/>
                <a:latin typeface="Muli"/>
              </a:rPr>
              <a:t> JavaScript </a:t>
            </a:r>
            <a:r>
              <a:rPr lang="ko-KR" altLang="en-US" sz="1400" b="0" i="0" dirty="0">
                <a:solidFill>
                  <a:srgbClr val="212529"/>
                </a:solidFill>
                <a:effectLst/>
                <a:latin typeface="Muli"/>
              </a:rPr>
              <a:t>키</a:t>
            </a:r>
            <a:r>
              <a:rPr lang="en-US" altLang="ko-KR" sz="1400" b="0" i="0" dirty="0">
                <a:solidFill>
                  <a:srgbClr val="212529"/>
                </a:solidFill>
                <a:effectLst/>
                <a:latin typeface="Muli"/>
              </a:rPr>
              <a:t>: JavaScript SDK</a:t>
            </a:r>
            <a:r>
              <a:rPr lang="ko-KR" altLang="en-US" sz="1400" b="0" i="0" dirty="0">
                <a:solidFill>
                  <a:srgbClr val="212529"/>
                </a:solidFill>
                <a:effectLst/>
                <a:latin typeface="Muli"/>
              </a:rPr>
              <a:t>에서 </a:t>
            </a:r>
            <a:r>
              <a:rPr lang="en-US" altLang="ko-KR" sz="1400" b="0" i="0" dirty="0">
                <a:solidFill>
                  <a:srgbClr val="212529"/>
                </a:solidFill>
                <a:effectLst/>
                <a:latin typeface="Muli"/>
              </a:rPr>
              <a:t>API</a:t>
            </a:r>
            <a:r>
              <a:rPr lang="ko-KR" altLang="en-US" sz="1400" b="0" i="0" dirty="0">
                <a:solidFill>
                  <a:srgbClr val="212529"/>
                </a:solidFill>
                <a:effectLst/>
                <a:latin typeface="Muli"/>
              </a:rPr>
              <a:t>를 호출할 때 사용</a:t>
            </a:r>
            <a:endParaRPr lang="en-US" altLang="ko-KR" sz="1400" b="0" i="0" dirty="0">
              <a:solidFill>
                <a:srgbClr val="212529"/>
              </a:solidFill>
              <a:effectLst/>
              <a:latin typeface="Muli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sz="1400" b="0" i="0" dirty="0">
                <a:solidFill>
                  <a:srgbClr val="212529"/>
                </a:solidFill>
                <a:effectLst/>
                <a:latin typeface="Muli"/>
              </a:rPr>
              <a:t> REST API </a:t>
            </a:r>
            <a:r>
              <a:rPr lang="ko-KR" altLang="en-US" sz="1400" b="0" i="0" dirty="0">
                <a:solidFill>
                  <a:srgbClr val="212529"/>
                </a:solidFill>
                <a:effectLst/>
                <a:latin typeface="Muli"/>
              </a:rPr>
              <a:t>키</a:t>
            </a:r>
            <a:r>
              <a:rPr lang="en-US" altLang="ko-KR" sz="1400" b="0" i="0" dirty="0">
                <a:solidFill>
                  <a:srgbClr val="212529"/>
                </a:solidFill>
                <a:effectLst/>
                <a:latin typeface="Muli"/>
              </a:rPr>
              <a:t>: REST API</a:t>
            </a:r>
            <a:r>
              <a:rPr lang="ko-KR" altLang="en-US" sz="1400" b="0" i="0" dirty="0">
                <a:solidFill>
                  <a:srgbClr val="212529"/>
                </a:solidFill>
                <a:effectLst/>
                <a:latin typeface="Muli"/>
              </a:rPr>
              <a:t>를 호출할 때 사용</a:t>
            </a:r>
            <a:endParaRPr lang="en-US" altLang="ko-KR" sz="1400" b="0" i="0" dirty="0">
              <a:solidFill>
                <a:srgbClr val="212529"/>
              </a:solidFill>
              <a:effectLst/>
              <a:latin typeface="Muli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sz="1400" b="0" i="0" dirty="0">
                <a:solidFill>
                  <a:srgbClr val="212529"/>
                </a:solidFill>
                <a:effectLst/>
                <a:latin typeface="Muli"/>
              </a:rPr>
              <a:t> Admin </a:t>
            </a:r>
            <a:r>
              <a:rPr lang="ko-KR" altLang="en-US" sz="1400" b="0" i="0" dirty="0">
                <a:solidFill>
                  <a:srgbClr val="212529"/>
                </a:solidFill>
                <a:effectLst/>
                <a:latin typeface="Muli"/>
              </a:rPr>
              <a:t>키</a:t>
            </a:r>
            <a:r>
              <a:rPr lang="en-US" altLang="ko-KR" sz="1400" b="0" i="0" dirty="0">
                <a:solidFill>
                  <a:srgbClr val="212529"/>
                </a:solidFill>
                <a:effectLst/>
                <a:latin typeface="Muli"/>
              </a:rPr>
              <a:t>: </a:t>
            </a:r>
            <a:r>
              <a:rPr lang="ko-KR" altLang="en-US" sz="1400" b="0" i="0" dirty="0">
                <a:solidFill>
                  <a:srgbClr val="212529"/>
                </a:solidFill>
                <a:effectLst/>
                <a:latin typeface="Muli"/>
              </a:rPr>
              <a:t>모든 권한을 갖고 있는 키다</a:t>
            </a:r>
            <a:r>
              <a:rPr lang="en-US" altLang="ko-KR" sz="1400" b="0" i="0" dirty="0">
                <a:solidFill>
                  <a:srgbClr val="212529"/>
                </a:solidFill>
                <a:effectLst/>
                <a:latin typeface="Muli"/>
              </a:rPr>
              <a:t>. </a:t>
            </a:r>
            <a:r>
              <a:rPr lang="ko-KR" altLang="en-US" sz="1400" b="0" i="0" dirty="0">
                <a:solidFill>
                  <a:srgbClr val="212529"/>
                </a:solidFill>
                <a:effectLst/>
                <a:latin typeface="Muli"/>
              </a:rPr>
              <a:t>노출이 되지 않도록 주의가 필요</a:t>
            </a:r>
            <a:endParaRPr lang="en-US" altLang="ko-KR" sz="1400" b="0" i="0" dirty="0">
              <a:solidFill>
                <a:srgbClr val="212529"/>
              </a:solidFill>
              <a:effectLst/>
              <a:latin typeface="Mul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8F2E8A-4FA8-243D-95D6-A464F49AB8F9}"/>
              </a:ext>
            </a:extLst>
          </p:cNvPr>
          <p:cNvSpPr txBox="1"/>
          <p:nvPr/>
        </p:nvSpPr>
        <p:spPr>
          <a:xfrm>
            <a:off x="6407991" y="6596390"/>
            <a:ext cx="578400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https://sangjuncha-dev.github.io/posts/framework/django/2021-10-11-django-oauth-kakao/</a:t>
            </a:r>
          </a:p>
        </p:txBody>
      </p:sp>
    </p:spTree>
    <p:extLst>
      <p:ext uri="{BB962C8B-B14F-4D97-AF65-F5344CB8AC3E}">
        <p14:creationId xmlns:p14="http://schemas.microsoft.com/office/powerpoint/2010/main" val="9120127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58789-EBAF-D4E3-92E2-96F6C3C66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08BE5FB4-26E7-F70A-6E5A-56D15A73794B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2A4BD6C4-77E6-4D9F-9764-04DA22C6DC6E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770A24A-9882-32C1-3920-DE3D364942A9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21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B31F787-10C7-4500-EE2D-288692B81172}"/>
              </a:ext>
            </a:extLst>
          </p:cNvPr>
          <p:cNvSpPr txBox="1"/>
          <p:nvPr/>
        </p:nvSpPr>
        <p:spPr>
          <a:xfrm>
            <a:off x="4080098" y="2980067"/>
            <a:ext cx="403180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/>
              <a:t>다음지도 </a:t>
            </a:r>
            <a:r>
              <a:rPr lang="en-US" altLang="ko-KR" sz="5400" b="1" dirty="0"/>
              <a:t>API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10ABC8FB-5862-4BA1-6EF7-C520BAECA7C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4902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674C77C4-9225-4A4B-B28D-BC08E9FC8BC0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784C75F-04A2-4090-B204-262286243FD7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80EB46-A41F-42D1-925C-1E1D34396238}"/>
              </a:ext>
            </a:extLst>
          </p:cNvPr>
          <p:cNvSpPr txBox="1"/>
          <p:nvPr/>
        </p:nvSpPr>
        <p:spPr>
          <a:xfrm>
            <a:off x="660400" y="203587"/>
            <a:ext cx="111260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마커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생성 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– </a:t>
            </a:r>
            <a:r>
              <a:rPr lang="ko-KR" altLang="en-US" sz="3300" spc="-3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마커</a:t>
            </a:r>
            <a:r>
              <a:rPr lang="en-US" altLang="ko-KR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1</a:t>
            </a:r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개 생성하기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75297CD-9753-4A7F-A617-C272413A0538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3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DBAEB18-2485-4E3F-B606-FB7927A74F53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/>
          <p:cNvSpPr/>
          <p:nvPr/>
        </p:nvSpPr>
        <p:spPr>
          <a:xfrm>
            <a:off x="416357" y="960061"/>
            <a:ext cx="410801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/>
              <a:t>1. Sample &gt; </a:t>
            </a:r>
            <a:r>
              <a:rPr lang="ko-KR" altLang="en-US" dirty="0"/>
              <a:t>지도 생성하기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460393" y="1329393"/>
            <a:ext cx="7089342" cy="549553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noAutofit/>
          </a:bodyPr>
          <a:lstStyle/>
          <a:p>
            <a:r>
              <a:rPr lang="en-US" altLang="ko-KR" sz="1200" dirty="0"/>
              <a:t>&lt;script&gt;</a:t>
            </a:r>
          </a:p>
          <a:p>
            <a:r>
              <a:rPr lang="en-US" altLang="ko-KR" sz="1200" dirty="0" err="1"/>
              <a:t>var</a:t>
            </a:r>
            <a:r>
              <a:rPr lang="en-US" altLang="ko-KR" sz="1200" dirty="0"/>
              <a:t> </a:t>
            </a:r>
            <a:r>
              <a:rPr lang="en-US" altLang="ko-KR" sz="1200" dirty="0" err="1"/>
              <a:t>mapContainer</a:t>
            </a:r>
            <a:r>
              <a:rPr lang="en-US" altLang="ko-KR" sz="1200" dirty="0"/>
              <a:t> = </a:t>
            </a:r>
            <a:r>
              <a:rPr lang="en-US" altLang="ko-KR" sz="1200" dirty="0" err="1"/>
              <a:t>document.getElementById</a:t>
            </a:r>
            <a:r>
              <a:rPr lang="en-US" altLang="ko-KR" sz="1200" dirty="0"/>
              <a:t>('map'), // </a:t>
            </a:r>
            <a:r>
              <a:rPr lang="ko-KR" altLang="en-US" sz="1200" dirty="0"/>
              <a:t>지도를 표시할 </a:t>
            </a:r>
            <a:r>
              <a:rPr lang="en-US" altLang="ko-KR" sz="1200" dirty="0"/>
              <a:t>div </a:t>
            </a:r>
          </a:p>
          <a:p>
            <a:r>
              <a:rPr lang="en-US" altLang="ko-KR" sz="1200" dirty="0"/>
              <a:t>    </a:t>
            </a:r>
            <a:r>
              <a:rPr lang="en-US" altLang="ko-KR" sz="1200" dirty="0" err="1"/>
              <a:t>mapOption</a:t>
            </a:r>
            <a:r>
              <a:rPr lang="en-US" altLang="ko-KR" sz="1200" dirty="0"/>
              <a:t> = { </a:t>
            </a:r>
          </a:p>
          <a:p>
            <a:r>
              <a:rPr lang="en-US" altLang="ko-KR" sz="1200" dirty="0"/>
              <a:t>        center: new </a:t>
            </a:r>
            <a:r>
              <a:rPr lang="en-US" altLang="ko-KR" sz="1200" dirty="0" err="1"/>
              <a:t>kakao.maps.LatLng</a:t>
            </a:r>
            <a:r>
              <a:rPr lang="en-US" altLang="ko-KR" sz="1200" dirty="0"/>
              <a:t>(33.450701, 126.570667), // </a:t>
            </a:r>
            <a:r>
              <a:rPr lang="ko-KR" altLang="en-US" sz="1200" dirty="0"/>
              <a:t>지도의 중심좌표</a:t>
            </a:r>
          </a:p>
          <a:p>
            <a:r>
              <a:rPr lang="ko-KR" altLang="en-US" sz="1200" dirty="0"/>
              <a:t>        </a:t>
            </a:r>
            <a:r>
              <a:rPr lang="en-US" altLang="ko-KR" sz="1200" dirty="0"/>
              <a:t>level: 3 // </a:t>
            </a:r>
            <a:r>
              <a:rPr lang="ko-KR" altLang="en-US" sz="1200" dirty="0"/>
              <a:t>지도의 확대 레벨</a:t>
            </a:r>
          </a:p>
          <a:p>
            <a:r>
              <a:rPr lang="ko-KR" altLang="en-US" sz="1200" dirty="0"/>
              <a:t>    </a:t>
            </a:r>
            <a:r>
              <a:rPr lang="en-US" altLang="ko-KR" sz="1200" dirty="0"/>
              <a:t>};</a:t>
            </a:r>
          </a:p>
          <a:p>
            <a:endParaRPr lang="en-US" altLang="ko-KR" sz="1200" dirty="0"/>
          </a:p>
          <a:p>
            <a:r>
              <a:rPr lang="en-US" altLang="ko-KR" sz="1200" dirty="0"/>
              <a:t>// </a:t>
            </a:r>
            <a:r>
              <a:rPr lang="ko-KR" altLang="en-US" sz="1200" dirty="0"/>
              <a:t>지도를 표시할 </a:t>
            </a:r>
            <a:r>
              <a:rPr lang="en-US" altLang="ko-KR" sz="1200" dirty="0"/>
              <a:t>div</a:t>
            </a:r>
            <a:r>
              <a:rPr lang="ko-KR" altLang="en-US" sz="1200" dirty="0"/>
              <a:t>와  지도 옵션으로  지도를 생성합니다</a:t>
            </a:r>
          </a:p>
          <a:p>
            <a:r>
              <a:rPr lang="en-US" altLang="ko-KR" sz="1200" dirty="0" err="1"/>
              <a:t>var</a:t>
            </a:r>
            <a:r>
              <a:rPr lang="en-US" altLang="ko-KR" sz="1200" dirty="0"/>
              <a:t> map = new </a:t>
            </a:r>
            <a:r>
              <a:rPr lang="en-US" altLang="ko-KR" sz="1200" dirty="0" err="1"/>
              <a:t>kakao.maps.Map</a:t>
            </a:r>
            <a:r>
              <a:rPr lang="en-US" altLang="ko-KR" sz="1200" dirty="0"/>
              <a:t>(</a:t>
            </a:r>
            <a:r>
              <a:rPr lang="en-US" altLang="ko-KR" sz="1200" dirty="0" err="1"/>
              <a:t>mapContainer</a:t>
            </a:r>
            <a:r>
              <a:rPr lang="en-US" altLang="ko-KR" sz="1200" dirty="0"/>
              <a:t>, </a:t>
            </a:r>
            <a:r>
              <a:rPr lang="en-US" altLang="ko-KR" sz="1200" dirty="0" err="1"/>
              <a:t>mapOption</a:t>
            </a:r>
            <a:r>
              <a:rPr lang="en-US" altLang="ko-KR" sz="1200" dirty="0"/>
              <a:t>); 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// </a:t>
            </a:r>
            <a:r>
              <a:rPr lang="ko-KR" altLang="en-US" sz="1200" b="1" dirty="0" err="1">
                <a:solidFill>
                  <a:srgbClr val="FF0000"/>
                </a:solidFill>
              </a:rPr>
              <a:t>마커가</a:t>
            </a:r>
            <a:r>
              <a:rPr lang="ko-KR" altLang="en-US" sz="1200" b="1" dirty="0">
                <a:solidFill>
                  <a:srgbClr val="FF0000"/>
                </a:solidFill>
              </a:rPr>
              <a:t> 표시될 위치를 변경하면 원하는 지도위치 가능</a:t>
            </a:r>
          </a:p>
          <a:p>
            <a:r>
              <a:rPr lang="en-US" altLang="ko-KR" sz="1200" dirty="0" err="1"/>
              <a:t>var</a:t>
            </a:r>
            <a:r>
              <a:rPr lang="en-US" altLang="ko-KR" sz="1200" dirty="0"/>
              <a:t> </a:t>
            </a:r>
            <a:r>
              <a:rPr lang="en-US" altLang="ko-KR" sz="1200" dirty="0" err="1"/>
              <a:t>markerPosition</a:t>
            </a:r>
            <a:r>
              <a:rPr lang="en-US" altLang="ko-KR" sz="1200" dirty="0"/>
              <a:t>  = new </a:t>
            </a:r>
            <a:r>
              <a:rPr lang="en-US" altLang="ko-KR" sz="1200" dirty="0" err="1"/>
              <a:t>kakao.maps.LatLng</a:t>
            </a:r>
            <a:r>
              <a:rPr lang="en-US" altLang="ko-KR" sz="1200" dirty="0"/>
              <a:t>(33.450701, 126.570667); </a:t>
            </a:r>
          </a:p>
          <a:p>
            <a:endParaRPr lang="en-US" altLang="ko-KR" sz="1200" dirty="0"/>
          </a:p>
          <a:p>
            <a:r>
              <a:rPr lang="en-US" altLang="ko-KR" sz="1200" dirty="0"/>
              <a:t>// </a:t>
            </a:r>
            <a:r>
              <a:rPr lang="ko-KR" altLang="en-US" sz="1200" dirty="0" err="1"/>
              <a:t>마커를</a:t>
            </a:r>
            <a:r>
              <a:rPr lang="ko-KR" altLang="en-US" sz="1200" dirty="0"/>
              <a:t> 생성합니다</a:t>
            </a:r>
          </a:p>
          <a:p>
            <a:r>
              <a:rPr lang="en-US" altLang="ko-KR" sz="1200" dirty="0" err="1"/>
              <a:t>var</a:t>
            </a:r>
            <a:r>
              <a:rPr lang="en-US" altLang="ko-KR" sz="1200" dirty="0"/>
              <a:t> marker = new </a:t>
            </a:r>
            <a:r>
              <a:rPr lang="en-US" altLang="ko-KR" sz="1200" dirty="0" err="1"/>
              <a:t>kakao.maps.Marker</a:t>
            </a:r>
            <a:r>
              <a:rPr lang="en-US" altLang="ko-KR" sz="1200" dirty="0"/>
              <a:t>({</a:t>
            </a:r>
          </a:p>
          <a:p>
            <a:r>
              <a:rPr lang="en-US" altLang="ko-KR" sz="1200" dirty="0"/>
              <a:t>    position: </a:t>
            </a:r>
            <a:r>
              <a:rPr lang="en-US" altLang="ko-KR" sz="1200" dirty="0" err="1"/>
              <a:t>markerPosition</a:t>
            </a:r>
            <a:endParaRPr lang="en-US" altLang="ko-KR" sz="1200" dirty="0"/>
          </a:p>
          <a:p>
            <a:r>
              <a:rPr lang="en-US" altLang="ko-KR" sz="1200" dirty="0"/>
              <a:t>});</a:t>
            </a:r>
          </a:p>
          <a:p>
            <a:endParaRPr lang="en-US" altLang="ko-KR" sz="1200" dirty="0"/>
          </a:p>
          <a:p>
            <a:r>
              <a:rPr lang="en-US" altLang="ko-KR" sz="1200" dirty="0"/>
              <a:t>// </a:t>
            </a:r>
            <a:r>
              <a:rPr lang="ko-KR" altLang="en-US" sz="1200" dirty="0" err="1"/>
              <a:t>마커가</a:t>
            </a:r>
            <a:r>
              <a:rPr lang="ko-KR" altLang="en-US" sz="1200" dirty="0"/>
              <a:t> 지도 위에 표시되도록 설정합니다</a:t>
            </a:r>
          </a:p>
          <a:p>
            <a:r>
              <a:rPr lang="en-US" altLang="ko-KR" sz="1200" dirty="0" err="1"/>
              <a:t>marker.setMap</a:t>
            </a:r>
            <a:r>
              <a:rPr lang="en-US" altLang="ko-KR" sz="1200" dirty="0"/>
              <a:t>(map);</a:t>
            </a:r>
          </a:p>
          <a:p>
            <a:endParaRPr lang="en-US" altLang="ko-KR" sz="1200" dirty="0"/>
          </a:p>
          <a:p>
            <a:r>
              <a:rPr lang="en-US" altLang="ko-KR" sz="1200" dirty="0"/>
              <a:t>// </a:t>
            </a:r>
            <a:r>
              <a:rPr lang="ko-KR" altLang="en-US" sz="1200" dirty="0"/>
              <a:t>아래 코드는 지도 위의 </a:t>
            </a:r>
            <a:r>
              <a:rPr lang="ko-KR" altLang="en-US" sz="1200" dirty="0" err="1"/>
              <a:t>마커를</a:t>
            </a:r>
            <a:r>
              <a:rPr lang="ko-KR" altLang="en-US" sz="1200" dirty="0"/>
              <a:t> 제거하는 코드입니다</a:t>
            </a:r>
          </a:p>
          <a:p>
            <a:r>
              <a:rPr lang="en-US" altLang="ko-KR" sz="1200" dirty="0"/>
              <a:t>// </a:t>
            </a:r>
            <a:r>
              <a:rPr lang="en-US" altLang="ko-KR" sz="1200" dirty="0" err="1"/>
              <a:t>marker.setMap</a:t>
            </a:r>
            <a:r>
              <a:rPr lang="en-US" altLang="ko-KR" sz="1200" dirty="0"/>
              <a:t>(null); 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&lt;/script&gt;</a:t>
            </a:r>
          </a:p>
          <a:p>
            <a:r>
              <a:rPr lang="en-US" altLang="ko-KR" sz="1200" dirty="0"/>
              <a:t>&lt;/body&gt;</a:t>
            </a:r>
          </a:p>
          <a:p>
            <a:r>
              <a:rPr lang="en-US" altLang="ko-KR" sz="1200" dirty="0"/>
              <a:t>&lt;/html&gt;</a:t>
            </a:r>
            <a:endParaRPr lang="ko-KR" altLang="en-US" sz="1200" dirty="0"/>
          </a:p>
          <a:p>
            <a:endParaRPr lang="ko-KR" altLang="en-US" sz="1200" dirty="0"/>
          </a:p>
        </p:txBody>
      </p:sp>
      <p:sp>
        <p:nvSpPr>
          <p:cNvPr id="16" name="직사각형 15"/>
          <p:cNvSpPr/>
          <p:nvPr/>
        </p:nvSpPr>
        <p:spPr>
          <a:xfrm>
            <a:off x="7678444" y="1329392"/>
            <a:ext cx="410801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400" dirty="0"/>
              <a:t>&lt; </a:t>
            </a:r>
            <a:r>
              <a:rPr lang="ko-KR" altLang="en-US" sz="1400" dirty="0"/>
              <a:t>샘플예제 </a:t>
            </a:r>
            <a:r>
              <a:rPr lang="en-US" altLang="ko-KR" sz="1400" dirty="0"/>
              <a:t>&gt;</a:t>
            </a:r>
            <a:endParaRPr lang="ko-KR" altLang="en-US" sz="1400" dirty="0"/>
          </a:p>
        </p:txBody>
      </p:sp>
      <p:sp>
        <p:nvSpPr>
          <p:cNvPr id="15" name="직사각형 14"/>
          <p:cNvSpPr/>
          <p:nvPr/>
        </p:nvSpPr>
        <p:spPr>
          <a:xfrm>
            <a:off x="460393" y="3240718"/>
            <a:ext cx="5630260" cy="26987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9726" y="1637168"/>
            <a:ext cx="3032594" cy="195275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7" name="직사각형 16"/>
          <p:cNvSpPr/>
          <p:nvPr/>
        </p:nvSpPr>
        <p:spPr>
          <a:xfrm>
            <a:off x="7678444" y="3697866"/>
            <a:ext cx="410801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400" dirty="0"/>
              <a:t>&lt; </a:t>
            </a:r>
            <a:r>
              <a:rPr lang="ko-KR" altLang="en-US" sz="1400" dirty="0"/>
              <a:t>위도경도 찾기 사이트 </a:t>
            </a:r>
            <a:r>
              <a:rPr lang="en-US" altLang="ko-KR" sz="1400" dirty="0"/>
              <a:t>&gt;</a:t>
            </a:r>
            <a:br>
              <a:rPr lang="en-US" altLang="ko-KR" sz="1400" dirty="0"/>
            </a:br>
            <a:r>
              <a:rPr lang="en-US" altLang="ko-KR" sz="1400" dirty="0"/>
              <a:t>http://map.esran.com/index.php</a:t>
            </a:r>
            <a:endParaRPr lang="ko-KR" altLang="en-US" sz="14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9726" y="4221086"/>
            <a:ext cx="3032594" cy="2505186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550683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E54BD-E21E-A1D1-0D4F-C84EF06A8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FD0509A3-2A13-EF02-4CF9-520908EDB9C4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339BBB98-4817-B682-8135-0106DD4CF6A3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259591A-4C9E-156E-BD25-6FC9B67AE519}"/>
              </a:ext>
            </a:extLst>
          </p:cNvPr>
          <p:cNvSpPr txBox="1"/>
          <p:nvPr/>
        </p:nvSpPr>
        <p:spPr>
          <a:xfrm>
            <a:off x="111760" y="81617"/>
            <a:ext cx="870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21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A84081-F42D-E1A7-0744-3F614B32737C}"/>
              </a:ext>
            </a:extLst>
          </p:cNvPr>
          <p:cNvSpPr txBox="1"/>
          <p:nvPr/>
        </p:nvSpPr>
        <p:spPr>
          <a:xfrm>
            <a:off x="4424712" y="2980067"/>
            <a:ext cx="334258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/>
              <a:t>카카오페이</a:t>
            </a:r>
            <a:endParaRPr lang="en-US" altLang="ko-KR" sz="5400" b="1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F1727FC-963F-B21A-4823-773A224FDB67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7064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3752F-905A-0C61-659A-542C0A7F5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77">
            <a:extLst>
              <a:ext uri="{FF2B5EF4-FFF2-40B4-BE49-F238E27FC236}">
                <a16:creationId xmlns:a16="http://schemas.microsoft.com/office/drawing/2014/main" id="{D0CEA67B-427D-C6FD-3D37-8791F548525D}"/>
              </a:ext>
            </a:extLst>
          </p:cNvPr>
          <p:cNvSpPr/>
          <p:nvPr/>
        </p:nvSpPr>
        <p:spPr>
          <a:xfrm>
            <a:off x="0" y="0"/>
            <a:ext cx="111760" cy="8706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7585B574-43B0-7AE9-00A0-CDDC88147CA6}"/>
              </a:ext>
            </a:extLst>
          </p:cNvPr>
          <p:cNvSpPr/>
          <p:nvPr/>
        </p:nvSpPr>
        <p:spPr>
          <a:xfrm rot="5400000">
            <a:off x="269240" y="-147320"/>
            <a:ext cx="121920" cy="416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A9DFCAC-3F61-3509-9057-39753166D055}"/>
              </a:ext>
            </a:extLst>
          </p:cNvPr>
          <p:cNvSpPr txBox="1"/>
          <p:nvPr/>
        </p:nvSpPr>
        <p:spPr>
          <a:xfrm>
            <a:off x="660400" y="203587"/>
            <a:ext cx="111260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3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카카오 페이 항목설정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C92D387-8A71-BC83-CF6B-43B201EF184F}"/>
              </a:ext>
            </a:extLst>
          </p:cNvPr>
          <p:cNvSpPr txBox="1"/>
          <p:nvPr/>
        </p:nvSpPr>
        <p:spPr>
          <a:xfrm>
            <a:off x="111760" y="81617"/>
            <a:ext cx="5277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  <a:latin typeface="+mj-lt"/>
                <a:ea typeface="+mj-ea"/>
              </a:rPr>
              <a:t>2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  <a:latin typeface="+mj-lt"/>
              <a:ea typeface="+mj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9EA97BFD-0C57-AD0D-2014-36BBE86BA34F}"/>
              </a:ext>
            </a:extLst>
          </p:cNvPr>
          <p:cNvCxnSpPr/>
          <p:nvPr/>
        </p:nvCxnSpPr>
        <p:spPr>
          <a:xfrm>
            <a:off x="660400" y="870682"/>
            <a:ext cx="115316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ACCAB0E-C834-BA65-B0B0-CD5CA86E86D1}"/>
              </a:ext>
            </a:extLst>
          </p:cNvPr>
          <p:cNvSpPr/>
          <p:nvPr/>
        </p:nvSpPr>
        <p:spPr>
          <a:xfrm>
            <a:off x="416358" y="1070215"/>
            <a:ext cx="11370103" cy="5490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애플리케이션 </a:t>
            </a:r>
            <a:r>
              <a: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&gt; </a:t>
            </a:r>
            <a:r>
              <a:rPr lang="ko-KR" altLang="en-US" sz="2000" spc="-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플랫폼</a:t>
            </a:r>
            <a:endParaRPr lang="en-US" altLang="ko-KR" sz="2000" spc="-1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C6673EC-7D8F-1F2F-B3B7-A202CBE260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358" y="1776851"/>
            <a:ext cx="10943519" cy="4877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E335FDF0-1C68-A86D-1E98-C0F30CB8334D}"/>
              </a:ext>
            </a:extLst>
          </p:cNvPr>
          <p:cNvSpPr/>
          <p:nvPr/>
        </p:nvSpPr>
        <p:spPr>
          <a:xfrm>
            <a:off x="4432994" y="4106852"/>
            <a:ext cx="1663006" cy="34490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89FD94-012D-095D-52CA-93456C2DA90E}"/>
              </a:ext>
            </a:extLst>
          </p:cNvPr>
          <p:cNvSpPr txBox="1"/>
          <p:nvPr/>
        </p:nvSpPr>
        <p:spPr>
          <a:xfrm>
            <a:off x="6206652" y="4097820"/>
            <a:ext cx="25187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191C20"/>
                </a:solidFill>
                <a:effectLst/>
                <a:latin typeface="Noto Sans" panose="020B0502040504020204" pitchFamily="34" charset="0"/>
              </a:rPr>
              <a:t>http://127.0.0.1:8000</a:t>
            </a: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04AD1C3-AD98-09A0-FBBB-960B32FC33E9}"/>
              </a:ext>
            </a:extLst>
          </p:cNvPr>
          <p:cNvSpPr/>
          <p:nvPr/>
        </p:nvSpPr>
        <p:spPr>
          <a:xfrm>
            <a:off x="660400" y="4294699"/>
            <a:ext cx="1002937" cy="34490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8291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D635ED1-ED7F-42FF-BBC4-E015AAC1D1A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" y="0"/>
            <a:ext cx="12190326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E00438A-FA4D-4AC6-AD9E-C18057FDD8C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A48078-82E0-46B0-BFB6-AC766ABB0F40}"/>
              </a:ext>
            </a:extLst>
          </p:cNvPr>
          <p:cNvSpPr txBox="1"/>
          <p:nvPr/>
        </p:nvSpPr>
        <p:spPr>
          <a:xfrm>
            <a:off x="4362480" y="3034175"/>
            <a:ext cx="346703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dirty="0">
                <a:solidFill>
                  <a:schemeClr val="bg1"/>
                </a:solidFill>
              </a:rPr>
              <a:t>THANK</a:t>
            </a:r>
            <a:r>
              <a:rPr lang="ko-KR" altLang="en-US" sz="4400" dirty="0">
                <a:solidFill>
                  <a:schemeClr val="bg1"/>
                </a:solidFill>
              </a:rPr>
              <a:t> </a:t>
            </a:r>
            <a:r>
              <a:rPr lang="en-US" altLang="ko-KR" sz="4400" dirty="0">
                <a:solidFill>
                  <a:schemeClr val="bg1"/>
                </a:solidFill>
              </a:rPr>
              <a:t>YOU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9498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4"/>
</p:tagLst>
</file>

<file path=ppt/theme/theme1.xml><?xml version="1.0" encoding="utf-8"?>
<a:theme xmlns:a="http://schemas.openxmlformats.org/drawingml/2006/main" name="Office 테마">
  <a:themeElements>
    <a:clrScheme name="블루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F518E"/>
      </a:accent1>
      <a:accent2>
        <a:srgbClr val="00608A"/>
      </a:accent2>
      <a:accent3>
        <a:srgbClr val="0286AD"/>
      </a:accent3>
      <a:accent4>
        <a:srgbClr val="01B1D0"/>
      </a:accent4>
      <a:accent5>
        <a:srgbClr val="90CBDD"/>
      </a:accent5>
      <a:accent6>
        <a:srgbClr val="F2EAE3"/>
      </a:accent6>
      <a:hlink>
        <a:srgbClr val="262626"/>
      </a:hlink>
      <a:folHlink>
        <a:srgbClr val="262626"/>
      </a:folHlink>
    </a:clrScheme>
    <a:fontScheme name="Arial나눔">
      <a:majorFont>
        <a:latin typeface="Arial"/>
        <a:ea typeface="나눔스퀘어 ExtraBold"/>
        <a:cs typeface=""/>
      </a:majorFont>
      <a:minorFont>
        <a:latin typeface="Arial"/>
        <a:ea typeface="나눔스퀘어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28255</TotalTime>
  <Words>15835</Words>
  <Application>Microsoft Office PowerPoint</Application>
  <PresentationFormat>와이드스크린</PresentationFormat>
  <Paragraphs>2149</Paragraphs>
  <Slides>113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113</vt:i4>
      </vt:variant>
    </vt:vector>
  </HeadingPairs>
  <TitlesOfParts>
    <vt:vector size="132" baseType="lpstr">
      <vt:lpstr>-apple-system</vt:lpstr>
      <vt:lpstr>Arial (본문)</vt:lpstr>
      <vt:lpstr>Helvetica Neue</vt:lpstr>
      <vt:lpstr>HelveticaNeue</vt:lpstr>
      <vt:lpstr>inherit</vt:lpstr>
      <vt:lpstr>Muli</vt:lpstr>
      <vt:lpstr>Noto Sans KR</vt:lpstr>
      <vt:lpstr>SF Mono</vt:lpstr>
      <vt:lpstr>source-serif-pro</vt:lpstr>
      <vt:lpstr>TheJamsil2Light</vt:lpstr>
      <vt:lpstr>nanumsquare</vt:lpstr>
      <vt:lpstr>nanumsquare</vt:lpstr>
      <vt:lpstr>나눔스퀘어 Light (본문)</vt:lpstr>
      <vt:lpstr>Malgun Gothic</vt:lpstr>
      <vt:lpstr>Malgun Gothic</vt:lpstr>
      <vt:lpstr>Arial</vt:lpstr>
      <vt:lpstr>Consolas</vt:lpstr>
      <vt:lpstr>Noto Sans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Yu Saebyeol</dc:creator>
  <cp:lastModifiedBy>lee01</cp:lastModifiedBy>
  <cp:revision>1192</cp:revision>
  <dcterms:created xsi:type="dcterms:W3CDTF">2021-02-14T00:18:03Z</dcterms:created>
  <dcterms:modified xsi:type="dcterms:W3CDTF">2026-05-20T05:20:39Z</dcterms:modified>
</cp:coreProperties>
</file>